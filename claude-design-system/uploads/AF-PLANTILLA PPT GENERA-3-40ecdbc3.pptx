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0"/>
  </p:notesMasterIdLst>
  <p:handoutMasterIdLst>
    <p:handoutMasterId r:id="rId51"/>
  </p:handoutMasterIdLst>
  <p:sldIdLst>
    <p:sldId id="311" r:id="rId5"/>
    <p:sldId id="310" r:id="rId6"/>
    <p:sldId id="309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84" r:id="rId20"/>
    <p:sldId id="285" r:id="rId21"/>
    <p:sldId id="286" r:id="rId22"/>
    <p:sldId id="287" r:id="rId23"/>
    <p:sldId id="292" r:id="rId24"/>
    <p:sldId id="304" r:id="rId25"/>
    <p:sldId id="270" r:id="rId26"/>
    <p:sldId id="271" r:id="rId27"/>
    <p:sldId id="272" r:id="rId28"/>
    <p:sldId id="273" r:id="rId29"/>
    <p:sldId id="281" r:id="rId30"/>
    <p:sldId id="282" r:id="rId31"/>
    <p:sldId id="291" r:id="rId32"/>
    <p:sldId id="277" r:id="rId33"/>
    <p:sldId id="278" r:id="rId34"/>
    <p:sldId id="280" r:id="rId35"/>
    <p:sldId id="274" r:id="rId36"/>
    <p:sldId id="275" r:id="rId37"/>
    <p:sldId id="276" r:id="rId38"/>
    <p:sldId id="279" r:id="rId39"/>
    <p:sldId id="288" r:id="rId40"/>
    <p:sldId id="289" r:id="rId41"/>
    <p:sldId id="293" r:id="rId42"/>
    <p:sldId id="295" r:id="rId43"/>
    <p:sldId id="296" r:id="rId44"/>
    <p:sldId id="297" r:id="rId45"/>
    <p:sldId id="298" r:id="rId46"/>
    <p:sldId id="299" r:id="rId47"/>
    <p:sldId id="302" r:id="rId48"/>
    <p:sldId id="303" r:id="rId4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1A3F"/>
    <a:srgbClr val="93AAC9"/>
    <a:srgbClr val="F8EFD9"/>
    <a:srgbClr val="E1D9C7"/>
    <a:srgbClr val="C4CCD6"/>
    <a:srgbClr val="DAE2F0"/>
    <a:srgbClr val="8298AF"/>
    <a:srgbClr val="003268"/>
    <a:srgbClr val="00387D"/>
    <a:srgbClr val="112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E9BEB-772E-25D5-EF31-9C8028D910BB}" v="97" dt="2026-06-12T15:31:41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Hoja_de_c_lculo_de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6-3C49-9714-F95B0677C55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46-3C49-9714-F95B0677C55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46-3C49-9714-F95B0677C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1245680"/>
        <c:axId val="1661227392"/>
      </c:barChart>
      <c:catAx>
        <c:axId val="166124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1227392"/>
        <c:crosses val="autoZero"/>
        <c:auto val="1"/>
        <c:lblAlgn val="ctr"/>
        <c:lblOffset val="100"/>
        <c:noMultiLvlLbl val="0"/>
      </c:catAx>
      <c:valAx>
        <c:axId val="1661227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124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46-3C49-9714-F95B0677C55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46-3C49-9714-F95B0677C55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46-3C49-9714-F95B0677C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1245680"/>
        <c:axId val="1661227392"/>
      </c:barChart>
      <c:catAx>
        <c:axId val="166124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1227392"/>
        <c:crosses val="autoZero"/>
        <c:auto val="1"/>
        <c:lblAlgn val="ctr"/>
        <c:lblOffset val="100"/>
        <c:noMultiLvlLbl val="0"/>
      </c:catAx>
      <c:valAx>
        <c:axId val="1661227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124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FC7-F54E-BF9A-2879774806A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FC7-F54E-BF9A-2879774806A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FC7-F54E-BF9A-2879774806A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FC7-F54E-BF9A-2879774806A8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8F-184D-B93E-4BFD7E640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4665242414950673"/>
          <c:y val="0.119629663354333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35B-A449-B34C-98BBFD5CC3C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35B-A449-B34C-98BBFD5CC3C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35B-A449-B34C-98BBFD5CC3C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35B-A449-B34C-98BBFD5CC3C4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E-8F4C-9678-1821FB10DE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Hoja1!$A$2:$A$6</c:f>
              <c:numCache>
                <c:formatCode>m/d/yy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Hoja1!$B$2:$B$6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10-0248-B696-825448DA29F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Hoja1!$A$2:$A$6</c:f>
              <c:numCache>
                <c:formatCode>m/d/yy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Hoja1!$C$2:$C$6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10-0248-B696-825448DA2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7477600"/>
        <c:axId val="887296432"/>
      </c:areaChart>
      <c:dateAx>
        <c:axId val="887477600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887296432"/>
        <c:crosses val="autoZero"/>
        <c:auto val="1"/>
        <c:lblOffset val="100"/>
        <c:baseTimeUnit val="months"/>
      </c:dateAx>
      <c:valAx>
        <c:axId val="887296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88747760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Hoja1!$A$2:$A$51</cx:f>
        <cx:lvl ptCount="50">
          <cx:pt idx="0">Categoría 1</cx:pt>
          <cx:pt idx="1">Categoría 3</cx:pt>
          <cx:pt idx="2">Categoría 1</cx:pt>
          <cx:pt idx="3">Categoría 2</cx:pt>
          <cx:pt idx="4">Categoría 4</cx:pt>
          <cx:pt idx="5">Categoría 1</cx:pt>
          <cx:pt idx="6">Categoría 4</cx:pt>
          <cx:pt idx="7">Categoría 3</cx:pt>
          <cx:pt idx="8">Categoría 4</cx:pt>
          <cx:pt idx="9">Categoría 1</cx:pt>
          <cx:pt idx="10">Categoría 2</cx:pt>
          <cx:pt idx="11">Categoría 4</cx:pt>
          <cx:pt idx="12">Categoría 4</cx:pt>
          <cx:pt idx="13">Categoría 2</cx:pt>
          <cx:pt idx="14">Categoría 1</cx:pt>
          <cx:pt idx="15">Categoría 1</cx:pt>
          <cx:pt idx="16">Categoría 1</cx:pt>
          <cx:pt idx="17">Categoría 4</cx:pt>
          <cx:pt idx="18">Categoría 4</cx:pt>
          <cx:pt idx="19">Categoría 4</cx:pt>
          <cx:pt idx="20">Categoría 1</cx:pt>
          <cx:pt idx="21">Categoría 1</cx:pt>
          <cx:pt idx="22">Categoría 4</cx:pt>
          <cx:pt idx="23">Categoría 1</cx:pt>
          <cx:pt idx="24">Categoría 1</cx:pt>
          <cx:pt idx="25">Categoría 4</cx:pt>
          <cx:pt idx="26">Categoría 1</cx:pt>
          <cx:pt idx="27">Categoría 4</cx:pt>
          <cx:pt idx="28">Categoría 4</cx:pt>
          <cx:pt idx="29">Categoría 4</cx:pt>
          <cx:pt idx="30">Categoría 4</cx:pt>
          <cx:pt idx="31">Categoría 2</cx:pt>
          <cx:pt idx="32">Categoría 4</cx:pt>
          <cx:pt idx="33">Categoría 1</cx:pt>
          <cx:pt idx="34">Categoría 4</cx:pt>
          <cx:pt idx="35">Categoría 1</cx:pt>
          <cx:pt idx="36">Categoría 4</cx:pt>
          <cx:pt idx="37">Categoría 2</cx:pt>
          <cx:pt idx="38">Categoría 4</cx:pt>
          <cx:pt idx="39">Categoría 3</cx:pt>
          <cx:pt idx="40">Categoría 4</cx:pt>
          <cx:pt idx="41">Categoría 4</cx:pt>
          <cx:pt idx="42">Categoría 2</cx:pt>
          <cx:pt idx="43">Categoría 4</cx:pt>
          <cx:pt idx="44">Categoría 1</cx:pt>
          <cx:pt idx="45">Categoría 1</cx:pt>
          <cx:pt idx="46">Categoría 1</cx:pt>
          <cx:pt idx="47">Categoría 2</cx:pt>
          <cx:pt idx="48">Categoría 4</cx:pt>
          <cx:pt idx="49">Categoría 4</cx:pt>
        </cx:lvl>
      </cx:strDim>
      <cx:numDim type="val">
        <cx:f>Hoja1!$B$2:$B$51</cx:f>
        <cx:lvl ptCount="50" formatCode="General">
          <cx:pt idx="0">1</cx:pt>
          <cx:pt idx="1">1</cx:pt>
          <cx:pt idx="2">1</cx:pt>
          <cx:pt idx="3">1</cx:pt>
          <cx:pt idx="4">1</cx:pt>
          <cx:pt idx="5">1</cx:pt>
          <cx:pt idx="6">1</cx:pt>
          <cx:pt idx="7">1</cx:pt>
          <cx:pt idx="8">1</cx:pt>
          <cx:pt idx="9">1</cx:pt>
          <cx:pt idx="10">1</cx:pt>
          <cx:pt idx="11">1</cx:pt>
          <cx:pt idx="12">1</cx:pt>
          <cx:pt idx="13">1</cx:pt>
          <cx:pt idx="14">1</cx:pt>
          <cx:pt idx="15">1</cx:pt>
          <cx:pt idx="16">1</cx:pt>
          <cx:pt idx="17">1</cx:pt>
          <cx:pt idx="18">1</cx:pt>
          <cx:pt idx="19">1</cx:pt>
          <cx:pt idx="20">1</cx:pt>
          <cx:pt idx="21">1</cx:pt>
          <cx:pt idx="22">1</cx:pt>
          <cx:pt idx="23">1</cx:pt>
          <cx:pt idx="24">1</cx:pt>
          <cx:pt idx="25">1</cx:pt>
          <cx:pt idx="26">1</cx:pt>
          <cx:pt idx="27">1</cx:pt>
          <cx:pt idx="28">1</cx:pt>
          <cx:pt idx="29">1</cx:pt>
          <cx:pt idx="30">1</cx:pt>
          <cx:pt idx="31">1</cx:pt>
          <cx:pt idx="32">1</cx:pt>
          <cx:pt idx="33">1</cx:pt>
          <cx:pt idx="34">1</cx:pt>
          <cx:pt idx="35">1</cx:pt>
          <cx:pt idx="36">1</cx:pt>
          <cx:pt idx="37">1</cx:pt>
          <cx:pt idx="38">1</cx:pt>
          <cx:pt idx="39">1</cx:pt>
          <cx:pt idx="40">1</cx:pt>
          <cx:pt idx="41">1</cx:pt>
          <cx:pt idx="42">1</cx:pt>
          <cx:pt idx="43">1</cx:pt>
          <cx:pt idx="44">1</cx:pt>
          <cx:pt idx="45">1</cx:pt>
          <cx:pt idx="46">1</cx:pt>
          <cx:pt idx="47">1</cx:pt>
          <cx:pt idx="48">1</cx:pt>
          <cx:pt idx="49">1</cx:pt>
        </cx:lvl>
      </cx:numDim>
    </cx:data>
  </cx:chartData>
  <cx:chart>
    <cx:title pos="t" align="ctr" overlay="0"/>
    <cx:plotArea>
      <cx:plotAreaRegion>
        <cx:series layoutId="clusteredColumn" uniqueId="{B53D8087-3475-3149-86BA-051CAA6298D1}">
          <cx:tx>
            <cx:txData>
              <cx:f>Hoja1!$B$1</cx:f>
              <cx:v>Serie1</cx:v>
            </cx:txData>
          </cx:tx>
          <cx:dataPt idx="0"/>
          <cx:dataId val="0"/>
          <cx:layoutPr>
            <cx:aggregation/>
          </cx:layoutPr>
          <cx:axisId val="1"/>
        </cx:series>
        <cx:series layoutId="paretoLine" ownerIdx="0" uniqueId="{058BA2D1-6DB3-FC4F-9959-AF08EC75ED5E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D9D8FCF-6017-EE9F-A6E0-B3565C81F9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A1415A-50E2-88FC-FF52-AE21B76D8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617855-E344-9B45-AC52-0E6D408B12FB}" type="datetimeFigureOut">
              <a:rPr lang="es-CO" smtClean="0"/>
              <a:t>14/07/2026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5EE1B1B-929B-FB4D-9D77-3852B7EA34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6E890E4-7D9E-AEE4-FBB3-D48F88B7925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7D581-2E2C-4647-9218-1BE1EA091BE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9603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4BCB2-6110-2749-A820-E800B29A1950}" type="datetimeFigureOut">
              <a:rPr lang="es-CO" smtClean="0"/>
              <a:t>14/07/2026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69C31-9398-5545-B55B-C52173F7A35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2846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E69C31-9398-5545-B55B-C52173F7A359}" type="slidenum">
              <a:rPr lang="es-CO" smtClean="0"/>
              <a:t>42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6686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44E361B-9003-A4C0-6210-789BE6F1FB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87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1F6326-129E-6F82-4010-1A6FE4080C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20108"/>
          <a:stretch>
            <a:fillRect/>
          </a:stretch>
        </p:blipFill>
        <p:spPr>
          <a:xfrm>
            <a:off x="5410200" y="-114182"/>
            <a:ext cx="6781800" cy="706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30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 10">
            <a:extLst>
              <a:ext uri="{FF2B5EF4-FFF2-40B4-BE49-F238E27FC236}">
                <a16:creationId xmlns:a16="http://schemas.microsoft.com/office/drawing/2014/main" id="{5E7045B4-CACA-7E33-AB46-5D53309424AC}"/>
              </a:ext>
            </a:extLst>
          </p:cNvPr>
          <p:cNvSpPr/>
          <p:nvPr/>
        </p:nvSpPr>
        <p:spPr>
          <a:xfrm>
            <a:off x="0" y="-28321"/>
            <a:ext cx="5431489" cy="6886321"/>
          </a:xfrm>
          <a:custGeom>
            <a:avLst/>
            <a:gdLst>
              <a:gd name="connsiteX0" fmla="*/ 0 w 5431489"/>
              <a:gd name="connsiteY0" fmla="*/ 6886321 h 6886321"/>
              <a:gd name="connsiteX1" fmla="*/ 5132705 w 5431489"/>
              <a:gd name="connsiteY1" fmla="*/ 6886321 h 6886321"/>
              <a:gd name="connsiteX2" fmla="*/ 5132705 w 5431489"/>
              <a:gd name="connsiteY2" fmla="*/ 2329053 h 6886321"/>
              <a:gd name="connsiteX3" fmla="*/ 5132705 w 5431489"/>
              <a:gd name="connsiteY3" fmla="*/ 2327656 h 6886321"/>
              <a:gd name="connsiteX4" fmla="*/ 5134674 w 5431489"/>
              <a:gd name="connsiteY4" fmla="*/ 2303653 h 6886321"/>
              <a:gd name="connsiteX5" fmla="*/ 5136579 w 5431489"/>
              <a:gd name="connsiteY5" fmla="*/ 2274316 h 6886321"/>
              <a:gd name="connsiteX6" fmla="*/ 5147247 w 5431489"/>
              <a:gd name="connsiteY6" fmla="*/ 2191830 h 6886321"/>
              <a:gd name="connsiteX7" fmla="*/ 5155565 w 5431489"/>
              <a:gd name="connsiteY7" fmla="*/ 2158873 h 6886321"/>
              <a:gd name="connsiteX8" fmla="*/ 5155692 w 5431489"/>
              <a:gd name="connsiteY8" fmla="*/ 2158429 h 6886321"/>
              <a:gd name="connsiteX9" fmla="*/ 5428044 w 5431489"/>
              <a:gd name="connsiteY9" fmla="*/ 1908874 h 6886321"/>
              <a:gd name="connsiteX10" fmla="*/ 5428171 w 5431489"/>
              <a:gd name="connsiteY10" fmla="*/ 1899349 h 6886321"/>
              <a:gd name="connsiteX11" fmla="*/ 5156899 w 5431489"/>
              <a:gd name="connsiteY11" fmla="*/ 1653413 h 6886321"/>
              <a:gd name="connsiteX12" fmla="*/ 5154486 w 5431489"/>
              <a:gd name="connsiteY12" fmla="*/ 1645793 h 6886321"/>
              <a:gd name="connsiteX13" fmla="*/ 5134420 w 5431489"/>
              <a:gd name="connsiteY13" fmla="*/ 1530985 h 6886321"/>
              <a:gd name="connsiteX14" fmla="*/ 5132642 w 5431489"/>
              <a:gd name="connsiteY14" fmla="*/ 1503553 h 6886321"/>
              <a:gd name="connsiteX15" fmla="*/ 5132642 w 5431489"/>
              <a:gd name="connsiteY15" fmla="*/ 0 h 6886321"/>
              <a:gd name="connsiteX16" fmla="*/ 0 w 5431489"/>
              <a:gd name="connsiteY16" fmla="*/ 0 h 6886321"/>
              <a:gd name="connsiteX17" fmla="*/ 0 w 5431489"/>
              <a:gd name="connsiteY17" fmla="*/ 6886321 h 688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31489" h="6886321">
                <a:moveTo>
                  <a:pt x="0" y="6886321"/>
                </a:moveTo>
                <a:lnTo>
                  <a:pt x="5132705" y="6886321"/>
                </a:lnTo>
                <a:lnTo>
                  <a:pt x="5132705" y="2329053"/>
                </a:lnTo>
                <a:cubicBezTo>
                  <a:pt x="5132705" y="2328609"/>
                  <a:pt x="5132705" y="2328101"/>
                  <a:pt x="5132705" y="2327656"/>
                </a:cubicBezTo>
                <a:cubicBezTo>
                  <a:pt x="5133404" y="2319655"/>
                  <a:pt x="5134166" y="2311591"/>
                  <a:pt x="5134674" y="2303653"/>
                </a:cubicBezTo>
                <a:cubicBezTo>
                  <a:pt x="5135309" y="2293938"/>
                  <a:pt x="5135944" y="2284159"/>
                  <a:pt x="5136579" y="2274316"/>
                </a:cubicBezTo>
                <a:cubicBezTo>
                  <a:pt x="5138357" y="2246630"/>
                  <a:pt x="5141341" y="2218944"/>
                  <a:pt x="5147247" y="2191830"/>
                </a:cubicBezTo>
                <a:cubicBezTo>
                  <a:pt x="5149723" y="2180400"/>
                  <a:pt x="5152581" y="2169478"/>
                  <a:pt x="5155565" y="2158873"/>
                </a:cubicBezTo>
                <a:lnTo>
                  <a:pt x="5155692" y="2158429"/>
                </a:lnTo>
                <a:cubicBezTo>
                  <a:pt x="5212144" y="1996250"/>
                  <a:pt x="5377752" y="1926654"/>
                  <a:pt x="5428044" y="1908874"/>
                </a:cubicBezTo>
                <a:cubicBezTo>
                  <a:pt x="5432552" y="1907286"/>
                  <a:pt x="5432679" y="1900936"/>
                  <a:pt x="5428171" y="1899349"/>
                </a:cubicBezTo>
                <a:cubicBezTo>
                  <a:pt x="5378323" y="1881759"/>
                  <a:pt x="5214557" y="1813116"/>
                  <a:pt x="5156899" y="1653413"/>
                </a:cubicBezTo>
                <a:lnTo>
                  <a:pt x="5154486" y="1645793"/>
                </a:lnTo>
                <a:cubicBezTo>
                  <a:pt x="5144135" y="1608392"/>
                  <a:pt x="5136896" y="1569720"/>
                  <a:pt x="5134420" y="1530985"/>
                </a:cubicBezTo>
                <a:cubicBezTo>
                  <a:pt x="5133848" y="1521778"/>
                  <a:pt x="5133213" y="1512634"/>
                  <a:pt x="5132642" y="1503553"/>
                </a:cubicBezTo>
                <a:lnTo>
                  <a:pt x="5132642" y="0"/>
                </a:lnTo>
                <a:lnTo>
                  <a:pt x="0" y="0"/>
                </a:lnTo>
                <a:lnTo>
                  <a:pt x="0" y="6886321"/>
                </a:ln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8D938D-EAD8-D7AD-1F6E-9AC090EFA8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050" b="2151"/>
          <a:stretch>
            <a:fillRect/>
          </a:stretch>
        </p:blipFill>
        <p:spPr>
          <a:xfrm>
            <a:off x="4989528" y="-121754"/>
            <a:ext cx="7223761" cy="697975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4544CB0-76E5-7F41-D6D3-8B1A96AECD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1000"/>
          </a:blip>
          <a:srcRect r="20108" b="2551"/>
          <a:stretch>
            <a:fillRect/>
          </a:stretch>
        </p:blipFill>
        <p:spPr>
          <a:xfrm>
            <a:off x="5431489" y="-28321"/>
            <a:ext cx="6781800" cy="688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94C600E-647C-9D16-60C6-2DFDBD625B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7143" b="7143"/>
          <a:stretch>
            <a:fillRect/>
          </a:stretch>
        </p:blipFill>
        <p:spPr>
          <a:xfrm>
            <a:off x="-1" y="0"/>
            <a:ext cx="12279049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00BAB07-01F0-33AE-A760-F7CA1CCADA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20896" y="-182452"/>
            <a:ext cx="12258152" cy="70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03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5541050-F8C0-9B3A-340F-E3116D7AC6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673" b="767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99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D07212C-6582-860F-38CA-5CE71254C4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6746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16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72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21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59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A55E926-6640-5EA6-708B-B7F2FB3BF7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10347" b="1034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87A70D1-2FF1-1C91-B0D9-8F8380959A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20896" y="-182452"/>
            <a:ext cx="12258152" cy="70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29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áfico 4">
            <a:extLst>
              <a:ext uri="{FF2B5EF4-FFF2-40B4-BE49-F238E27FC236}">
                <a16:creationId xmlns:a16="http://schemas.microsoft.com/office/drawing/2014/main" id="{E1B37BF4-51B8-5CAD-FA5C-F837246E313D}"/>
              </a:ext>
            </a:extLst>
          </p:cNvPr>
          <p:cNvGrpSpPr/>
          <p:nvPr userDrawn="1"/>
        </p:nvGrpSpPr>
        <p:grpSpPr>
          <a:xfrm>
            <a:off x="7514060" y="-576218"/>
            <a:ext cx="797602" cy="1152435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0C0AFB3-81C3-53FD-85C1-39FC1AA33174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EFF7508-3410-CA40-0581-4B0FA80D7F4E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085EABF-5BEE-2C12-6AFC-61449CC85FC3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754895C-60F1-3D90-A0AA-CD4DA2775DC6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1C8A6C-B0DF-BCB7-346A-AD61C908B4A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6A1F05-498D-305D-216E-4BB2679181F0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3A6874E-89ED-A777-8226-BBA641234F86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3366B6B-598F-019B-65C5-D225AE1EEBCC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E68DB9E-3369-EF8A-9730-438B27B91BAE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7E0B19-5642-ED7C-4692-2E01748A3C3B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4" name="Gráfico 4">
            <a:extLst>
              <a:ext uri="{FF2B5EF4-FFF2-40B4-BE49-F238E27FC236}">
                <a16:creationId xmlns:a16="http://schemas.microsoft.com/office/drawing/2014/main" id="{778A6AAB-E47D-0FED-E773-94F72432F4A0}"/>
              </a:ext>
            </a:extLst>
          </p:cNvPr>
          <p:cNvGrpSpPr/>
          <p:nvPr userDrawn="1"/>
        </p:nvGrpSpPr>
        <p:grpSpPr>
          <a:xfrm>
            <a:off x="6294860" y="6281782"/>
            <a:ext cx="797602" cy="1152435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A8BCF2BE-9181-FE03-5B38-B853D9E96101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7293D258-8B0E-524A-7CD3-879BA7A5D8AB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123B07D9-8052-1578-27BA-FABF9A85B39B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5FD9738A-06B4-E340-2A65-CA64886635E5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88158202-B727-D19D-1B3E-0CB666AF860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1E77AB6A-82FE-2BB1-858A-F53019460992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E4E33F73-1275-D2E1-1FE3-A8F6CC176442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FA71BF8C-A07D-886C-35E1-087C1CE70152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47D9342C-A46C-77D0-A2CF-06C9BA2BA5ED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D10D4DE9-7D91-F33B-C586-7801C6BF9EEA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459626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áfico 4">
            <a:extLst>
              <a:ext uri="{FF2B5EF4-FFF2-40B4-BE49-F238E27FC236}">
                <a16:creationId xmlns:a16="http://schemas.microsoft.com/office/drawing/2014/main" id="{E1B37BF4-51B8-5CAD-FA5C-F837246E313D}"/>
              </a:ext>
            </a:extLst>
          </p:cNvPr>
          <p:cNvGrpSpPr/>
          <p:nvPr userDrawn="1"/>
        </p:nvGrpSpPr>
        <p:grpSpPr>
          <a:xfrm>
            <a:off x="681892" y="-994304"/>
            <a:ext cx="1838570" cy="2656505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0C0AFB3-81C3-53FD-85C1-39FC1AA33174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EFF7508-3410-CA40-0581-4B0FA80D7F4E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085EABF-5BEE-2C12-6AFC-61449CC85FC3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754895C-60F1-3D90-A0AA-CD4DA2775DC6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1C8A6C-B0DF-BCB7-346A-AD61C908B4A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6A1F05-498D-305D-216E-4BB2679181F0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3A6874E-89ED-A777-8226-BBA641234F86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3366B6B-598F-019B-65C5-D225AE1EEBCC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E68DB9E-3369-EF8A-9730-438B27B91BAE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7E0B19-5642-ED7C-4692-2E01748A3C3B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616979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áfico 4">
            <a:extLst>
              <a:ext uri="{FF2B5EF4-FFF2-40B4-BE49-F238E27FC236}">
                <a16:creationId xmlns:a16="http://schemas.microsoft.com/office/drawing/2014/main" id="{E1B37BF4-51B8-5CAD-FA5C-F837246E313D}"/>
              </a:ext>
            </a:extLst>
          </p:cNvPr>
          <p:cNvGrpSpPr/>
          <p:nvPr userDrawn="1"/>
        </p:nvGrpSpPr>
        <p:grpSpPr>
          <a:xfrm>
            <a:off x="8864600" y="563626"/>
            <a:ext cx="3813492" cy="5510022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0C0AFB3-81C3-53FD-85C1-39FC1AA33174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EFF7508-3410-CA40-0581-4B0FA80D7F4E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085EABF-5BEE-2C12-6AFC-61449CC85FC3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754895C-60F1-3D90-A0AA-CD4DA2775DC6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1C8A6C-B0DF-BCB7-346A-AD61C908B4A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6A1F05-498D-305D-216E-4BB2679181F0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3A6874E-89ED-A777-8226-BBA641234F86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3366B6B-598F-019B-65C5-D225AE1EEBCC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E68DB9E-3369-EF8A-9730-438B27B91BAE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7E0B19-5642-ED7C-4692-2E01748A3C3B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713511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369CDA22-4EEC-0D5E-1011-67A532785C44}"/>
              </a:ext>
            </a:extLst>
          </p:cNvPr>
          <p:cNvSpPr/>
          <p:nvPr userDrawn="1"/>
        </p:nvSpPr>
        <p:spPr>
          <a:xfrm>
            <a:off x="0" y="5979862"/>
            <a:ext cx="12192000" cy="8781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3" name="Gráfico 4">
            <a:extLst>
              <a:ext uri="{FF2B5EF4-FFF2-40B4-BE49-F238E27FC236}">
                <a16:creationId xmlns:a16="http://schemas.microsoft.com/office/drawing/2014/main" id="{E1B37BF4-51B8-5CAD-FA5C-F837246E313D}"/>
              </a:ext>
            </a:extLst>
          </p:cNvPr>
          <p:cNvGrpSpPr/>
          <p:nvPr userDrawn="1"/>
        </p:nvGrpSpPr>
        <p:grpSpPr>
          <a:xfrm>
            <a:off x="8864600" y="563626"/>
            <a:ext cx="3813492" cy="5510022"/>
            <a:chOff x="8864600" y="563626"/>
            <a:chExt cx="3813492" cy="5510022"/>
          </a:xfrm>
          <a:solidFill>
            <a:srgbClr val="0D2157">
              <a:alpha val="3000"/>
            </a:srgbClr>
          </a:solidFill>
        </p:grpSpPr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70C0AFB3-81C3-53FD-85C1-39FC1AA33174}"/>
                </a:ext>
              </a:extLst>
            </p:cNvPr>
            <p:cNvSpPr/>
            <p:nvPr/>
          </p:nvSpPr>
          <p:spPr>
            <a:xfrm>
              <a:off x="10267061" y="563626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0EFF7508-3410-CA40-0581-4B0FA80D7F4E}"/>
                </a:ext>
              </a:extLst>
            </p:cNvPr>
            <p:cNvSpPr/>
            <p:nvPr/>
          </p:nvSpPr>
          <p:spPr>
            <a:xfrm>
              <a:off x="10267061" y="2051303"/>
              <a:ext cx="1008507" cy="1008507"/>
            </a:xfrm>
            <a:custGeom>
              <a:avLst/>
              <a:gdLst>
                <a:gd name="connsiteX0" fmla="*/ 1008507 w 1008507"/>
                <a:gd name="connsiteY0" fmla="*/ 504254 h 1008507"/>
                <a:gd name="connsiteX1" fmla="*/ 504254 w 1008507"/>
                <a:gd name="connsiteY1" fmla="*/ 1008507 h 1008507"/>
                <a:gd name="connsiteX2" fmla="*/ 0 w 1008507"/>
                <a:gd name="connsiteY2" fmla="*/ 504254 h 1008507"/>
                <a:gd name="connsiteX3" fmla="*/ 504254 w 1008507"/>
                <a:gd name="connsiteY3" fmla="*/ 0 h 1008507"/>
                <a:gd name="connsiteX4" fmla="*/ 1008507 w 1008507"/>
                <a:gd name="connsiteY4" fmla="*/ 504254 h 100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7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7085EABF-5BEE-2C12-6AFC-61449CC85FC3}"/>
                </a:ext>
              </a:extLst>
            </p:cNvPr>
            <p:cNvSpPr/>
            <p:nvPr/>
          </p:nvSpPr>
          <p:spPr>
            <a:xfrm>
              <a:off x="10267061" y="3576320"/>
              <a:ext cx="1008507" cy="1008506"/>
            </a:xfrm>
            <a:custGeom>
              <a:avLst/>
              <a:gdLst>
                <a:gd name="connsiteX0" fmla="*/ 1008507 w 1008507"/>
                <a:gd name="connsiteY0" fmla="*/ 504253 h 1008506"/>
                <a:gd name="connsiteX1" fmla="*/ 504254 w 1008507"/>
                <a:gd name="connsiteY1" fmla="*/ 1008507 h 1008506"/>
                <a:gd name="connsiteX2" fmla="*/ 0 w 1008507"/>
                <a:gd name="connsiteY2" fmla="*/ 504253 h 1008506"/>
                <a:gd name="connsiteX3" fmla="*/ 504254 w 1008507"/>
                <a:gd name="connsiteY3" fmla="*/ 0 h 1008506"/>
                <a:gd name="connsiteX4" fmla="*/ 1008507 w 1008507"/>
                <a:gd name="connsiteY4" fmla="*/ 504253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3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3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3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5754895C-60F1-3D90-A0AA-CD4DA2775DC6}"/>
                </a:ext>
              </a:extLst>
            </p:cNvPr>
            <p:cNvSpPr/>
            <p:nvPr/>
          </p:nvSpPr>
          <p:spPr>
            <a:xfrm>
              <a:off x="10267061" y="5065141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D31C8A6C-B0DF-BCB7-346A-AD61C908B4A0}"/>
                </a:ext>
              </a:extLst>
            </p:cNvPr>
            <p:cNvSpPr/>
            <p:nvPr/>
          </p:nvSpPr>
          <p:spPr>
            <a:xfrm>
              <a:off x="11669585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796A1F05-498D-305D-216E-4BB2679181F0}"/>
                </a:ext>
              </a:extLst>
            </p:cNvPr>
            <p:cNvSpPr/>
            <p:nvPr/>
          </p:nvSpPr>
          <p:spPr>
            <a:xfrm>
              <a:off x="11669585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D3A6874E-89ED-A777-8226-BBA641234F86}"/>
                </a:ext>
              </a:extLst>
            </p:cNvPr>
            <p:cNvSpPr/>
            <p:nvPr/>
          </p:nvSpPr>
          <p:spPr>
            <a:xfrm>
              <a:off x="11669585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4 w 1008507"/>
                <a:gd name="connsiteY1" fmla="*/ 1008507 h 1008506"/>
                <a:gd name="connsiteX2" fmla="*/ 0 w 1008507"/>
                <a:gd name="connsiteY2" fmla="*/ 504254 h 1008506"/>
                <a:gd name="connsiteX3" fmla="*/ 504254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4" y="1008507"/>
                  </a:cubicBezTo>
                  <a:cubicBezTo>
                    <a:pt x="225762" y="1008507"/>
                    <a:pt x="0" y="782745"/>
                    <a:pt x="0" y="504254"/>
                  </a:cubicBezTo>
                  <a:cubicBezTo>
                    <a:pt x="0" y="225762"/>
                    <a:pt x="225762" y="0"/>
                    <a:pt x="504254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83366B6B-598F-019B-65C5-D225AE1EEBCC}"/>
                </a:ext>
              </a:extLst>
            </p:cNvPr>
            <p:cNvSpPr/>
            <p:nvPr/>
          </p:nvSpPr>
          <p:spPr>
            <a:xfrm>
              <a:off x="8864600" y="278396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E68DB9E-3369-EF8A-9730-438B27B91BAE}"/>
                </a:ext>
              </a:extLst>
            </p:cNvPr>
            <p:cNvSpPr/>
            <p:nvPr/>
          </p:nvSpPr>
          <p:spPr>
            <a:xfrm>
              <a:off x="8864600" y="4272724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F7E0B19-5642-ED7C-4692-2E01748A3C3B}"/>
                </a:ext>
              </a:extLst>
            </p:cNvPr>
            <p:cNvSpPr/>
            <p:nvPr/>
          </p:nvSpPr>
          <p:spPr>
            <a:xfrm>
              <a:off x="8864600" y="1306957"/>
              <a:ext cx="1008507" cy="1008506"/>
            </a:xfrm>
            <a:custGeom>
              <a:avLst/>
              <a:gdLst>
                <a:gd name="connsiteX0" fmla="*/ 1008507 w 1008507"/>
                <a:gd name="connsiteY0" fmla="*/ 504254 h 1008506"/>
                <a:gd name="connsiteX1" fmla="*/ 504253 w 1008507"/>
                <a:gd name="connsiteY1" fmla="*/ 1008507 h 1008506"/>
                <a:gd name="connsiteX2" fmla="*/ -1 w 1008507"/>
                <a:gd name="connsiteY2" fmla="*/ 504254 h 1008506"/>
                <a:gd name="connsiteX3" fmla="*/ 504253 w 1008507"/>
                <a:gd name="connsiteY3" fmla="*/ 0 h 1008506"/>
                <a:gd name="connsiteX4" fmla="*/ 1008507 w 1008507"/>
                <a:gd name="connsiteY4" fmla="*/ 504254 h 1008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8507" h="1008506">
                  <a:moveTo>
                    <a:pt x="1008507" y="504254"/>
                  </a:moveTo>
                  <a:cubicBezTo>
                    <a:pt x="1008507" y="782745"/>
                    <a:pt x="782745" y="1008507"/>
                    <a:pt x="504253" y="1008507"/>
                  </a:cubicBezTo>
                  <a:cubicBezTo>
                    <a:pt x="225761" y="1008507"/>
                    <a:pt x="-1" y="782745"/>
                    <a:pt x="-1" y="504254"/>
                  </a:cubicBezTo>
                  <a:cubicBezTo>
                    <a:pt x="-1" y="225762"/>
                    <a:pt x="225761" y="0"/>
                    <a:pt x="504253" y="0"/>
                  </a:cubicBezTo>
                  <a:cubicBezTo>
                    <a:pt x="782745" y="0"/>
                    <a:pt x="1008507" y="225762"/>
                    <a:pt x="1008507" y="504254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pic>
        <p:nvPicPr>
          <p:cNvPr id="14" name="Gráfico 13">
            <a:extLst>
              <a:ext uri="{FF2B5EF4-FFF2-40B4-BE49-F238E27FC236}">
                <a16:creationId xmlns:a16="http://schemas.microsoft.com/office/drawing/2014/main" id="{7AC15D28-5081-DE08-F48B-E34DDC95D8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79583" y="5994135"/>
            <a:ext cx="2015112" cy="8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DDB35541-BF48-7AD1-3BBF-E146E09240F4}"/>
              </a:ext>
            </a:extLst>
          </p:cNvPr>
          <p:cNvSpPr/>
          <p:nvPr userDrawn="1"/>
        </p:nvSpPr>
        <p:spPr>
          <a:xfrm>
            <a:off x="7347973" y="0"/>
            <a:ext cx="4844026" cy="6858063"/>
          </a:xfrm>
          <a:custGeom>
            <a:avLst/>
            <a:gdLst>
              <a:gd name="connsiteX0" fmla="*/ 4844026 w 4844026"/>
              <a:gd name="connsiteY0" fmla="*/ 0 h 6858063"/>
              <a:gd name="connsiteX1" fmla="*/ 534662 w 4844026"/>
              <a:gd name="connsiteY1" fmla="*/ 0 h 6858063"/>
              <a:gd name="connsiteX2" fmla="*/ 534662 w 4844026"/>
              <a:gd name="connsiteY2" fmla="*/ 2958148 h 6858063"/>
              <a:gd name="connsiteX3" fmla="*/ 534535 w 4844026"/>
              <a:gd name="connsiteY3" fmla="*/ 2960624 h 6858063"/>
              <a:gd name="connsiteX4" fmla="*/ 530979 w 4844026"/>
              <a:gd name="connsiteY4" fmla="*/ 3003614 h 6858063"/>
              <a:gd name="connsiteX5" fmla="*/ 527550 w 4844026"/>
              <a:gd name="connsiteY5" fmla="*/ 3056065 h 6858063"/>
              <a:gd name="connsiteX6" fmla="*/ 508500 w 4844026"/>
              <a:gd name="connsiteY6" fmla="*/ 3203639 h 6858063"/>
              <a:gd name="connsiteX7" fmla="*/ 493641 w 4844026"/>
              <a:gd name="connsiteY7" fmla="*/ 3262630 h 6858063"/>
              <a:gd name="connsiteX8" fmla="*/ 493387 w 4844026"/>
              <a:gd name="connsiteY8" fmla="*/ 3263456 h 6858063"/>
              <a:gd name="connsiteX9" fmla="*/ 6025 w 4844026"/>
              <a:gd name="connsiteY9" fmla="*/ 3709861 h 6858063"/>
              <a:gd name="connsiteX10" fmla="*/ 6025 w 4844026"/>
              <a:gd name="connsiteY10" fmla="*/ 3726878 h 6858063"/>
              <a:gd name="connsiteX11" fmla="*/ 491228 w 4844026"/>
              <a:gd name="connsiteY11" fmla="*/ 4166807 h 6858063"/>
              <a:gd name="connsiteX12" fmla="*/ 495546 w 4844026"/>
              <a:gd name="connsiteY12" fmla="*/ 4180459 h 6858063"/>
              <a:gd name="connsiteX13" fmla="*/ 531424 w 4844026"/>
              <a:gd name="connsiteY13" fmla="*/ 4385755 h 6858063"/>
              <a:gd name="connsiteX14" fmla="*/ 534599 w 4844026"/>
              <a:gd name="connsiteY14" fmla="*/ 4434777 h 6858063"/>
              <a:gd name="connsiteX15" fmla="*/ 534599 w 4844026"/>
              <a:gd name="connsiteY15" fmla="*/ 6858064 h 6858063"/>
              <a:gd name="connsiteX16" fmla="*/ 4843963 w 4844026"/>
              <a:gd name="connsiteY16" fmla="*/ 6858064 h 6858063"/>
              <a:gd name="connsiteX17" fmla="*/ 4843963 w 4844026"/>
              <a:gd name="connsiteY17" fmla="*/ 0 h 685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844026" h="6858063">
                <a:moveTo>
                  <a:pt x="4844026" y="0"/>
                </a:moveTo>
                <a:lnTo>
                  <a:pt x="534662" y="0"/>
                </a:lnTo>
                <a:cubicBezTo>
                  <a:pt x="534662" y="0"/>
                  <a:pt x="534662" y="2958148"/>
                  <a:pt x="534662" y="2958148"/>
                </a:cubicBezTo>
                <a:lnTo>
                  <a:pt x="534535" y="2960624"/>
                </a:lnTo>
                <a:cubicBezTo>
                  <a:pt x="533265" y="2974975"/>
                  <a:pt x="531932" y="2989326"/>
                  <a:pt x="530979" y="3003614"/>
                </a:cubicBezTo>
                <a:cubicBezTo>
                  <a:pt x="529836" y="3020949"/>
                  <a:pt x="528694" y="3038475"/>
                  <a:pt x="527550" y="3056065"/>
                </a:cubicBezTo>
                <a:cubicBezTo>
                  <a:pt x="524439" y="3105595"/>
                  <a:pt x="518978" y="3155125"/>
                  <a:pt x="508500" y="3203639"/>
                </a:cubicBezTo>
                <a:cubicBezTo>
                  <a:pt x="504056" y="3224086"/>
                  <a:pt x="498975" y="3243580"/>
                  <a:pt x="493641" y="3262630"/>
                </a:cubicBezTo>
                <a:lnTo>
                  <a:pt x="493387" y="3263456"/>
                </a:lnTo>
                <a:cubicBezTo>
                  <a:pt x="392422" y="3553714"/>
                  <a:pt x="95750" y="3678174"/>
                  <a:pt x="6025" y="3709861"/>
                </a:cubicBezTo>
                <a:cubicBezTo>
                  <a:pt x="-2040" y="3712718"/>
                  <a:pt x="-1976" y="3724021"/>
                  <a:pt x="6025" y="3726878"/>
                </a:cubicBezTo>
                <a:cubicBezTo>
                  <a:pt x="95115" y="3758311"/>
                  <a:pt x="388104" y="3881057"/>
                  <a:pt x="491228" y="4166807"/>
                </a:cubicBezTo>
                <a:cubicBezTo>
                  <a:pt x="492689" y="4171378"/>
                  <a:pt x="494086" y="4175951"/>
                  <a:pt x="495546" y="4180459"/>
                </a:cubicBezTo>
                <a:cubicBezTo>
                  <a:pt x="514025" y="4247388"/>
                  <a:pt x="526979" y="4316476"/>
                  <a:pt x="531424" y="4385755"/>
                </a:cubicBezTo>
                <a:cubicBezTo>
                  <a:pt x="532503" y="4402201"/>
                  <a:pt x="533520" y="4418584"/>
                  <a:pt x="534599" y="4434777"/>
                </a:cubicBezTo>
                <a:lnTo>
                  <a:pt x="534599" y="6858064"/>
                </a:lnTo>
                <a:cubicBezTo>
                  <a:pt x="534599" y="6858064"/>
                  <a:pt x="4843963" y="6858064"/>
                  <a:pt x="4843963" y="6858064"/>
                </a:cubicBezTo>
                <a:lnTo>
                  <a:pt x="4843963" y="0"/>
                </a:ln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841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31DE9E8-BE46-C72C-B7F6-568F776680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254"/>
          <a:stretch>
            <a:fillRect/>
          </a:stretch>
        </p:blipFill>
        <p:spPr>
          <a:xfrm>
            <a:off x="0" y="0"/>
            <a:ext cx="12229023" cy="6858000"/>
          </a:xfrm>
          <a:prstGeom prst="rect">
            <a:avLst/>
          </a:prstGeom>
        </p:spPr>
      </p:pic>
      <p:sp>
        <p:nvSpPr>
          <p:cNvPr id="3" name="Forma libre 2">
            <a:extLst>
              <a:ext uri="{FF2B5EF4-FFF2-40B4-BE49-F238E27FC236}">
                <a16:creationId xmlns:a16="http://schemas.microsoft.com/office/drawing/2014/main" id="{8B7C82F8-5485-D7B7-05B4-0A95CF0312B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1225A">
              <a:alpha val="46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7DFEE264-3850-E4D4-47BD-6367686E4EE1}"/>
              </a:ext>
            </a:extLst>
          </p:cNvPr>
          <p:cNvGrpSpPr/>
          <p:nvPr userDrawn="1"/>
        </p:nvGrpSpPr>
        <p:grpSpPr>
          <a:xfrm>
            <a:off x="-37023" y="0"/>
            <a:ext cx="11423015" cy="6858000"/>
            <a:chOff x="0" y="0"/>
            <a:chExt cx="11423015" cy="6858000"/>
          </a:xfrm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432D1DDB-1E80-7183-93DF-80735864BD17}"/>
                </a:ext>
              </a:extLst>
            </p:cNvPr>
            <p:cNvSpPr/>
            <p:nvPr/>
          </p:nvSpPr>
          <p:spPr>
            <a:xfrm>
              <a:off x="5375547" y="0"/>
              <a:ext cx="6047467" cy="6858000"/>
            </a:xfrm>
            <a:custGeom>
              <a:avLst/>
              <a:gdLst>
                <a:gd name="connsiteX0" fmla="*/ 6047468 w 6047467"/>
                <a:gd name="connsiteY0" fmla="*/ 0 h 6858000"/>
                <a:gd name="connsiteX1" fmla="*/ 2821921 w 6047467"/>
                <a:gd name="connsiteY1" fmla="*/ 0 h 6858000"/>
                <a:gd name="connsiteX2" fmla="*/ 1526903 w 6047467"/>
                <a:gd name="connsiteY2" fmla="*/ 945960 h 6858000"/>
                <a:gd name="connsiteX3" fmla="*/ 519729 w 6047467"/>
                <a:gd name="connsiteY3" fmla="*/ 6858000 h 6858000"/>
                <a:gd name="connsiteX4" fmla="*/ 2414823 w 6047467"/>
                <a:gd name="connsiteY4" fmla="*/ 1831658 h 6858000"/>
                <a:gd name="connsiteX5" fmla="*/ 6047468 w 6047467"/>
                <a:gd name="connsiteY5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47467" h="6858000">
                  <a:moveTo>
                    <a:pt x="6047468" y="0"/>
                  </a:moveTo>
                  <a:lnTo>
                    <a:pt x="2821921" y="0"/>
                  </a:lnTo>
                  <a:cubicBezTo>
                    <a:pt x="2353800" y="241681"/>
                    <a:pt x="1916158" y="557594"/>
                    <a:pt x="1526903" y="945960"/>
                  </a:cubicBezTo>
                  <a:cubicBezTo>
                    <a:pt x="-47262" y="2516251"/>
                    <a:pt x="-442359" y="4872228"/>
                    <a:pt x="519729" y="6858000"/>
                  </a:cubicBezTo>
                  <a:cubicBezTo>
                    <a:pt x="396412" y="4985068"/>
                    <a:pt x="1081768" y="3161411"/>
                    <a:pt x="2414823" y="1831658"/>
                  </a:cubicBezTo>
                  <a:cubicBezTo>
                    <a:pt x="3411265" y="837755"/>
                    <a:pt x="4684123" y="204978"/>
                    <a:pt x="6047468" y="0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FFCD3BE6-3847-49EA-CE9D-1E3A25DC5A29}"/>
                </a:ext>
              </a:extLst>
            </p:cNvPr>
            <p:cNvSpPr/>
            <p:nvPr/>
          </p:nvSpPr>
          <p:spPr>
            <a:xfrm>
              <a:off x="0" y="0"/>
              <a:ext cx="8212581" cy="6858000"/>
            </a:xfrm>
            <a:custGeom>
              <a:avLst/>
              <a:gdLst>
                <a:gd name="connsiteX0" fmla="*/ 8212582 w 8212581"/>
                <a:gd name="connsiteY0" fmla="*/ 0 h 6858000"/>
                <a:gd name="connsiteX1" fmla="*/ 0 w 8212581"/>
                <a:gd name="connsiteY1" fmla="*/ 0 h 6858000"/>
                <a:gd name="connsiteX2" fmla="*/ 0 w 8212581"/>
                <a:gd name="connsiteY2" fmla="*/ 6858000 h 6858000"/>
                <a:gd name="connsiteX3" fmla="*/ 5895340 w 8212581"/>
                <a:gd name="connsiteY3" fmla="*/ 6858000 h 6858000"/>
                <a:gd name="connsiteX4" fmla="*/ 5472621 w 8212581"/>
                <a:gd name="connsiteY4" fmla="*/ 5531295 h 6858000"/>
                <a:gd name="connsiteX5" fmla="*/ 5470970 w 8212581"/>
                <a:gd name="connsiteY5" fmla="*/ 5526278 h 6858000"/>
                <a:gd name="connsiteX6" fmla="*/ 5471160 w 8212581"/>
                <a:gd name="connsiteY6" fmla="*/ 5523167 h 6858000"/>
                <a:gd name="connsiteX7" fmla="*/ 6917500 w 8212581"/>
                <a:gd name="connsiteY7" fmla="*/ 948309 h 6858000"/>
                <a:gd name="connsiteX8" fmla="*/ 8212519 w 8212581"/>
                <a:gd name="connsiteY8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12581" h="6858000">
                  <a:moveTo>
                    <a:pt x="821258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5895340" y="6858000"/>
                  </a:lnTo>
                  <a:cubicBezTo>
                    <a:pt x="5689854" y="6428931"/>
                    <a:pt x="5554091" y="5982843"/>
                    <a:pt x="5472621" y="5531295"/>
                  </a:cubicBezTo>
                  <a:lnTo>
                    <a:pt x="5470970" y="5526278"/>
                  </a:lnTo>
                  <a:lnTo>
                    <a:pt x="5471160" y="5523167"/>
                  </a:lnTo>
                  <a:cubicBezTo>
                    <a:pt x="5178425" y="3885692"/>
                    <a:pt x="5688775" y="2177034"/>
                    <a:pt x="6917500" y="948309"/>
                  </a:cubicBezTo>
                  <a:cubicBezTo>
                    <a:pt x="7306755" y="558991"/>
                    <a:pt x="7744397" y="242316"/>
                    <a:pt x="8212519" y="0"/>
                  </a:cubicBezTo>
                  <a:close/>
                </a:path>
              </a:pathLst>
            </a:custGeom>
            <a:solidFill>
              <a:srgbClr val="11225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747581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25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21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1" r:id="rId2"/>
    <p:sldLayoutId id="2147483660" r:id="rId3"/>
    <p:sldLayoutId id="2147483653" r:id="rId4"/>
    <p:sldLayoutId id="2147483654" r:id="rId5"/>
    <p:sldLayoutId id="2147483655" r:id="rId6"/>
    <p:sldLayoutId id="2147483657" r:id="rId7"/>
    <p:sldLayoutId id="2147483650" r:id="rId8"/>
    <p:sldLayoutId id="2147483649" r:id="rId9"/>
    <p:sldLayoutId id="2147483656" r:id="rId10"/>
    <p:sldLayoutId id="2147483662" r:id="rId11"/>
    <p:sldLayoutId id="2147483661" r:id="rId12"/>
    <p:sldLayoutId id="2147483658" r:id="rId13"/>
    <p:sldLayoutId id="2147483665" r:id="rId14"/>
    <p:sldLayoutId id="2147483667" r:id="rId15"/>
    <p:sldLayoutId id="2147483666" r:id="rId16"/>
    <p:sldLayoutId id="214748366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20.jpg"/><Relationship Id="rId7" Type="http://schemas.openxmlformats.org/officeDocument/2006/relationships/image" Target="../media/image23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18.jpg"/><Relationship Id="rId4" Type="http://schemas.openxmlformats.org/officeDocument/2006/relationships/image" Target="../media/image21.jpg"/><Relationship Id="rId9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 4">
            <a:extLst>
              <a:ext uri="{FF2B5EF4-FFF2-40B4-BE49-F238E27FC236}">
                <a16:creationId xmlns:a16="http://schemas.microsoft.com/office/drawing/2014/main" id="{0AFA1B79-57F0-118A-CFF2-9E3AC157A6B0}"/>
              </a:ext>
            </a:extLst>
          </p:cNvPr>
          <p:cNvSpPr/>
          <p:nvPr/>
        </p:nvSpPr>
        <p:spPr>
          <a:xfrm>
            <a:off x="7212205" y="4441854"/>
            <a:ext cx="3989195" cy="775716"/>
          </a:xfrm>
          <a:custGeom>
            <a:avLst/>
            <a:gdLst>
              <a:gd name="connsiteX0" fmla="*/ 0 w 5754751"/>
              <a:gd name="connsiteY0" fmla="*/ 0 h 775716"/>
              <a:gd name="connsiteX1" fmla="*/ 5754751 w 5754751"/>
              <a:gd name="connsiteY1" fmla="*/ 0 h 775716"/>
              <a:gd name="connsiteX2" fmla="*/ 5754751 w 5754751"/>
              <a:gd name="connsiteY2" fmla="*/ 775716 h 775716"/>
              <a:gd name="connsiteX3" fmla="*/ 0 w 5754751"/>
              <a:gd name="connsiteY3" fmla="*/ 775716 h 77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4751" h="775716">
                <a:moveTo>
                  <a:pt x="0" y="0"/>
                </a:moveTo>
                <a:lnTo>
                  <a:pt x="5754751" y="0"/>
                </a:lnTo>
                <a:lnTo>
                  <a:pt x="5754751" y="775716"/>
                </a:lnTo>
                <a:lnTo>
                  <a:pt x="0" y="775716"/>
                </a:ln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024BC84-D342-CEBC-2A27-2C1511D45A93}"/>
              </a:ext>
            </a:extLst>
          </p:cNvPr>
          <p:cNvSpPr txBox="1"/>
          <p:nvPr/>
        </p:nvSpPr>
        <p:spPr>
          <a:xfrm>
            <a:off x="7324423" y="4441854"/>
            <a:ext cx="38769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rgbClr val="0A1A3F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rgbClr val="0A1A3F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rgbClr val="0A1A3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4500" b="1" spc="0" baseline="0" dirty="0">
              <a:ln/>
              <a:solidFill>
                <a:srgbClr val="0A1A3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B6B389-599F-1E8B-D360-0ECEF361530D}"/>
              </a:ext>
            </a:extLst>
          </p:cNvPr>
          <p:cNvSpPr txBox="1"/>
          <p:nvPr/>
        </p:nvSpPr>
        <p:spPr>
          <a:xfrm>
            <a:off x="7212205" y="5224984"/>
            <a:ext cx="4759793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s-CO" sz="4000" dirty="0">
                <a:ln/>
                <a:solidFill>
                  <a:srgbClr val="FFFFFF"/>
                </a:solidFill>
                <a:latin typeface="Libre Franklin"/>
              </a:rPr>
              <a:t>Recuerda: </a:t>
            </a:r>
            <a:r>
              <a:rPr lang="es-CO" sz="2400" dirty="0">
                <a:ln/>
                <a:solidFill>
                  <a:srgbClr val="FFFFFF"/>
                </a:solidFill>
                <a:latin typeface="Libre Franklin"/>
              </a:rPr>
              <a:t>descargar la </a:t>
            </a:r>
            <a:r>
              <a:rPr lang="es-CO" sz="2400">
                <a:ln/>
                <a:solidFill>
                  <a:srgbClr val="FFFFFF"/>
                </a:solidFill>
                <a:latin typeface="Libre Franklin"/>
              </a:rPr>
              <a:t>presentación en tu computador para poder editarla.</a:t>
            </a:r>
            <a:endParaRPr lang="es-CO" sz="4000" spc="0" baseline="0">
              <a:ln/>
              <a:solidFill>
                <a:srgbClr val="FFFFFF"/>
              </a:solidFill>
              <a:latin typeface="Libre Franklin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50A908D5-1C25-B151-BE07-B70E4B3D7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701" y="230371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4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64799D19-A5D5-1035-63DC-0D4CDCB9ABBF}"/>
              </a:ext>
            </a:extLst>
          </p:cNvPr>
          <p:cNvGrpSpPr/>
          <p:nvPr/>
        </p:nvGrpSpPr>
        <p:grpSpPr>
          <a:xfrm>
            <a:off x="0" y="4594"/>
            <a:ext cx="12192127" cy="4690413"/>
            <a:chOff x="0" y="0"/>
            <a:chExt cx="12192127" cy="4690413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928AB189-9D63-9774-9FE8-468C43F2E1AE}"/>
                </a:ext>
              </a:extLst>
            </p:cNvPr>
            <p:cNvSpPr/>
            <p:nvPr/>
          </p:nvSpPr>
          <p:spPr>
            <a:xfrm>
              <a:off x="0" y="0"/>
              <a:ext cx="12192127" cy="4673044"/>
            </a:xfrm>
            <a:custGeom>
              <a:avLst/>
              <a:gdLst>
                <a:gd name="connsiteX0" fmla="*/ 0 w 12192127"/>
                <a:gd name="connsiteY0" fmla="*/ 0 h 4673044"/>
                <a:gd name="connsiteX1" fmla="*/ 0 w 12192127"/>
                <a:gd name="connsiteY1" fmla="*/ 3888359 h 4673044"/>
                <a:gd name="connsiteX2" fmla="*/ 4979035 w 12192127"/>
                <a:gd name="connsiteY2" fmla="*/ 3888359 h 4673044"/>
                <a:gd name="connsiteX3" fmla="*/ 4983036 w 12192127"/>
                <a:gd name="connsiteY3" fmla="*/ 3888486 h 4673044"/>
                <a:gd name="connsiteX4" fmla="*/ 5046155 w 12192127"/>
                <a:gd name="connsiteY4" fmla="*/ 3893757 h 4673044"/>
                <a:gd name="connsiteX5" fmla="*/ 5123180 w 12192127"/>
                <a:gd name="connsiteY5" fmla="*/ 3898773 h 4673044"/>
                <a:gd name="connsiteX6" fmla="*/ 5339906 w 12192127"/>
                <a:gd name="connsiteY6" fmla="*/ 3926713 h 4673044"/>
                <a:gd name="connsiteX7" fmla="*/ 5426520 w 12192127"/>
                <a:gd name="connsiteY7" fmla="*/ 3948494 h 4673044"/>
                <a:gd name="connsiteX8" fmla="*/ 5427853 w 12192127"/>
                <a:gd name="connsiteY8" fmla="*/ 3948875 h 4673044"/>
                <a:gd name="connsiteX9" fmla="*/ 6083237 w 12192127"/>
                <a:gd name="connsiteY9" fmla="*/ 4664139 h 4673044"/>
                <a:gd name="connsiteX10" fmla="*/ 6108573 w 12192127"/>
                <a:gd name="connsiteY10" fmla="*/ 4664139 h 4673044"/>
                <a:gd name="connsiteX11" fmla="*/ 6753607 w 12192127"/>
                <a:gd name="connsiteY11" fmla="*/ 3952303 h 4673044"/>
                <a:gd name="connsiteX12" fmla="*/ 6774688 w 12192127"/>
                <a:gd name="connsiteY12" fmla="*/ 3945572 h 4673044"/>
                <a:gd name="connsiteX13" fmla="*/ 7076186 w 12192127"/>
                <a:gd name="connsiteY13" fmla="*/ 3892931 h 4673044"/>
                <a:gd name="connsiteX14" fmla="*/ 7148195 w 12192127"/>
                <a:gd name="connsiteY14" fmla="*/ 3888232 h 4673044"/>
                <a:gd name="connsiteX15" fmla="*/ 12192127 w 12192127"/>
                <a:gd name="connsiteY15" fmla="*/ 3888232 h 4673044"/>
                <a:gd name="connsiteX16" fmla="*/ 12192127 w 12192127"/>
                <a:gd name="connsiteY16" fmla="*/ 0 h 4673044"/>
                <a:gd name="connsiteX17" fmla="*/ 0 w 12192127"/>
                <a:gd name="connsiteY17" fmla="*/ 0 h 467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127" h="4673044">
                  <a:moveTo>
                    <a:pt x="0" y="0"/>
                  </a:moveTo>
                  <a:lnTo>
                    <a:pt x="0" y="3888359"/>
                  </a:lnTo>
                  <a:lnTo>
                    <a:pt x="4979035" y="3888359"/>
                  </a:lnTo>
                  <a:cubicBezTo>
                    <a:pt x="4980369" y="3888359"/>
                    <a:pt x="4981639" y="3888486"/>
                    <a:pt x="4983036" y="3888486"/>
                  </a:cubicBezTo>
                  <a:cubicBezTo>
                    <a:pt x="5004118" y="3890391"/>
                    <a:pt x="5025136" y="3892296"/>
                    <a:pt x="5046155" y="3893757"/>
                  </a:cubicBezTo>
                  <a:cubicBezTo>
                    <a:pt x="5071618" y="3895471"/>
                    <a:pt x="5097336" y="3897059"/>
                    <a:pt x="5123180" y="3898773"/>
                  </a:cubicBezTo>
                  <a:cubicBezTo>
                    <a:pt x="5195951" y="3903345"/>
                    <a:pt x="5268659" y="3911283"/>
                    <a:pt x="5339906" y="3926713"/>
                  </a:cubicBezTo>
                  <a:cubicBezTo>
                    <a:pt x="5369878" y="3933190"/>
                    <a:pt x="5398516" y="3940683"/>
                    <a:pt x="5426520" y="3948494"/>
                  </a:cubicBezTo>
                  <a:cubicBezTo>
                    <a:pt x="5427028" y="3948621"/>
                    <a:pt x="5427472" y="3948747"/>
                    <a:pt x="5427853" y="3948875"/>
                  </a:cubicBezTo>
                  <a:cubicBezTo>
                    <a:pt x="5853557" y="4097084"/>
                    <a:pt x="6036437" y="4531805"/>
                    <a:pt x="6083237" y="4664139"/>
                  </a:cubicBezTo>
                  <a:cubicBezTo>
                    <a:pt x="6087428" y="4676013"/>
                    <a:pt x="6104382" y="4676013"/>
                    <a:pt x="6108573" y="4664139"/>
                  </a:cubicBezTo>
                  <a:cubicBezTo>
                    <a:pt x="6154865" y="4532884"/>
                    <a:pt x="6335078" y="4103815"/>
                    <a:pt x="6753607" y="3952303"/>
                  </a:cubicBezTo>
                  <a:cubicBezTo>
                    <a:pt x="6760591" y="3950081"/>
                    <a:pt x="6767703" y="3947859"/>
                    <a:pt x="6774688" y="3945572"/>
                  </a:cubicBezTo>
                  <a:cubicBezTo>
                    <a:pt x="6872923" y="3918395"/>
                    <a:pt x="6974459" y="3899408"/>
                    <a:pt x="7076186" y="3892931"/>
                  </a:cubicBezTo>
                  <a:cubicBezTo>
                    <a:pt x="7100316" y="3891471"/>
                    <a:pt x="7124382" y="3889883"/>
                    <a:pt x="7148195" y="3888232"/>
                  </a:cubicBezTo>
                  <a:lnTo>
                    <a:pt x="12192127" y="3888232"/>
                  </a:lnTo>
                  <a:lnTo>
                    <a:pt x="1219212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2"/>
              <a:srcRect/>
              <a:stretch>
                <a:fillRect t="-58000" b="-7000"/>
              </a:stretch>
            </a:blip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7A15C674-6A37-C905-5A8A-3F65BDB8B8C8}"/>
                </a:ext>
              </a:extLst>
            </p:cNvPr>
            <p:cNvSpPr/>
            <p:nvPr/>
          </p:nvSpPr>
          <p:spPr>
            <a:xfrm>
              <a:off x="0" y="17369"/>
              <a:ext cx="12192127" cy="4673044"/>
            </a:xfrm>
            <a:custGeom>
              <a:avLst/>
              <a:gdLst>
                <a:gd name="connsiteX0" fmla="*/ 0 w 12192127"/>
                <a:gd name="connsiteY0" fmla="*/ 0 h 4673044"/>
                <a:gd name="connsiteX1" fmla="*/ 0 w 12192127"/>
                <a:gd name="connsiteY1" fmla="*/ 3888359 h 4673044"/>
                <a:gd name="connsiteX2" fmla="*/ 4979035 w 12192127"/>
                <a:gd name="connsiteY2" fmla="*/ 3888359 h 4673044"/>
                <a:gd name="connsiteX3" fmla="*/ 4983036 w 12192127"/>
                <a:gd name="connsiteY3" fmla="*/ 3888486 h 4673044"/>
                <a:gd name="connsiteX4" fmla="*/ 5046155 w 12192127"/>
                <a:gd name="connsiteY4" fmla="*/ 3893757 h 4673044"/>
                <a:gd name="connsiteX5" fmla="*/ 5123180 w 12192127"/>
                <a:gd name="connsiteY5" fmla="*/ 3898773 h 4673044"/>
                <a:gd name="connsiteX6" fmla="*/ 5339906 w 12192127"/>
                <a:gd name="connsiteY6" fmla="*/ 3926713 h 4673044"/>
                <a:gd name="connsiteX7" fmla="*/ 5426520 w 12192127"/>
                <a:gd name="connsiteY7" fmla="*/ 3948494 h 4673044"/>
                <a:gd name="connsiteX8" fmla="*/ 5427853 w 12192127"/>
                <a:gd name="connsiteY8" fmla="*/ 3948875 h 4673044"/>
                <a:gd name="connsiteX9" fmla="*/ 6083237 w 12192127"/>
                <a:gd name="connsiteY9" fmla="*/ 4664139 h 4673044"/>
                <a:gd name="connsiteX10" fmla="*/ 6108573 w 12192127"/>
                <a:gd name="connsiteY10" fmla="*/ 4664139 h 4673044"/>
                <a:gd name="connsiteX11" fmla="*/ 6753607 w 12192127"/>
                <a:gd name="connsiteY11" fmla="*/ 3952303 h 4673044"/>
                <a:gd name="connsiteX12" fmla="*/ 6774688 w 12192127"/>
                <a:gd name="connsiteY12" fmla="*/ 3945572 h 4673044"/>
                <a:gd name="connsiteX13" fmla="*/ 7076186 w 12192127"/>
                <a:gd name="connsiteY13" fmla="*/ 3892931 h 4673044"/>
                <a:gd name="connsiteX14" fmla="*/ 7148195 w 12192127"/>
                <a:gd name="connsiteY14" fmla="*/ 3888232 h 4673044"/>
                <a:gd name="connsiteX15" fmla="*/ 12192127 w 12192127"/>
                <a:gd name="connsiteY15" fmla="*/ 3888232 h 4673044"/>
                <a:gd name="connsiteX16" fmla="*/ 12192127 w 12192127"/>
                <a:gd name="connsiteY16" fmla="*/ 0 h 4673044"/>
                <a:gd name="connsiteX17" fmla="*/ 0 w 12192127"/>
                <a:gd name="connsiteY17" fmla="*/ 0 h 467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127" h="4673044">
                  <a:moveTo>
                    <a:pt x="0" y="0"/>
                  </a:moveTo>
                  <a:lnTo>
                    <a:pt x="0" y="3888359"/>
                  </a:lnTo>
                  <a:lnTo>
                    <a:pt x="4979035" y="3888359"/>
                  </a:lnTo>
                  <a:cubicBezTo>
                    <a:pt x="4980369" y="3888359"/>
                    <a:pt x="4981639" y="3888486"/>
                    <a:pt x="4983036" y="3888486"/>
                  </a:cubicBezTo>
                  <a:cubicBezTo>
                    <a:pt x="5004118" y="3890391"/>
                    <a:pt x="5025136" y="3892296"/>
                    <a:pt x="5046155" y="3893757"/>
                  </a:cubicBezTo>
                  <a:cubicBezTo>
                    <a:pt x="5071618" y="3895471"/>
                    <a:pt x="5097336" y="3897059"/>
                    <a:pt x="5123180" y="3898773"/>
                  </a:cubicBezTo>
                  <a:cubicBezTo>
                    <a:pt x="5195951" y="3903345"/>
                    <a:pt x="5268659" y="3911283"/>
                    <a:pt x="5339906" y="3926713"/>
                  </a:cubicBezTo>
                  <a:cubicBezTo>
                    <a:pt x="5369878" y="3933190"/>
                    <a:pt x="5398516" y="3940683"/>
                    <a:pt x="5426520" y="3948494"/>
                  </a:cubicBezTo>
                  <a:cubicBezTo>
                    <a:pt x="5427028" y="3948621"/>
                    <a:pt x="5427472" y="3948747"/>
                    <a:pt x="5427853" y="3948875"/>
                  </a:cubicBezTo>
                  <a:cubicBezTo>
                    <a:pt x="5853557" y="4097084"/>
                    <a:pt x="6036437" y="4531805"/>
                    <a:pt x="6083237" y="4664139"/>
                  </a:cubicBezTo>
                  <a:cubicBezTo>
                    <a:pt x="6087428" y="4676013"/>
                    <a:pt x="6104382" y="4676013"/>
                    <a:pt x="6108573" y="4664139"/>
                  </a:cubicBezTo>
                  <a:cubicBezTo>
                    <a:pt x="6154865" y="4532884"/>
                    <a:pt x="6335078" y="4103815"/>
                    <a:pt x="6753607" y="3952303"/>
                  </a:cubicBezTo>
                  <a:cubicBezTo>
                    <a:pt x="6760591" y="3950081"/>
                    <a:pt x="6767703" y="3947859"/>
                    <a:pt x="6774688" y="3945572"/>
                  </a:cubicBezTo>
                  <a:cubicBezTo>
                    <a:pt x="6872923" y="3918395"/>
                    <a:pt x="6974459" y="3899408"/>
                    <a:pt x="7076186" y="3892931"/>
                  </a:cubicBezTo>
                  <a:cubicBezTo>
                    <a:pt x="7100316" y="3891471"/>
                    <a:pt x="7124382" y="3889883"/>
                    <a:pt x="7148195" y="3888232"/>
                  </a:cubicBezTo>
                  <a:lnTo>
                    <a:pt x="12192127" y="3888232"/>
                  </a:lnTo>
                  <a:lnTo>
                    <a:pt x="121921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225A">
                <a:alpha val="77974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dirty="0"/>
            </a:p>
          </p:txBody>
        </p:sp>
      </p:grpSp>
      <p:sp>
        <p:nvSpPr>
          <p:cNvPr id="6" name="Forma libre 5">
            <a:extLst>
              <a:ext uri="{FF2B5EF4-FFF2-40B4-BE49-F238E27FC236}">
                <a16:creationId xmlns:a16="http://schemas.microsoft.com/office/drawing/2014/main" id="{81CDAFEF-D326-E118-6393-7BE94B49E30A}"/>
              </a:ext>
            </a:extLst>
          </p:cNvPr>
          <p:cNvSpPr/>
          <p:nvPr/>
        </p:nvSpPr>
        <p:spPr>
          <a:xfrm>
            <a:off x="1993639" y="1998014"/>
            <a:ext cx="8542167" cy="1431018"/>
          </a:xfrm>
          <a:custGeom>
            <a:avLst/>
            <a:gdLst>
              <a:gd name="connsiteX0" fmla="*/ 5146484 w 5147119"/>
              <a:gd name="connsiteY0" fmla="*/ 434277 h 862266"/>
              <a:gd name="connsiteX1" fmla="*/ 5147120 w 5147119"/>
              <a:gd name="connsiteY1" fmla="*/ 431038 h 862266"/>
              <a:gd name="connsiteX2" fmla="*/ 5146422 w 5147119"/>
              <a:gd name="connsiteY2" fmla="*/ 427799 h 862266"/>
              <a:gd name="connsiteX3" fmla="*/ 5146422 w 5147119"/>
              <a:gd name="connsiteY3" fmla="*/ 427799 h 862266"/>
              <a:gd name="connsiteX4" fmla="*/ 5145977 w 5147119"/>
              <a:gd name="connsiteY4" fmla="*/ 427165 h 862266"/>
              <a:gd name="connsiteX5" fmla="*/ 5144580 w 5147119"/>
              <a:gd name="connsiteY5" fmla="*/ 425133 h 862266"/>
              <a:gd name="connsiteX6" fmla="*/ 5142929 w 5147119"/>
              <a:gd name="connsiteY6" fmla="*/ 424053 h 862266"/>
              <a:gd name="connsiteX7" fmla="*/ 5141849 w 5147119"/>
              <a:gd name="connsiteY7" fmla="*/ 423354 h 862266"/>
              <a:gd name="connsiteX8" fmla="*/ 5037138 w 5147119"/>
              <a:gd name="connsiteY8" fmla="*/ 334201 h 862266"/>
              <a:gd name="connsiteX9" fmla="*/ 5017008 w 5147119"/>
              <a:gd name="connsiteY9" fmla="*/ 266954 h 862266"/>
              <a:gd name="connsiteX10" fmla="*/ 5017008 w 5147119"/>
              <a:gd name="connsiteY10" fmla="*/ 102108 h 862266"/>
              <a:gd name="connsiteX11" fmla="*/ 4914900 w 5147119"/>
              <a:gd name="connsiteY11" fmla="*/ 0 h 862266"/>
              <a:gd name="connsiteX12" fmla="*/ 167005 w 5147119"/>
              <a:gd name="connsiteY12" fmla="*/ 0 h 862266"/>
              <a:gd name="connsiteX13" fmla="*/ 0 w 5147119"/>
              <a:gd name="connsiteY13" fmla="*/ 167005 h 862266"/>
              <a:gd name="connsiteX14" fmla="*/ 0 w 5147119"/>
              <a:gd name="connsiteY14" fmla="*/ 695261 h 862266"/>
              <a:gd name="connsiteX15" fmla="*/ 167005 w 5147119"/>
              <a:gd name="connsiteY15" fmla="*/ 862267 h 862266"/>
              <a:gd name="connsiteX16" fmla="*/ 4914837 w 5147119"/>
              <a:gd name="connsiteY16" fmla="*/ 862267 h 862266"/>
              <a:gd name="connsiteX17" fmla="*/ 5016945 w 5147119"/>
              <a:gd name="connsiteY17" fmla="*/ 760159 h 862266"/>
              <a:gd name="connsiteX18" fmla="*/ 5016945 w 5147119"/>
              <a:gd name="connsiteY18" fmla="*/ 595313 h 862266"/>
              <a:gd name="connsiteX19" fmla="*/ 5037138 w 5147119"/>
              <a:gd name="connsiteY19" fmla="*/ 528003 h 862266"/>
              <a:gd name="connsiteX20" fmla="*/ 5141913 w 5147119"/>
              <a:gd name="connsiteY20" fmla="*/ 439039 h 862266"/>
              <a:gd name="connsiteX21" fmla="*/ 5142738 w 5147119"/>
              <a:gd name="connsiteY21" fmla="*/ 438467 h 862266"/>
              <a:gd name="connsiteX22" fmla="*/ 5143627 w 5147119"/>
              <a:gd name="connsiteY22" fmla="*/ 437833 h 862266"/>
              <a:gd name="connsiteX23" fmla="*/ 5146358 w 5147119"/>
              <a:gd name="connsiteY23" fmla="*/ 434530 h 862266"/>
              <a:gd name="connsiteX24" fmla="*/ 5146422 w 5147119"/>
              <a:gd name="connsiteY24" fmla="*/ 434467 h 862266"/>
              <a:gd name="connsiteX25" fmla="*/ 5146422 w 5147119"/>
              <a:gd name="connsiteY25" fmla="*/ 434467 h 86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147119" h="862266">
                <a:moveTo>
                  <a:pt x="5146484" y="434277"/>
                </a:moveTo>
                <a:cubicBezTo>
                  <a:pt x="5146929" y="433261"/>
                  <a:pt x="5147120" y="432117"/>
                  <a:pt x="5147120" y="431038"/>
                </a:cubicBezTo>
                <a:cubicBezTo>
                  <a:pt x="5147120" y="429895"/>
                  <a:pt x="5146866" y="428816"/>
                  <a:pt x="5146422" y="427799"/>
                </a:cubicBezTo>
                <a:cubicBezTo>
                  <a:pt x="5146422" y="427799"/>
                  <a:pt x="5146422" y="427799"/>
                  <a:pt x="5146422" y="427799"/>
                </a:cubicBezTo>
                <a:cubicBezTo>
                  <a:pt x="5146294" y="427546"/>
                  <a:pt x="5146104" y="427355"/>
                  <a:pt x="5145977" y="427165"/>
                </a:cubicBezTo>
                <a:cubicBezTo>
                  <a:pt x="5145596" y="426466"/>
                  <a:pt x="5145151" y="425704"/>
                  <a:pt x="5144580" y="425133"/>
                </a:cubicBezTo>
                <a:cubicBezTo>
                  <a:pt x="5144072" y="424688"/>
                  <a:pt x="5143500" y="424371"/>
                  <a:pt x="5142929" y="424053"/>
                </a:cubicBezTo>
                <a:cubicBezTo>
                  <a:pt x="5142547" y="423863"/>
                  <a:pt x="5142294" y="423482"/>
                  <a:pt x="5141849" y="423354"/>
                </a:cubicBezTo>
                <a:cubicBezTo>
                  <a:pt x="5102479" y="407162"/>
                  <a:pt x="5063236" y="372872"/>
                  <a:pt x="5037138" y="334201"/>
                </a:cubicBezTo>
                <a:cubicBezTo>
                  <a:pt x="5023803" y="314389"/>
                  <a:pt x="5017008" y="290830"/>
                  <a:pt x="5017008" y="266954"/>
                </a:cubicBezTo>
                <a:lnTo>
                  <a:pt x="5017008" y="102108"/>
                </a:lnTo>
                <a:cubicBezTo>
                  <a:pt x="5017008" y="45720"/>
                  <a:pt x="4971288" y="0"/>
                  <a:pt x="4914900" y="0"/>
                </a:cubicBezTo>
                <a:lnTo>
                  <a:pt x="167005" y="0"/>
                </a:lnTo>
                <a:cubicBezTo>
                  <a:pt x="74740" y="0"/>
                  <a:pt x="0" y="74803"/>
                  <a:pt x="0" y="167005"/>
                </a:cubicBezTo>
                <a:lnTo>
                  <a:pt x="0" y="695261"/>
                </a:lnTo>
                <a:cubicBezTo>
                  <a:pt x="0" y="787527"/>
                  <a:pt x="74803" y="862267"/>
                  <a:pt x="167005" y="862267"/>
                </a:cubicBezTo>
                <a:lnTo>
                  <a:pt x="4914837" y="862267"/>
                </a:lnTo>
                <a:cubicBezTo>
                  <a:pt x="4971225" y="862267"/>
                  <a:pt x="5016945" y="816547"/>
                  <a:pt x="5016945" y="760159"/>
                </a:cubicBezTo>
                <a:lnTo>
                  <a:pt x="5016945" y="595313"/>
                </a:lnTo>
                <a:cubicBezTo>
                  <a:pt x="5016945" y="571373"/>
                  <a:pt x="5023676" y="547751"/>
                  <a:pt x="5037138" y="528003"/>
                </a:cubicBezTo>
                <a:cubicBezTo>
                  <a:pt x="5062792" y="490347"/>
                  <a:pt x="5101972" y="456248"/>
                  <a:pt x="5141913" y="439039"/>
                </a:cubicBezTo>
                <a:cubicBezTo>
                  <a:pt x="5142230" y="438912"/>
                  <a:pt x="5142421" y="438658"/>
                  <a:pt x="5142738" y="438467"/>
                </a:cubicBezTo>
                <a:cubicBezTo>
                  <a:pt x="5143056" y="438277"/>
                  <a:pt x="5143309" y="438086"/>
                  <a:pt x="5143627" y="437833"/>
                </a:cubicBezTo>
                <a:cubicBezTo>
                  <a:pt x="5144834" y="436944"/>
                  <a:pt x="5145786" y="435864"/>
                  <a:pt x="5146358" y="434530"/>
                </a:cubicBezTo>
                <a:cubicBezTo>
                  <a:pt x="5146358" y="434530"/>
                  <a:pt x="5146358" y="434530"/>
                  <a:pt x="5146422" y="434467"/>
                </a:cubicBezTo>
                <a:cubicBezTo>
                  <a:pt x="5146422" y="434467"/>
                  <a:pt x="5146422" y="434467"/>
                  <a:pt x="5146422" y="434467"/>
                </a:cubicBezTo>
                <a:close/>
              </a:path>
            </a:pathLst>
          </a:custGeom>
          <a:noFill/>
          <a:ln w="15875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565075-DAC3-BA91-369B-04CAEE236FD8}"/>
              </a:ext>
            </a:extLst>
          </p:cNvPr>
          <p:cNvSpPr txBox="1"/>
          <p:nvPr/>
        </p:nvSpPr>
        <p:spPr>
          <a:xfrm>
            <a:off x="2519277" y="2159525"/>
            <a:ext cx="8844689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CO" sz="6600" b="1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6600" b="1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6600" b="1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6600" b="1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C54DE3-A871-2D97-4BA9-DEA3DCEC2B4A}"/>
              </a:ext>
            </a:extLst>
          </p:cNvPr>
          <p:cNvSpPr txBox="1"/>
          <p:nvPr/>
        </p:nvSpPr>
        <p:spPr>
          <a:xfrm>
            <a:off x="3079844" y="878293"/>
            <a:ext cx="577433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7200" spc="0" baseline="0" dirty="0">
                <a:ln/>
                <a:solidFill>
                  <a:schemeClr val="bg2"/>
                </a:solidFill>
                <a:latin typeface="Libre Franklin"/>
                <a:sym typeface="Libre Franklin"/>
                <a:rtl val="0"/>
              </a:rPr>
              <a:t>Titulo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25EA3E6-9DEA-9524-5287-20FB10A74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2190" y="5730626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77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3">
            <a:extLst>
              <a:ext uri="{FF2B5EF4-FFF2-40B4-BE49-F238E27FC236}">
                <a16:creationId xmlns:a16="http://schemas.microsoft.com/office/drawing/2014/main" id="{7D343F32-B966-70EA-4FF9-9FCAE2CE807C}"/>
              </a:ext>
            </a:extLst>
          </p:cNvPr>
          <p:cNvSpPr/>
          <p:nvPr/>
        </p:nvSpPr>
        <p:spPr>
          <a:xfrm>
            <a:off x="2797455" y="2645221"/>
            <a:ext cx="5754751" cy="775716"/>
          </a:xfrm>
          <a:custGeom>
            <a:avLst/>
            <a:gdLst>
              <a:gd name="connsiteX0" fmla="*/ 0 w 5754751"/>
              <a:gd name="connsiteY0" fmla="*/ 0 h 775716"/>
              <a:gd name="connsiteX1" fmla="*/ 5754751 w 5754751"/>
              <a:gd name="connsiteY1" fmla="*/ 0 h 775716"/>
              <a:gd name="connsiteX2" fmla="*/ 5754751 w 5754751"/>
              <a:gd name="connsiteY2" fmla="*/ 775716 h 775716"/>
              <a:gd name="connsiteX3" fmla="*/ 0 w 5754751"/>
              <a:gd name="connsiteY3" fmla="*/ 775716 h 77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4751" h="775716">
                <a:moveTo>
                  <a:pt x="0" y="0"/>
                </a:moveTo>
                <a:lnTo>
                  <a:pt x="5754751" y="0"/>
                </a:lnTo>
                <a:lnTo>
                  <a:pt x="5754751" y="775716"/>
                </a:lnTo>
                <a:lnTo>
                  <a:pt x="0" y="775716"/>
                </a:ln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2A34C0-88C5-5462-6A46-348AC2BFE5C7}"/>
              </a:ext>
            </a:extLst>
          </p:cNvPr>
          <p:cNvSpPr txBox="1"/>
          <p:nvPr/>
        </p:nvSpPr>
        <p:spPr>
          <a:xfrm>
            <a:off x="4236291" y="2567226"/>
            <a:ext cx="3173039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5000" spc="0" baseline="0" dirty="0">
                <a:ln/>
                <a:solidFill>
                  <a:srgbClr val="0A1A3F"/>
                </a:solidFill>
                <a:latin typeface="Libre Franklin"/>
                <a:sym typeface="Libre Franklin"/>
                <a:rtl val="0"/>
              </a:rPr>
              <a:t>Titulo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2E1D5B-53CB-9426-2FF9-64703B030A59}"/>
              </a:ext>
            </a:extLst>
          </p:cNvPr>
          <p:cNvSpPr txBox="1"/>
          <p:nvPr/>
        </p:nvSpPr>
        <p:spPr>
          <a:xfrm>
            <a:off x="2746675" y="3437064"/>
            <a:ext cx="5875898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CO" sz="5000" b="1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5000" b="1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5000" b="1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5000" b="1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74499773-6C35-AF33-6243-1FA148141CB8}"/>
              </a:ext>
            </a:extLst>
          </p:cNvPr>
          <p:cNvSpPr/>
          <p:nvPr/>
        </p:nvSpPr>
        <p:spPr>
          <a:xfrm>
            <a:off x="1044447" y="1438835"/>
            <a:ext cx="10103167" cy="4262718"/>
          </a:xfrm>
          <a:custGeom>
            <a:avLst/>
            <a:gdLst>
              <a:gd name="connsiteX0" fmla="*/ 64 w 10103167"/>
              <a:gd name="connsiteY0" fmla="*/ 336486 h 5433346"/>
              <a:gd name="connsiteX1" fmla="*/ 64 w 10103167"/>
              <a:gd name="connsiteY1" fmla="*/ 4558729 h 5433346"/>
              <a:gd name="connsiteX2" fmla="*/ 337566 w 10103167"/>
              <a:gd name="connsiteY2" fmla="*/ 4896231 h 5433346"/>
              <a:gd name="connsiteX3" fmla="*/ 4309745 w 10103167"/>
              <a:gd name="connsiteY3" fmla="*/ 4896231 h 5433346"/>
              <a:gd name="connsiteX4" fmla="*/ 4312285 w 10103167"/>
              <a:gd name="connsiteY4" fmla="*/ 4896358 h 5433346"/>
              <a:gd name="connsiteX5" fmla="*/ 4355465 w 10103167"/>
              <a:gd name="connsiteY5" fmla="*/ 4899914 h 5433346"/>
              <a:gd name="connsiteX6" fmla="*/ 4408170 w 10103167"/>
              <a:gd name="connsiteY6" fmla="*/ 4903343 h 5433346"/>
              <a:gd name="connsiteX7" fmla="*/ 4556443 w 10103167"/>
              <a:gd name="connsiteY7" fmla="*/ 4922457 h 5433346"/>
              <a:gd name="connsiteX8" fmla="*/ 4615752 w 10103167"/>
              <a:gd name="connsiteY8" fmla="*/ 4937379 h 5433346"/>
              <a:gd name="connsiteX9" fmla="*/ 4616577 w 10103167"/>
              <a:gd name="connsiteY9" fmla="*/ 4937633 h 5433346"/>
              <a:gd name="connsiteX10" fmla="*/ 5065078 w 10103167"/>
              <a:gd name="connsiteY10" fmla="*/ 5427155 h 5433346"/>
              <a:gd name="connsiteX11" fmla="*/ 5082223 w 10103167"/>
              <a:gd name="connsiteY11" fmla="*/ 5427345 h 5433346"/>
              <a:gd name="connsiteX12" fmla="*/ 5524183 w 10103167"/>
              <a:gd name="connsiteY12" fmla="*/ 4939856 h 5433346"/>
              <a:gd name="connsiteX13" fmla="*/ 5537962 w 10103167"/>
              <a:gd name="connsiteY13" fmla="*/ 4935474 h 5433346"/>
              <a:gd name="connsiteX14" fmla="*/ 5744210 w 10103167"/>
              <a:gd name="connsiteY14" fmla="*/ 4899406 h 5433346"/>
              <a:gd name="connsiteX15" fmla="*/ 5793550 w 10103167"/>
              <a:gd name="connsiteY15" fmla="*/ 4896231 h 5433346"/>
              <a:gd name="connsiteX16" fmla="*/ 9777158 w 10103167"/>
              <a:gd name="connsiteY16" fmla="*/ 4896231 h 5433346"/>
              <a:gd name="connsiteX17" fmla="*/ 10103168 w 10103167"/>
              <a:gd name="connsiteY17" fmla="*/ 4570222 h 5433346"/>
              <a:gd name="connsiteX18" fmla="*/ 10103168 w 10103167"/>
              <a:gd name="connsiteY18" fmla="*/ 331407 h 5433346"/>
              <a:gd name="connsiteX19" fmla="*/ 9771761 w 10103167"/>
              <a:gd name="connsiteY19" fmla="*/ 0 h 5433346"/>
              <a:gd name="connsiteX20" fmla="*/ 336487 w 10103167"/>
              <a:gd name="connsiteY20" fmla="*/ 0 h 5433346"/>
              <a:gd name="connsiteX21" fmla="*/ 0 w 10103167"/>
              <a:gd name="connsiteY21" fmla="*/ 336486 h 54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103167" h="5433346">
                <a:moveTo>
                  <a:pt x="64" y="336486"/>
                </a:moveTo>
                <a:lnTo>
                  <a:pt x="64" y="4558729"/>
                </a:lnTo>
                <a:cubicBezTo>
                  <a:pt x="64" y="4745101"/>
                  <a:pt x="151193" y="4896231"/>
                  <a:pt x="337566" y="4896231"/>
                </a:cubicBezTo>
                <a:lnTo>
                  <a:pt x="4309745" y="4896231"/>
                </a:lnTo>
                <a:lnTo>
                  <a:pt x="4312285" y="4896358"/>
                </a:lnTo>
                <a:cubicBezTo>
                  <a:pt x="4326700" y="4897628"/>
                  <a:pt x="4341114" y="4898962"/>
                  <a:pt x="4355465" y="4899914"/>
                </a:cubicBezTo>
                <a:cubicBezTo>
                  <a:pt x="4372864" y="4901057"/>
                  <a:pt x="4390517" y="4902200"/>
                  <a:pt x="4408170" y="4903343"/>
                </a:cubicBezTo>
                <a:cubicBezTo>
                  <a:pt x="4457954" y="4906518"/>
                  <a:pt x="4507738" y="4911916"/>
                  <a:pt x="4556443" y="4922457"/>
                </a:cubicBezTo>
                <a:cubicBezTo>
                  <a:pt x="4576953" y="4926902"/>
                  <a:pt x="4596575" y="4931982"/>
                  <a:pt x="4615752" y="4937379"/>
                </a:cubicBezTo>
                <a:cubicBezTo>
                  <a:pt x="4616006" y="4937379"/>
                  <a:pt x="4616323" y="4937506"/>
                  <a:pt x="4616577" y="4937633"/>
                </a:cubicBezTo>
                <a:cubicBezTo>
                  <a:pt x="4908042" y="5039043"/>
                  <a:pt x="5033137" y="5336731"/>
                  <a:pt x="5065078" y="5427155"/>
                </a:cubicBezTo>
                <a:cubicBezTo>
                  <a:pt x="5067999" y="5435283"/>
                  <a:pt x="5079365" y="5435473"/>
                  <a:pt x="5082223" y="5427345"/>
                </a:cubicBezTo>
                <a:cubicBezTo>
                  <a:pt x="5113782" y="5337810"/>
                  <a:pt x="5237163" y="5043424"/>
                  <a:pt x="5524183" y="4939856"/>
                </a:cubicBezTo>
                <a:cubicBezTo>
                  <a:pt x="5528755" y="4938395"/>
                  <a:pt x="5533390" y="4936935"/>
                  <a:pt x="5537962" y="4935474"/>
                </a:cubicBezTo>
                <a:cubicBezTo>
                  <a:pt x="5605208" y="4916932"/>
                  <a:pt x="5674678" y="4903851"/>
                  <a:pt x="5744210" y="4899406"/>
                </a:cubicBezTo>
                <a:cubicBezTo>
                  <a:pt x="5760721" y="4898390"/>
                  <a:pt x="5777230" y="4897311"/>
                  <a:pt x="5793550" y="4896231"/>
                </a:cubicBezTo>
                <a:lnTo>
                  <a:pt x="9777158" y="4896231"/>
                </a:lnTo>
                <a:cubicBezTo>
                  <a:pt x="9957245" y="4896231"/>
                  <a:pt x="10103168" y="4750245"/>
                  <a:pt x="10103168" y="4570222"/>
                </a:cubicBezTo>
                <a:lnTo>
                  <a:pt x="10103168" y="331407"/>
                </a:lnTo>
                <a:cubicBezTo>
                  <a:pt x="10103168" y="148399"/>
                  <a:pt x="9954832" y="0"/>
                  <a:pt x="9771761" y="0"/>
                </a:cubicBezTo>
                <a:lnTo>
                  <a:pt x="336487" y="0"/>
                </a:lnTo>
                <a:cubicBezTo>
                  <a:pt x="150686" y="0"/>
                  <a:pt x="0" y="150622"/>
                  <a:pt x="0" y="336486"/>
                </a:cubicBezTo>
                <a:close/>
              </a:path>
            </a:pathLst>
          </a:custGeom>
          <a:noFill/>
          <a:ln w="19050" cap="flat">
            <a:solidFill>
              <a:srgbClr val="93AAC9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1137A295-0449-4D9C-0210-EF4007337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701" y="230371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bre 2">
            <a:extLst>
              <a:ext uri="{FF2B5EF4-FFF2-40B4-BE49-F238E27FC236}">
                <a16:creationId xmlns:a16="http://schemas.microsoft.com/office/drawing/2014/main" id="{DDB198C6-906D-D640-A37A-1EDAE831B8E5}"/>
              </a:ext>
            </a:extLst>
          </p:cNvPr>
          <p:cNvSpPr/>
          <p:nvPr/>
        </p:nvSpPr>
        <p:spPr>
          <a:xfrm>
            <a:off x="7239047" y="-11142"/>
            <a:ext cx="4973573" cy="6858000"/>
          </a:xfrm>
          <a:custGeom>
            <a:avLst/>
            <a:gdLst>
              <a:gd name="connsiteX0" fmla="*/ 4973574 w 4973573"/>
              <a:gd name="connsiteY0" fmla="*/ 0 h 6858000"/>
              <a:gd name="connsiteX1" fmla="*/ 0 w 4973573"/>
              <a:gd name="connsiteY1" fmla="*/ 0 h 6858000"/>
              <a:gd name="connsiteX2" fmla="*/ 0 w 4973573"/>
              <a:gd name="connsiteY2" fmla="*/ 5712206 h 6858000"/>
              <a:gd name="connsiteX3" fmla="*/ 191 w 4973573"/>
              <a:gd name="connsiteY3" fmla="*/ 5714302 h 6858000"/>
              <a:gd name="connsiteX4" fmla="*/ 887031 w 4973573"/>
              <a:gd name="connsiteY4" fmla="*/ 6858000 h 6858000"/>
              <a:gd name="connsiteX5" fmla="*/ 4973574 w 4973573"/>
              <a:gd name="connsiteY5" fmla="*/ 6858000 h 6858000"/>
              <a:gd name="connsiteX6" fmla="*/ 4973574 w 497357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3573" h="6858000">
                <a:moveTo>
                  <a:pt x="4973574" y="0"/>
                </a:moveTo>
                <a:lnTo>
                  <a:pt x="0" y="0"/>
                </a:lnTo>
                <a:lnTo>
                  <a:pt x="0" y="5712206"/>
                </a:lnTo>
                <a:lnTo>
                  <a:pt x="191" y="5714302"/>
                </a:lnTo>
                <a:cubicBezTo>
                  <a:pt x="26670" y="6237478"/>
                  <a:pt x="399732" y="6619875"/>
                  <a:pt x="887031" y="6858000"/>
                </a:cubicBezTo>
                <a:lnTo>
                  <a:pt x="4973574" y="6858000"/>
                </a:lnTo>
                <a:lnTo>
                  <a:pt x="4973574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19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dirty="0"/>
          </a:p>
        </p:txBody>
      </p: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B551F418-B734-392D-DB02-95B43E259B75}"/>
              </a:ext>
            </a:extLst>
          </p:cNvPr>
          <p:cNvGrpSpPr/>
          <p:nvPr/>
        </p:nvGrpSpPr>
        <p:grpSpPr>
          <a:xfrm>
            <a:off x="1208341" y="5064759"/>
            <a:ext cx="203708" cy="423100"/>
            <a:chOff x="1208341" y="5064759"/>
            <a:chExt cx="203708" cy="423100"/>
          </a:xfrm>
          <a:noFill/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35E94408-0AAB-E96A-DFBE-8FBF4D03A313}"/>
                </a:ext>
              </a:extLst>
            </p:cNvPr>
            <p:cNvSpPr/>
            <p:nvPr/>
          </p:nvSpPr>
          <p:spPr>
            <a:xfrm>
              <a:off x="1208341" y="5064759"/>
              <a:ext cx="203708" cy="211582"/>
            </a:xfrm>
            <a:custGeom>
              <a:avLst/>
              <a:gdLst>
                <a:gd name="connsiteX0" fmla="*/ 0 w 203708"/>
                <a:gd name="connsiteY0" fmla="*/ 0 h 211582"/>
                <a:gd name="connsiteX1" fmla="*/ 203708 w 203708"/>
                <a:gd name="connsiteY1" fmla="*/ 211582 h 21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08" h="211582">
                  <a:moveTo>
                    <a:pt x="0" y="0"/>
                  </a:moveTo>
                  <a:cubicBezTo>
                    <a:pt x="32004" y="86741"/>
                    <a:pt x="117031" y="175895"/>
                    <a:pt x="203708" y="211582"/>
                  </a:cubicBezTo>
                </a:path>
              </a:pathLst>
            </a:custGeom>
            <a:noFill/>
            <a:ln w="26543" cap="rnd">
              <a:solidFill>
                <a:srgbClr val="93AAC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E07680B1-27BA-A5C9-0C66-688CAEA815A0}"/>
                </a:ext>
              </a:extLst>
            </p:cNvPr>
            <p:cNvSpPr/>
            <p:nvPr/>
          </p:nvSpPr>
          <p:spPr>
            <a:xfrm>
              <a:off x="1208341" y="5276278"/>
              <a:ext cx="203708" cy="211582"/>
            </a:xfrm>
            <a:custGeom>
              <a:avLst/>
              <a:gdLst>
                <a:gd name="connsiteX0" fmla="*/ 0 w 203708"/>
                <a:gd name="connsiteY0" fmla="*/ 211582 h 211582"/>
                <a:gd name="connsiteX1" fmla="*/ 203708 w 203708"/>
                <a:gd name="connsiteY1" fmla="*/ 0 h 21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3708" h="211582">
                  <a:moveTo>
                    <a:pt x="0" y="211582"/>
                  </a:moveTo>
                  <a:cubicBezTo>
                    <a:pt x="30290" y="126746"/>
                    <a:pt x="115697" y="37973"/>
                    <a:pt x="203708" y="0"/>
                  </a:cubicBezTo>
                </a:path>
              </a:pathLst>
            </a:custGeom>
            <a:noFill/>
            <a:ln w="26543" cap="rnd">
              <a:solidFill>
                <a:srgbClr val="93AAC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7" name="Forma libre 6">
            <a:extLst>
              <a:ext uri="{FF2B5EF4-FFF2-40B4-BE49-F238E27FC236}">
                <a16:creationId xmlns:a16="http://schemas.microsoft.com/office/drawing/2014/main" id="{45AF58E1-1EC9-BD21-74B7-363FF4AB7456}"/>
              </a:ext>
            </a:extLst>
          </p:cNvPr>
          <p:cNvSpPr/>
          <p:nvPr/>
        </p:nvSpPr>
        <p:spPr>
          <a:xfrm>
            <a:off x="1049337" y="2327020"/>
            <a:ext cx="2948559" cy="346646"/>
          </a:xfrm>
          <a:custGeom>
            <a:avLst/>
            <a:gdLst>
              <a:gd name="connsiteX0" fmla="*/ 2948559 w 2948559"/>
              <a:gd name="connsiteY0" fmla="*/ 0 h 346646"/>
              <a:gd name="connsiteX1" fmla="*/ 2537206 w 2948559"/>
              <a:gd name="connsiteY1" fmla="*/ 346646 h 346646"/>
              <a:gd name="connsiteX2" fmla="*/ 0 w 2948559"/>
              <a:gd name="connsiteY2" fmla="*/ 346646 h 346646"/>
              <a:gd name="connsiteX3" fmla="*/ 0 w 2948559"/>
              <a:gd name="connsiteY3" fmla="*/ 0 h 346646"/>
              <a:gd name="connsiteX4" fmla="*/ 2948559 w 2948559"/>
              <a:gd name="connsiteY4" fmla="*/ 0 h 34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8559" h="346646">
                <a:moveTo>
                  <a:pt x="2948559" y="0"/>
                </a:moveTo>
                <a:lnTo>
                  <a:pt x="2537206" y="346646"/>
                </a:lnTo>
                <a:lnTo>
                  <a:pt x="0" y="346646"/>
                </a:lnTo>
                <a:lnTo>
                  <a:pt x="0" y="0"/>
                </a:lnTo>
                <a:lnTo>
                  <a:pt x="2948559" y="0"/>
                </a:lnTo>
                <a:close/>
              </a:path>
            </a:pathLst>
          </a:custGeom>
          <a:solidFill>
            <a:srgbClr val="98B1D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FA669E44-CF2D-F008-16DE-E9CEC8D33B7F}"/>
              </a:ext>
            </a:extLst>
          </p:cNvPr>
          <p:cNvSpPr/>
          <p:nvPr/>
        </p:nvSpPr>
        <p:spPr>
          <a:xfrm>
            <a:off x="1049337" y="1552829"/>
            <a:ext cx="5754751" cy="775716"/>
          </a:xfrm>
          <a:custGeom>
            <a:avLst/>
            <a:gdLst>
              <a:gd name="connsiteX0" fmla="*/ 0 w 5754751"/>
              <a:gd name="connsiteY0" fmla="*/ 0 h 775716"/>
              <a:gd name="connsiteX1" fmla="*/ 5754751 w 5754751"/>
              <a:gd name="connsiteY1" fmla="*/ 0 h 775716"/>
              <a:gd name="connsiteX2" fmla="*/ 5754751 w 5754751"/>
              <a:gd name="connsiteY2" fmla="*/ 775716 h 775716"/>
              <a:gd name="connsiteX3" fmla="*/ 0 w 5754751"/>
              <a:gd name="connsiteY3" fmla="*/ 775716 h 77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4751" h="775716">
                <a:moveTo>
                  <a:pt x="0" y="0"/>
                </a:moveTo>
                <a:lnTo>
                  <a:pt x="5754751" y="0"/>
                </a:lnTo>
                <a:lnTo>
                  <a:pt x="5754751" y="775716"/>
                </a:lnTo>
                <a:lnTo>
                  <a:pt x="0" y="775716"/>
                </a:ln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6C8C84-E32F-2FD8-ACCC-54D7FC1F62B3}"/>
              </a:ext>
            </a:extLst>
          </p:cNvPr>
          <p:cNvSpPr txBox="1"/>
          <p:nvPr/>
        </p:nvSpPr>
        <p:spPr>
          <a:xfrm>
            <a:off x="1049337" y="1465246"/>
            <a:ext cx="5774338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CO" sz="5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5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5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5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0A1D6E1-D904-249B-A7ED-6AE9EBB2999E}"/>
              </a:ext>
            </a:extLst>
          </p:cNvPr>
          <p:cNvGrpSpPr/>
          <p:nvPr/>
        </p:nvGrpSpPr>
        <p:grpSpPr>
          <a:xfrm>
            <a:off x="6254496" y="-146367"/>
            <a:ext cx="5096065" cy="7098854"/>
            <a:chOff x="6254496" y="-146367"/>
            <a:chExt cx="5096065" cy="7098854"/>
          </a:xfrm>
        </p:grpSpPr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BD51B278-44E7-1270-37C0-55BDE639671E}"/>
                </a:ext>
              </a:extLst>
            </p:cNvPr>
            <p:cNvSpPr/>
            <p:nvPr/>
          </p:nvSpPr>
          <p:spPr>
            <a:xfrm>
              <a:off x="6803390" y="4644199"/>
              <a:ext cx="916304" cy="2308288"/>
            </a:xfrm>
            <a:custGeom>
              <a:avLst/>
              <a:gdLst>
                <a:gd name="connsiteX0" fmla="*/ 0 w 916304"/>
                <a:gd name="connsiteY0" fmla="*/ 0 h 2308288"/>
                <a:gd name="connsiteX1" fmla="*/ 6541 w 916304"/>
                <a:gd name="connsiteY1" fmla="*/ 1242251 h 2308288"/>
                <a:gd name="connsiteX2" fmla="*/ 317691 w 916304"/>
                <a:gd name="connsiteY2" fmla="*/ 1883601 h 2308288"/>
                <a:gd name="connsiteX3" fmla="*/ 400241 w 916304"/>
                <a:gd name="connsiteY3" fmla="*/ 1966151 h 2308288"/>
                <a:gd name="connsiteX4" fmla="*/ 916305 w 916304"/>
                <a:gd name="connsiteY4" fmla="*/ 2308289 h 230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304" h="2308288">
                  <a:moveTo>
                    <a:pt x="0" y="0"/>
                  </a:moveTo>
                  <a:cubicBezTo>
                    <a:pt x="1333" y="326136"/>
                    <a:pt x="3428" y="916432"/>
                    <a:pt x="6541" y="1242251"/>
                  </a:cubicBezTo>
                  <a:cubicBezTo>
                    <a:pt x="44641" y="1483551"/>
                    <a:pt x="152591" y="1699451"/>
                    <a:pt x="317691" y="1883601"/>
                  </a:cubicBezTo>
                  <a:cubicBezTo>
                    <a:pt x="343091" y="1915351"/>
                    <a:pt x="374841" y="1940751"/>
                    <a:pt x="400241" y="1966151"/>
                  </a:cubicBezTo>
                  <a:cubicBezTo>
                    <a:pt x="552641" y="2112201"/>
                    <a:pt x="730441" y="2220151"/>
                    <a:pt x="916305" y="2308289"/>
                  </a:cubicBezTo>
                </a:path>
              </a:pathLst>
            </a:custGeom>
            <a:noFill/>
            <a:ln w="19050" cap="flat">
              <a:solidFill>
                <a:srgbClr val="93AAC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FA30BE09-71E8-423C-B86A-8E07498550DD}"/>
                </a:ext>
              </a:extLst>
            </p:cNvPr>
            <p:cNvSpPr/>
            <p:nvPr/>
          </p:nvSpPr>
          <p:spPr>
            <a:xfrm>
              <a:off x="6254496" y="-146367"/>
              <a:ext cx="5096065" cy="6911848"/>
            </a:xfrm>
            <a:custGeom>
              <a:avLst/>
              <a:gdLst>
                <a:gd name="connsiteX0" fmla="*/ 63 w 5096065"/>
                <a:gd name="connsiteY0" fmla="*/ 4790567 h 6911848"/>
                <a:gd name="connsiteX1" fmla="*/ 63 w 5096065"/>
                <a:gd name="connsiteY1" fmla="*/ 5057585 h 6911848"/>
                <a:gd name="connsiteX2" fmla="*/ 190 w 5096065"/>
                <a:gd name="connsiteY2" fmla="*/ 5059426 h 6911848"/>
                <a:gd name="connsiteX3" fmla="*/ 1663573 w 5096065"/>
                <a:gd name="connsiteY3" fmla="*/ 6289167 h 6911848"/>
                <a:gd name="connsiteX4" fmla="*/ 1661922 w 5096065"/>
                <a:gd name="connsiteY4" fmla="*/ 6289167 h 6911848"/>
                <a:gd name="connsiteX5" fmla="*/ 1665097 w 5096065"/>
                <a:gd name="connsiteY5" fmla="*/ 6289294 h 6911848"/>
                <a:gd name="connsiteX6" fmla="*/ 1715135 w 5096065"/>
                <a:gd name="connsiteY6" fmla="*/ 6293422 h 6911848"/>
                <a:gd name="connsiteX7" fmla="*/ 1776285 w 5096065"/>
                <a:gd name="connsiteY7" fmla="*/ 6297422 h 6911848"/>
                <a:gd name="connsiteX8" fmla="*/ 1948244 w 5096065"/>
                <a:gd name="connsiteY8" fmla="*/ 6319647 h 6911848"/>
                <a:gd name="connsiteX9" fmla="*/ 2016950 w 5096065"/>
                <a:gd name="connsiteY9" fmla="*/ 6336919 h 6911848"/>
                <a:gd name="connsiteX10" fmla="*/ 2018030 w 5096065"/>
                <a:gd name="connsiteY10" fmla="*/ 6337237 h 6911848"/>
                <a:gd name="connsiteX11" fmla="*/ 2538032 w 5096065"/>
                <a:gd name="connsiteY11" fmla="*/ 6904799 h 6911848"/>
                <a:gd name="connsiteX12" fmla="*/ 2558098 w 5096065"/>
                <a:gd name="connsiteY12" fmla="*/ 6904799 h 6911848"/>
                <a:gd name="connsiteX13" fmla="*/ 3069908 w 5096065"/>
                <a:gd name="connsiteY13" fmla="*/ 6339967 h 6911848"/>
                <a:gd name="connsiteX14" fmla="*/ 3086608 w 5096065"/>
                <a:gd name="connsiteY14" fmla="*/ 6334633 h 6911848"/>
                <a:gd name="connsiteX15" fmla="*/ 3325812 w 5096065"/>
                <a:gd name="connsiteY15" fmla="*/ 6297105 h 6911848"/>
                <a:gd name="connsiteX16" fmla="*/ 3382962 w 5096065"/>
                <a:gd name="connsiteY16" fmla="*/ 6293358 h 6911848"/>
                <a:gd name="connsiteX17" fmla="*/ 5096066 w 5096065"/>
                <a:gd name="connsiteY17" fmla="*/ 5011293 h 6911848"/>
                <a:gd name="connsiteX18" fmla="*/ 5096066 w 5096065"/>
                <a:gd name="connsiteY18" fmla="*/ 10668 h 6911848"/>
                <a:gd name="connsiteX19" fmla="*/ 5085398 w 5096065"/>
                <a:gd name="connsiteY19" fmla="*/ 0 h 6911848"/>
                <a:gd name="connsiteX20" fmla="*/ 10668 w 5096065"/>
                <a:gd name="connsiteY20" fmla="*/ 0 h 6911848"/>
                <a:gd name="connsiteX21" fmla="*/ 0 w 5096065"/>
                <a:gd name="connsiteY21" fmla="*/ 10668 h 6911848"/>
                <a:gd name="connsiteX22" fmla="*/ 0 w 5096065"/>
                <a:gd name="connsiteY22" fmla="*/ 1376236 h 691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96065" h="6911848">
                  <a:moveTo>
                    <a:pt x="63" y="4790567"/>
                  </a:moveTo>
                  <a:lnTo>
                    <a:pt x="63" y="5057585"/>
                  </a:lnTo>
                  <a:lnTo>
                    <a:pt x="190" y="5059426"/>
                  </a:lnTo>
                  <a:cubicBezTo>
                    <a:pt x="38036" y="5806313"/>
                    <a:pt x="895096" y="6221095"/>
                    <a:pt x="1663573" y="6289167"/>
                  </a:cubicBezTo>
                  <a:lnTo>
                    <a:pt x="1661922" y="6289167"/>
                  </a:lnTo>
                  <a:cubicBezTo>
                    <a:pt x="1663001" y="6289167"/>
                    <a:pt x="1664017" y="6289294"/>
                    <a:pt x="1665097" y="6289294"/>
                  </a:cubicBezTo>
                  <a:cubicBezTo>
                    <a:pt x="1681798" y="6290755"/>
                    <a:pt x="1698561" y="6292279"/>
                    <a:pt x="1715135" y="6293422"/>
                  </a:cubicBezTo>
                  <a:cubicBezTo>
                    <a:pt x="1735391" y="6294755"/>
                    <a:pt x="1755775" y="6296089"/>
                    <a:pt x="1776285" y="6297422"/>
                  </a:cubicBezTo>
                  <a:cubicBezTo>
                    <a:pt x="1834007" y="6301105"/>
                    <a:pt x="1891728" y="6307392"/>
                    <a:pt x="1948244" y="6319647"/>
                  </a:cubicBezTo>
                  <a:cubicBezTo>
                    <a:pt x="1972056" y="6324791"/>
                    <a:pt x="1994725" y="6330696"/>
                    <a:pt x="2016950" y="6336919"/>
                  </a:cubicBezTo>
                  <a:cubicBezTo>
                    <a:pt x="2017332" y="6337046"/>
                    <a:pt x="2017649" y="6337110"/>
                    <a:pt x="2018030" y="6337237"/>
                  </a:cubicBezTo>
                  <a:cubicBezTo>
                    <a:pt x="2355850" y="6454839"/>
                    <a:pt x="2500948" y="6799771"/>
                    <a:pt x="2538032" y="6904799"/>
                  </a:cubicBezTo>
                  <a:cubicBezTo>
                    <a:pt x="2541334" y="6914198"/>
                    <a:pt x="2554796" y="6914198"/>
                    <a:pt x="2558098" y="6904799"/>
                  </a:cubicBezTo>
                  <a:cubicBezTo>
                    <a:pt x="2594864" y="6800596"/>
                    <a:pt x="2737866" y="6460236"/>
                    <a:pt x="3069908" y="6339967"/>
                  </a:cubicBezTo>
                  <a:cubicBezTo>
                    <a:pt x="3075432" y="6338189"/>
                    <a:pt x="3081084" y="6336411"/>
                    <a:pt x="3086608" y="6334633"/>
                  </a:cubicBezTo>
                  <a:cubicBezTo>
                    <a:pt x="3164586" y="6313107"/>
                    <a:pt x="3245104" y="6302248"/>
                    <a:pt x="3325812" y="6297105"/>
                  </a:cubicBezTo>
                  <a:cubicBezTo>
                    <a:pt x="3344989" y="6295898"/>
                    <a:pt x="3364039" y="6294628"/>
                    <a:pt x="3382962" y="6293358"/>
                  </a:cubicBezTo>
                  <a:cubicBezTo>
                    <a:pt x="4180459" y="6238812"/>
                    <a:pt x="5093653" y="5805615"/>
                    <a:pt x="5096066" y="5011293"/>
                  </a:cubicBezTo>
                  <a:lnTo>
                    <a:pt x="5096066" y="10668"/>
                  </a:lnTo>
                  <a:cubicBezTo>
                    <a:pt x="5096066" y="4763"/>
                    <a:pt x="5091303" y="0"/>
                    <a:pt x="5085398" y="0"/>
                  </a:cubicBezTo>
                  <a:lnTo>
                    <a:pt x="10668" y="0"/>
                  </a:lnTo>
                  <a:cubicBezTo>
                    <a:pt x="4763" y="0"/>
                    <a:pt x="0" y="4763"/>
                    <a:pt x="0" y="10668"/>
                  </a:cubicBezTo>
                  <a:lnTo>
                    <a:pt x="0" y="1376236"/>
                  </a:lnTo>
                </a:path>
              </a:pathLst>
            </a:custGeom>
            <a:noFill/>
            <a:ln w="63500" cap="flat">
              <a:solidFill>
                <a:srgbClr val="00387E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CCEED79F-60D7-020E-47D9-A499FD7B614B}"/>
                </a:ext>
              </a:extLst>
            </p:cNvPr>
            <p:cNvSpPr/>
            <p:nvPr/>
          </p:nvSpPr>
          <p:spPr>
            <a:xfrm>
              <a:off x="6802691" y="-139700"/>
              <a:ext cx="1364" cy="1369567"/>
            </a:xfrm>
            <a:custGeom>
              <a:avLst/>
              <a:gdLst>
                <a:gd name="connsiteX0" fmla="*/ 0 w 1364"/>
                <a:gd name="connsiteY0" fmla="*/ 0 h 1369567"/>
                <a:gd name="connsiteX1" fmla="*/ 1079 w 1364"/>
                <a:gd name="connsiteY1" fmla="*/ 1369568 h 136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64" h="1369567">
                  <a:moveTo>
                    <a:pt x="0" y="0"/>
                  </a:moveTo>
                  <a:cubicBezTo>
                    <a:pt x="1524" y="478600"/>
                    <a:pt x="1588" y="890461"/>
                    <a:pt x="1079" y="1369568"/>
                  </a:cubicBezTo>
                </a:path>
              </a:pathLst>
            </a:custGeom>
            <a:noFill/>
            <a:ln w="19050" cap="rnd">
              <a:solidFill>
                <a:srgbClr val="93AAC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75DE572-EB5D-9BEA-00ED-95FFD1FF1313}"/>
              </a:ext>
            </a:extLst>
          </p:cNvPr>
          <p:cNvSpPr txBox="1"/>
          <p:nvPr/>
        </p:nvSpPr>
        <p:spPr>
          <a:xfrm>
            <a:off x="1532238" y="4967416"/>
            <a:ext cx="4090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Lorem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ipsum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dolor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sit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amet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,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consectetuer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adipiscing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elit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, sed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diam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nonummy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nibh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euismod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tincidunt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ut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laoreet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dolore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magna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aliquam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erat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 </a:t>
            </a:r>
            <a:r>
              <a:rPr lang="es-CO" sz="1200" b="1" dirty="0" err="1">
                <a:solidFill>
                  <a:srgbClr val="98B1D3"/>
                </a:solidFill>
                <a:latin typeface="Libre Franklin SemiBold" pitchFamily="2" charset="77"/>
              </a:rPr>
              <a:t>volutpat</a:t>
            </a:r>
            <a:r>
              <a:rPr lang="es-CO" sz="1200" b="1" dirty="0">
                <a:solidFill>
                  <a:srgbClr val="98B1D3"/>
                </a:solidFill>
                <a:latin typeface="Libre Franklin SemiBold" pitchFamily="2" charset="77"/>
              </a:rPr>
              <a:t>.</a:t>
            </a:r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23897BDF-FF71-F119-D226-1223A15FB993}"/>
              </a:ext>
            </a:extLst>
          </p:cNvPr>
          <p:cNvSpPr/>
          <p:nvPr/>
        </p:nvSpPr>
        <p:spPr>
          <a:xfrm>
            <a:off x="7219427" y="-6971"/>
            <a:ext cx="4973573" cy="6858000"/>
          </a:xfrm>
          <a:custGeom>
            <a:avLst/>
            <a:gdLst>
              <a:gd name="connsiteX0" fmla="*/ 4973574 w 4973573"/>
              <a:gd name="connsiteY0" fmla="*/ 0 h 6858000"/>
              <a:gd name="connsiteX1" fmla="*/ 0 w 4973573"/>
              <a:gd name="connsiteY1" fmla="*/ 0 h 6858000"/>
              <a:gd name="connsiteX2" fmla="*/ 0 w 4973573"/>
              <a:gd name="connsiteY2" fmla="*/ 5712206 h 6858000"/>
              <a:gd name="connsiteX3" fmla="*/ 191 w 4973573"/>
              <a:gd name="connsiteY3" fmla="*/ 5714302 h 6858000"/>
              <a:gd name="connsiteX4" fmla="*/ 887031 w 4973573"/>
              <a:gd name="connsiteY4" fmla="*/ 6858000 h 6858000"/>
              <a:gd name="connsiteX5" fmla="*/ 4973574 w 4973573"/>
              <a:gd name="connsiteY5" fmla="*/ 6858000 h 6858000"/>
              <a:gd name="connsiteX6" fmla="*/ 4973574 w 497357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3573" h="6858000">
                <a:moveTo>
                  <a:pt x="4973574" y="0"/>
                </a:moveTo>
                <a:lnTo>
                  <a:pt x="0" y="0"/>
                </a:lnTo>
                <a:lnTo>
                  <a:pt x="0" y="5712206"/>
                </a:lnTo>
                <a:lnTo>
                  <a:pt x="191" y="5714302"/>
                </a:lnTo>
                <a:cubicBezTo>
                  <a:pt x="26670" y="6237478"/>
                  <a:pt x="399732" y="6619875"/>
                  <a:pt x="887031" y="6858000"/>
                </a:cubicBezTo>
                <a:lnTo>
                  <a:pt x="4973574" y="6858000"/>
                </a:lnTo>
                <a:lnTo>
                  <a:pt x="4973574" y="0"/>
                </a:lnTo>
                <a:close/>
              </a:path>
            </a:pathLst>
          </a:custGeom>
          <a:solidFill>
            <a:srgbClr val="0D2157">
              <a:alpha val="60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3F3086-2562-0E4F-1DF6-9C0A9F0AC06E}"/>
              </a:ext>
            </a:extLst>
          </p:cNvPr>
          <p:cNvSpPr txBox="1"/>
          <p:nvPr/>
        </p:nvSpPr>
        <p:spPr>
          <a:xfrm>
            <a:off x="1056754" y="1725219"/>
            <a:ext cx="7654762" cy="34778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CO" sz="22000" b="1" spc="0" baseline="0" dirty="0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dolor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1410AC52-C419-38A7-BAB9-004875B2EA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701" y="230371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61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bre 3">
            <a:extLst>
              <a:ext uri="{FF2B5EF4-FFF2-40B4-BE49-F238E27FC236}">
                <a16:creationId xmlns:a16="http://schemas.microsoft.com/office/drawing/2014/main" id="{AE0C3930-A31B-B703-6969-C6266B46D4EE}"/>
              </a:ext>
            </a:extLst>
          </p:cNvPr>
          <p:cNvSpPr/>
          <p:nvPr/>
        </p:nvSpPr>
        <p:spPr>
          <a:xfrm>
            <a:off x="2846832" y="2955925"/>
            <a:ext cx="3107499" cy="386016"/>
          </a:xfrm>
          <a:custGeom>
            <a:avLst/>
            <a:gdLst>
              <a:gd name="connsiteX0" fmla="*/ 508 w 3107499"/>
              <a:gd name="connsiteY0" fmla="*/ 190310 h 386016"/>
              <a:gd name="connsiteX1" fmla="*/ 0 w 3107499"/>
              <a:gd name="connsiteY1" fmla="*/ 192913 h 386016"/>
              <a:gd name="connsiteX2" fmla="*/ 571 w 3107499"/>
              <a:gd name="connsiteY2" fmla="*/ 195517 h 386016"/>
              <a:gd name="connsiteX3" fmla="*/ 571 w 3107499"/>
              <a:gd name="connsiteY3" fmla="*/ 195517 h 386016"/>
              <a:gd name="connsiteX4" fmla="*/ 952 w 3107499"/>
              <a:gd name="connsiteY4" fmla="*/ 196024 h 386016"/>
              <a:gd name="connsiteX5" fmla="*/ 2095 w 3107499"/>
              <a:gd name="connsiteY5" fmla="*/ 197676 h 386016"/>
              <a:gd name="connsiteX6" fmla="*/ 3429 w 3107499"/>
              <a:gd name="connsiteY6" fmla="*/ 198564 h 386016"/>
              <a:gd name="connsiteX7" fmla="*/ 4254 w 3107499"/>
              <a:gd name="connsiteY7" fmla="*/ 199136 h 386016"/>
              <a:gd name="connsiteX8" fmla="*/ 87439 w 3107499"/>
              <a:gd name="connsiteY8" fmla="*/ 269304 h 386016"/>
              <a:gd name="connsiteX9" fmla="*/ 104648 w 3107499"/>
              <a:gd name="connsiteY9" fmla="*/ 324803 h 386016"/>
              <a:gd name="connsiteX10" fmla="*/ 104648 w 3107499"/>
              <a:gd name="connsiteY10" fmla="*/ 325120 h 386016"/>
              <a:gd name="connsiteX11" fmla="*/ 165545 w 3107499"/>
              <a:gd name="connsiteY11" fmla="*/ 386016 h 386016"/>
              <a:gd name="connsiteX12" fmla="*/ 3107500 w 3107499"/>
              <a:gd name="connsiteY12" fmla="*/ 386016 h 386016"/>
              <a:gd name="connsiteX13" fmla="*/ 3107500 w 3107499"/>
              <a:gd name="connsiteY13" fmla="*/ 0 h 386016"/>
              <a:gd name="connsiteX14" fmla="*/ 165545 w 3107499"/>
              <a:gd name="connsiteY14" fmla="*/ 0 h 386016"/>
              <a:gd name="connsiteX15" fmla="*/ 104648 w 3107499"/>
              <a:gd name="connsiteY15" fmla="*/ 60896 h 386016"/>
              <a:gd name="connsiteX16" fmla="*/ 104648 w 3107499"/>
              <a:gd name="connsiteY16" fmla="*/ 60896 h 386016"/>
              <a:gd name="connsiteX17" fmla="*/ 87439 w 3107499"/>
              <a:gd name="connsiteY17" fmla="*/ 116459 h 386016"/>
              <a:gd name="connsiteX18" fmla="*/ 4191 w 3107499"/>
              <a:gd name="connsiteY18" fmla="*/ 186563 h 386016"/>
              <a:gd name="connsiteX19" fmla="*/ 3556 w 3107499"/>
              <a:gd name="connsiteY19" fmla="*/ 187008 h 386016"/>
              <a:gd name="connsiteX20" fmla="*/ 2857 w 3107499"/>
              <a:gd name="connsiteY20" fmla="*/ 187516 h 386016"/>
              <a:gd name="connsiteX21" fmla="*/ 635 w 3107499"/>
              <a:gd name="connsiteY21" fmla="*/ 190183 h 386016"/>
              <a:gd name="connsiteX22" fmla="*/ 635 w 3107499"/>
              <a:gd name="connsiteY22" fmla="*/ 190246 h 386016"/>
              <a:gd name="connsiteX23" fmla="*/ 635 w 3107499"/>
              <a:gd name="connsiteY23" fmla="*/ 190246 h 38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07499" h="386016">
                <a:moveTo>
                  <a:pt x="508" y="190310"/>
                </a:moveTo>
                <a:cubicBezTo>
                  <a:pt x="190" y="191135"/>
                  <a:pt x="0" y="192024"/>
                  <a:pt x="0" y="192913"/>
                </a:cubicBezTo>
                <a:cubicBezTo>
                  <a:pt x="0" y="193802"/>
                  <a:pt x="190" y="194691"/>
                  <a:pt x="571" y="195517"/>
                </a:cubicBezTo>
                <a:cubicBezTo>
                  <a:pt x="571" y="195517"/>
                  <a:pt x="571" y="195517"/>
                  <a:pt x="571" y="195517"/>
                </a:cubicBezTo>
                <a:cubicBezTo>
                  <a:pt x="635" y="195707"/>
                  <a:pt x="826" y="195834"/>
                  <a:pt x="952" y="196024"/>
                </a:cubicBezTo>
                <a:cubicBezTo>
                  <a:pt x="1270" y="196596"/>
                  <a:pt x="1588" y="197167"/>
                  <a:pt x="2095" y="197676"/>
                </a:cubicBezTo>
                <a:cubicBezTo>
                  <a:pt x="2476" y="198057"/>
                  <a:pt x="2985" y="198311"/>
                  <a:pt x="3429" y="198564"/>
                </a:cubicBezTo>
                <a:cubicBezTo>
                  <a:pt x="3746" y="198755"/>
                  <a:pt x="3937" y="199009"/>
                  <a:pt x="4254" y="199136"/>
                </a:cubicBezTo>
                <a:cubicBezTo>
                  <a:pt x="35370" y="211963"/>
                  <a:pt x="66485" y="238823"/>
                  <a:pt x="87439" y="269304"/>
                </a:cubicBezTo>
                <a:cubicBezTo>
                  <a:pt x="98679" y="285623"/>
                  <a:pt x="104648" y="304991"/>
                  <a:pt x="104648" y="324803"/>
                </a:cubicBezTo>
                <a:lnTo>
                  <a:pt x="104648" y="325120"/>
                </a:lnTo>
                <a:cubicBezTo>
                  <a:pt x="104648" y="358775"/>
                  <a:pt x="131953" y="386016"/>
                  <a:pt x="165545" y="386016"/>
                </a:cubicBezTo>
                <a:cubicBezTo>
                  <a:pt x="165545" y="386016"/>
                  <a:pt x="3107500" y="386016"/>
                  <a:pt x="3107500" y="386016"/>
                </a:cubicBezTo>
                <a:lnTo>
                  <a:pt x="3107500" y="0"/>
                </a:lnTo>
                <a:lnTo>
                  <a:pt x="165545" y="0"/>
                </a:lnTo>
                <a:cubicBezTo>
                  <a:pt x="131889" y="0"/>
                  <a:pt x="104648" y="27305"/>
                  <a:pt x="104648" y="60896"/>
                </a:cubicBezTo>
                <a:lnTo>
                  <a:pt x="104648" y="60896"/>
                </a:lnTo>
                <a:cubicBezTo>
                  <a:pt x="104648" y="80708"/>
                  <a:pt x="98742" y="100139"/>
                  <a:pt x="87439" y="116459"/>
                </a:cubicBezTo>
                <a:cubicBezTo>
                  <a:pt x="66802" y="146177"/>
                  <a:pt x="35814" y="172911"/>
                  <a:pt x="4191" y="186563"/>
                </a:cubicBezTo>
                <a:cubicBezTo>
                  <a:pt x="3937" y="186690"/>
                  <a:pt x="3746" y="186880"/>
                  <a:pt x="3556" y="187008"/>
                </a:cubicBezTo>
                <a:cubicBezTo>
                  <a:pt x="3302" y="187135"/>
                  <a:pt x="3111" y="187325"/>
                  <a:pt x="2857" y="187516"/>
                </a:cubicBezTo>
                <a:cubicBezTo>
                  <a:pt x="1905" y="188214"/>
                  <a:pt x="1143" y="189103"/>
                  <a:pt x="635" y="190183"/>
                </a:cubicBezTo>
                <a:cubicBezTo>
                  <a:pt x="635" y="190183"/>
                  <a:pt x="635" y="190183"/>
                  <a:pt x="635" y="190246"/>
                </a:cubicBezTo>
                <a:cubicBezTo>
                  <a:pt x="635" y="190246"/>
                  <a:pt x="635" y="190246"/>
                  <a:pt x="635" y="190246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3E7A2B56-A115-F6E4-3D31-DDC8A24B2910}"/>
              </a:ext>
            </a:extLst>
          </p:cNvPr>
          <p:cNvSpPr/>
          <p:nvPr/>
        </p:nvSpPr>
        <p:spPr>
          <a:xfrm>
            <a:off x="7315357" y="4657220"/>
            <a:ext cx="4318317" cy="1735724"/>
          </a:xfrm>
          <a:custGeom>
            <a:avLst/>
            <a:gdLst>
              <a:gd name="connsiteX0" fmla="*/ 64 w 4318317"/>
              <a:gd name="connsiteY0" fmla="*/ 138239 h 1735724"/>
              <a:gd name="connsiteX1" fmla="*/ 64 w 4318317"/>
              <a:gd name="connsiteY1" fmla="*/ 1376807 h 1735724"/>
              <a:gd name="connsiteX2" fmla="*/ 138557 w 4318317"/>
              <a:gd name="connsiteY2" fmla="*/ 1515301 h 1735724"/>
              <a:gd name="connsiteX3" fmla="*/ 2160461 w 4318317"/>
              <a:gd name="connsiteY3" fmla="*/ 1515301 h 1735724"/>
              <a:gd name="connsiteX4" fmla="*/ 2161477 w 4318317"/>
              <a:gd name="connsiteY4" fmla="*/ 1515301 h 1735724"/>
              <a:gd name="connsiteX5" fmla="*/ 2179193 w 4318317"/>
              <a:gd name="connsiteY5" fmla="*/ 1516761 h 1735724"/>
              <a:gd name="connsiteX6" fmla="*/ 2200847 w 4318317"/>
              <a:gd name="connsiteY6" fmla="*/ 1518158 h 1735724"/>
              <a:gd name="connsiteX7" fmla="*/ 2261680 w 4318317"/>
              <a:gd name="connsiteY7" fmla="*/ 1526032 h 1735724"/>
              <a:gd name="connsiteX8" fmla="*/ 2286000 w 4318317"/>
              <a:gd name="connsiteY8" fmla="*/ 1532128 h 1735724"/>
              <a:gd name="connsiteX9" fmla="*/ 2286318 w 4318317"/>
              <a:gd name="connsiteY9" fmla="*/ 1532255 h 1735724"/>
              <a:gd name="connsiteX10" fmla="*/ 2470404 w 4318317"/>
              <a:gd name="connsiteY10" fmla="*/ 1733169 h 1735724"/>
              <a:gd name="connsiteX11" fmla="*/ 2477453 w 4318317"/>
              <a:gd name="connsiteY11" fmla="*/ 1733233 h 1735724"/>
              <a:gd name="connsiteX12" fmla="*/ 2658873 w 4318317"/>
              <a:gd name="connsiteY12" fmla="*/ 1533144 h 1735724"/>
              <a:gd name="connsiteX13" fmla="*/ 2664524 w 4318317"/>
              <a:gd name="connsiteY13" fmla="*/ 1531366 h 1735724"/>
              <a:gd name="connsiteX14" fmla="*/ 2749170 w 4318317"/>
              <a:gd name="connsiteY14" fmla="*/ 1516571 h 1735724"/>
              <a:gd name="connsiteX15" fmla="*/ 2769426 w 4318317"/>
              <a:gd name="connsiteY15" fmla="*/ 1515237 h 1735724"/>
              <a:gd name="connsiteX16" fmla="*/ 4184460 w 4318317"/>
              <a:gd name="connsiteY16" fmla="*/ 1515237 h 1735724"/>
              <a:gd name="connsiteX17" fmla="*/ 4318318 w 4318317"/>
              <a:gd name="connsiteY17" fmla="*/ 1381379 h 1735724"/>
              <a:gd name="connsiteX18" fmla="*/ 4318318 w 4318317"/>
              <a:gd name="connsiteY18" fmla="*/ 136017 h 1735724"/>
              <a:gd name="connsiteX19" fmla="*/ 4182301 w 4318317"/>
              <a:gd name="connsiteY19" fmla="*/ 0 h 1735724"/>
              <a:gd name="connsiteX20" fmla="*/ 138113 w 4318317"/>
              <a:gd name="connsiteY20" fmla="*/ 0 h 1735724"/>
              <a:gd name="connsiteX21" fmla="*/ 0 w 4318317"/>
              <a:gd name="connsiteY21" fmla="*/ 138113 h 173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18317" h="1735724">
                <a:moveTo>
                  <a:pt x="64" y="138239"/>
                </a:moveTo>
                <a:lnTo>
                  <a:pt x="64" y="1376807"/>
                </a:lnTo>
                <a:cubicBezTo>
                  <a:pt x="64" y="1453325"/>
                  <a:pt x="62103" y="1515301"/>
                  <a:pt x="138557" y="1515301"/>
                </a:cubicBezTo>
                <a:lnTo>
                  <a:pt x="2160461" y="1515301"/>
                </a:lnTo>
                <a:cubicBezTo>
                  <a:pt x="2160778" y="1515301"/>
                  <a:pt x="2161160" y="1515301"/>
                  <a:pt x="2161477" y="1515301"/>
                </a:cubicBezTo>
                <a:cubicBezTo>
                  <a:pt x="2167383" y="1515808"/>
                  <a:pt x="2173288" y="1516380"/>
                  <a:pt x="2179193" y="1516761"/>
                </a:cubicBezTo>
                <a:cubicBezTo>
                  <a:pt x="2186369" y="1517269"/>
                  <a:pt x="2193608" y="1517714"/>
                  <a:pt x="2200847" y="1518158"/>
                </a:cubicBezTo>
                <a:cubicBezTo>
                  <a:pt x="2221294" y="1519428"/>
                  <a:pt x="2241677" y="1521714"/>
                  <a:pt x="2261680" y="1526032"/>
                </a:cubicBezTo>
                <a:cubicBezTo>
                  <a:pt x="2270125" y="1527873"/>
                  <a:pt x="2278126" y="1529969"/>
                  <a:pt x="2286000" y="1532128"/>
                </a:cubicBezTo>
                <a:lnTo>
                  <a:pt x="2286318" y="1532255"/>
                </a:lnTo>
                <a:cubicBezTo>
                  <a:pt x="2405952" y="1573847"/>
                  <a:pt x="2457324" y="1696085"/>
                  <a:pt x="2470404" y="1733169"/>
                </a:cubicBezTo>
                <a:cubicBezTo>
                  <a:pt x="2471611" y="1736534"/>
                  <a:pt x="2476247" y="1736598"/>
                  <a:pt x="2477453" y="1733233"/>
                </a:cubicBezTo>
                <a:cubicBezTo>
                  <a:pt x="2490407" y="1696466"/>
                  <a:pt x="2541080" y="1575626"/>
                  <a:pt x="2658873" y="1533144"/>
                </a:cubicBezTo>
                <a:lnTo>
                  <a:pt x="2664524" y="1531366"/>
                </a:lnTo>
                <a:cubicBezTo>
                  <a:pt x="2692147" y="1523746"/>
                  <a:pt x="2720658" y="1518412"/>
                  <a:pt x="2749170" y="1516571"/>
                </a:cubicBezTo>
                <a:cubicBezTo>
                  <a:pt x="2755964" y="1516126"/>
                  <a:pt x="2762695" y="1515682"/>
                  <a:pt x="2769426" y="1515237"/>
                </a:cubicBezTo>
                <a:lnTo>
                  <a:pt x="4184460" y="1515237"/>
                </a:lnTo>
                <a:cubicBezTo>
                  <a:pt x="4258374" y="1515237"/>
                  <a:pt x="4318318" y="1455293"/>
                  <a:pt x="4318318" y="1381379"/>
                </a:cubicBezTo>
                <a:lnTo>
                  <a:pt x="4318318" y="136017"/>
                </a:lnTo>
                <a:cubicBezTo>
                  <a:pt x="4318318" y="60896"/>
                  <a:pt x="4257422" y="0"/>
                  <a:pt x="4182301" y="0"/>
                </a:cubicBezTo>
                <a:lnTo>
                  <a:pt x="138113" y="0"/>
                </a:lnTo>
                <a:cubicBezTo>
                  <a:pt x="61849" y="0"/>
                  <a:pt x="0" y="61849"/>
                  <a:pt x="0" y="138113"/>
                </a:cubicBezTo>
                <a:close/>
              </a:path>
            </a:pathLst>
          </a:custGeom>
          <a:solidFill>
            <a:srgbClr val="F7EF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D5ACFD4E-20F2-AFAF-3C89-F112ED6CB3A3}"/>
              </a:ext>
            </a:extLst>
          </p:cNvPr>
          <p:cNvSpPr/>
          <p:nvPr/>
        </p:nvSpPr>
        <p:spPr>
          <a:xfrm>
            <a:off x="7315357" y="3405127"/>
            <a:ext cx="4318317" cy="1735725"/>
          </a:xfrm>
          <a:custGeom>
            <a:avLst/>
            <a:gdLst>
              <a:gd name="connsiteX0" fmla="*/ 64 w 4318317"/>
              <a:gd name="connsiteY0" fmla="*/ 138239 h 1735725"/>
              <a:gd name="connsiteX1" fmla="*/ 64 w 4318317"/>
              <a:gd name="connsiteY1" fmla="*/ 1376807 h 1735725"/>
              <a:gd name="connsiteX2" fmla="*/ 138557 w 4318317"/>
              <a:gd name="connsiteY2" fmla="*/ 1515301 h 1735725"/>
              <a:gd name="connsiteX3" fmla="*/ 2160461 w 4318317"/>
              <a:gd name="connsiteY3" fmla="*/ 1515301 h 1735725"/>
              <a:gd name="connsiteX4" fmla="*/ 2161477 w 4318317"/>
              <a:gd name="connsiteY4" fmla="*/ 1515301 h 1735725"/>
              <a:gd name="connsiteX5" fmla="*/ 2179193 w 4318317"/>
              <a:gd name="connsiteY5" fmla="*/ 1516761 h 1735725"/>
              <a:gd name="connsiteX6" fmla="*/ 2200847 w 4318317"/>
              <a:gd name="connsiteY6" fmla="*/ 1518158 h 1735725"/>
              <a:gd name="connsiteX7" fmla="*/ 2261680 w 4318317"/>
              <a:gd name="connsiteY7" fmla="*/ 1526032 h 1735725"/>
              <a:gd name="connsiteX8" fmla="*/ 2286000 w 4318317"/>
              <a:gd name="connsiteY8" fmla="*/ 1532128 h 1735725"/>
              <a:gd name="connsiteX9" fmla="*/ 2286318 w 4318317"/>
              <a:gd name="connsiteY9" fmla="*/ 1532255 h 1735725"/>
              <a:gd name="connsiteX10" fmla="*/ 2470404 w 4318317"/>
              <a:gd name="connsiteY10" fmla="*/ 1733169 h 1735725"/>
              <a:gd name="connsiteX11" fmla="*/ 2477453 w 4318317"/>
              <a:gd name="connsiteY11" fmla="*/ 1733232 h 1735725"/>
              <a:gd name="connsiteX12" fmla="*/ 2658873 w 4318317"/>
              <a:gd name="connsiteY12" fmla="*/ 1533144 h 1735725"/>
              <a:gd name="connsiteX13" fmla="*/ 2664524 w 4318317"/>
              <a:gd name="connsiteY13" fmla="*/ 1531366 h 1735725"/>
              <a:gd name="connsiteX14" fmla="*/ 2749170 w 4318317"/>
              <a:gd name="connsiteY14" fmla="*/ 1516570 h 1735725"/>
              <a:gd name="connsiteX15" fmla="*/ 2769426 w 4318317"/>
              <a:gd name="connsiteY15" fmla="*/ 1515237 h 1735725"/>
              <a:gd name="connsiteX16" fmla="*/ 4184460 w 4318317"/>
              <a:gd name="connsiteY16" fmla="*/ 1515237 h 1735725"/>
              <a:gd name="connsiteX17" fmla="*/ 4318318 w 4318317"/>
              <a:gd name="connsiteY17" fmla="*/ 1381379 h 1735725"/>
              <a:gd name="connsiteX18" fmla="*/ 4318318 w 4318317"/>
              <a:gd name="connsiteY18" fmla="*/ 136017 h 1735725"/>
              <a:gd name="connsiteX19" fmla="*/ 4182301 w 4318317"/>
              <a:gd name="connsiteY19" fmla="*/ 0 h 1735725"/>
              <a:gd name="connsiteX20" fmla="*/ 138113 w 4318317"/>
              <a:gd name="connsiteY20" fmla="*/ 0 h 1735725"/>
              <a:gd name="connsiteX21" fmla="*/ 0 w 4318317"/>
              <a:gd name="connsiteY21" fmla="*/ 138113 h 173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18317" h="1735725">
                <a:moveTo>
                  <a:pt x="64" y="138239"/>
                </a:moveTo>
                <a:lnTo>
                  <a:pt x="64" y="1376807"/>
                </a:lnTo>
                <a:cubicBezTo>
                  <a:pt x="64" y="1453325"/>
                  <a:pt x="62103" y="1515301"/>
                  <a:pt x="138557" y="1515301"/>
                </a:cubicBezTo>
                <a:lnTo>
                  <a:pt x="2160461" y="1515301"/>
                </a:lnTo>
                <a:cubicBezTo>
                  <a:pt x="2160778" y="1515301"/>
                  <a:pt x="2161160" y="1515301"/>
                  <a:pt x="2161477" y="1515301"/>
                </a:cubicBezTo>
                <a:cubicBezTo>
                  <a:pt x="2167383" y="1515809"/>
                  <a:pt x="2173288" y="1516380"/>
                  <a:pt x="2179193" y="1516761"/>
                </a:cubicBezTo>
                <a:cubicBezTo>
                  <a:pt x="2186369" y="1517269"/>
                  <a:pt x="2193608" y="1517714"/>
                  <a:pt x="2200847" y="1518158"/>
                </a:cubicBezTo>
                <a:cubicBezTo>
                  <a:pt x="2221294" y="1519428"/>
                  <a:pt x="2241677" y="1521714"/>
                  <a:pt x="2261680" y="1526032"/>
                </a:cubicBezTo>
                <a:cubicBezTo>
                  <a:pt x="2270125" y="1527874"/>
                  <a:pt x="2278126" y="1529969"/>
                  <a:pt x="2286000" y="1532128"/>
                </a:cubicBezTo>
                <a:lnTo>
                  <a:pt x="2286318" y="1532255"/>
                </a:lnTo>
                <a:cubicBezTo>
                  <a:pt x="2405952" y="1573848"/>
                  <a:pt x="2457324" y="1696085"/>
                  <a:pt x="2470404" y="1733169"/>
                </a:cubicBezTo>
                <a:cubicBezTo>
                  <a:pt x="2471611" y="1736535"/>
                  <a:pt x="2476247" y="1736598"/>
                  <a:pt x="2477453" y="1733232"/>
                </a:cubicBezTo>
                <a:cubicBezTo>
                  <a:pt x="2490407" y="1696466"/>
                  <a:pt x="2541080" y="1575626"/>
                  <a:pt x="2658873" y="1533144"/>
                </a:cubicBezTo>
                <a:cubicBezTo>
                  <a:pt x="2660777" y="1532573"/>
                  <a:pt x="2662683" y="1531938"/>
                  <a:pt x="2664524" y="1531366"/>
                </a:cubicBezTo>
                <a:cubicBezTo>
                  <a:pt x="2692147" y="1523746"/>
                  <a:pt x="2720658" y="1518412"/>
                  <a:pt x="2749170" y="1516570"/>
                </a:cubicBezTo>
                <a:cubicBezTo>
                  <a:pt x="2755964" y="1516126"/>
                  <a:pt x="2762695" y="1515682"/>
                  <a:pt x="2769426" y="1515237"/>
                </a:cubicBezTo>
                <a:lnTo>
                  <a:pt x="4184460" y="1515237"/>
                </a:lnTo>
                <a:cubicBezTo>
                  <a:pt x="4258374" y="1515237"/>
                  <a:pt x="4318318" y="1455293"/>
                  <a:pt x="4318318" y="1381379"/>
                </a:cubicBezTo>
                <a:lnTo>
                  <a:pt x="4318318" y="136017"/>
                </a:lnTo>
                <a:cubicBezTo>
                  <a:pt x="4318318" y="60896"/>
                  <a:pt x="4257422" y="0"/>
                  <a:pt x="4182301" y="0"/>
                </a:cubicBezTo>
                <a:lnTo>
                  <a:pt x="138113" y="0"/>
                </a:lnTo>
                <a:cubicBezTo>
                  <a:pt x="61849" y="0"/>
                  <a:pt x="0" y="61849"/>
                  <a:pt x="0" y="138113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E6B87F80-009B-1E33-F400-C3D96BECCFE4}"/>
              </a:ext>
            </a:extLst>
          </p:cNvPr>
          <p:cNvSpPr/>
          <p:nvPr/>
        </p:nvSpPr>
        <p:spPr>
          <a:xfrm>
            <a:off x="7315357" y="2136524"/>
            <a:ext cx="4318317" cy="1735725"/>
          </a:xfrm>
          <a:custGeom>
            <a:avLst/>
            <a:gdLst>
              <a:gd name="connsiteX0" fmla="*/ 64 w 4318317"/>
              <a:gd name="connsiteY0" fmla="*/ 138240 h 1735725"/>
              <a:gd name="connsiteX1" fmla="*/ 64 w 4318317"/>
              <a:gd name="connsiteY1" fmla="*/ 1376807 h 1735725"/>
              <a:gd name="connsiteX2" fmla="*/ 138557 w 4318317"/>
              <a:gd name="connsiteY2" fmla="*/ 1515301 h 1735725"/>
              <a:gd name="connsiteX3" fmla="*/ 2160461 w 4318317"/>
              <a:gd name="connsiteY3" fmla="*/ 1515301 h 1735725"/>
              <a:gd name="connsiteX4" fmla="*/ 2161477 w 4318317"/>
              <a:gd name="connsiteY4" fmla="*/ 1515301 h 1735725"/>
              <a:gd name="connsiteX5" fmla="*/ 2179193 w 4318317"/>
              <a:gd name="connsiteY5" fmla="*/ 1516761 h 1735725"/>
              <a:gd name="connsiteX6" fmla="*/ 2200847 w 4318317"/>
              <a:gd name="connsiteY6" fmla="*/ 1518158 h 1735725"/>
              <a:gd name="connsiteX7" fmla="*/ 2261680 w 4318317"/>
              <a:gd name="connsiteY7" fmla="*/ 1526032 h 1735725"/>
              <a:gd name="connsiteX8" fmla="*/ 2286000 w 4318317"/>
              <a:gd name="connsiteY8" fmla="*/ 1532128 h 1735725"/>
              <a:gd name="connsiteX9" fmla="*/ 2286318 w 4318317"/>
              <a:gd name="connsiteY9" fmla="*/ 1532255 h 1735725"/>
              <a:gd name="connsiteX10" fmla="*/ 2470404 w 4318317"/>
              <a:gd name="connsiteY10" fmla="*/ 1733169 h 1735725"/>
              <a:gd name="connsiteX11" fmla="*/ 2477453 w 4318317"/>
              <a:gd name="connsiteY11" fmla="*/ 1733233 h 1735725"/>
              <a:gd name="connsiteX12" fmla="*/ 2658873 w 4318317"/>
              <a:gd name="connsiteY12" fmla="*/ 1533144 h 1735725"/>
              <a:gd name="connsiteX13" fmla="*/ 2664524 w 4318317"/>
              <a:gd name="connsiteY13" fmla="*/ 1531366 h 1735725"/>
              <a:gd name="connsiteX14" fmla="*/ 2749170 w 4318317"/>
              <a:gd name="connsiteY14" fmla="*/ 1516571 h 1735725"/>
              <a:gd name="connsiteX15" fmla="*/ 2769426 w 4318317"/>
              <a:gd name="connsiteY15" fmla="*/ 1515237 h 1735725"/>
              <a:gd name="connsiteX16" fmla="*/ 4184460 w 4318317"/>
              <a:gd name="connsiteY16" fmla="*/ 1515237 h 1735725"/>
              <a:gd name="connsiteX17" fmla="*/ 4318318 w 4318317"/>
              <a:gd name="connsiteY17" fmla="*/ 1381379 h 1735725"/>
              <a:gd name="connsiteX18" fmla="*/ 4318318 w 4318317"/>
              <a:gd name="connsiteY18" fmla="*/ 136017 h 1735725"/>
              <a:gd name="connsiteX19" fmla="*/ 4182301 w 4318317"/>
              <a:gd name="connsiteY19" fmla="*/ 0 h 1735725"/>
              <a:gd name="connsiteX20" fmla="*/ 138113 w 4318317"/>
              <a:gd name="connsiteY20" fmla="*/ 0 h 1735725"/>
              <a:gd name="connsiteX21" fmla="*/ 0 w 4318317"/>
              <a:gd name="connsiteY21" fmla="*/ 138113 h 173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18317" h="1735725">
                <a:moveTo>
                  <a:pt x="64" y="138240"/>
                </a:moveTo>
                <a:lnTo>
                  <a:pt x="64" y="1376807"/>
                </a:lnTo>
                <a:cubicBezTo>
                  <a:pt x="64" y="1453325"/>
                  <a:pt x="62103" y="1515301"/>
                  <a:pt x="138557" y="1515301"/>
                </a:cubicBezTo>
                <a:lnTo>
                  <a:pt x="2160461" y="1515301"/>
                </a:lnTo>
                <a:cubicBezTo>
                  <a:pt x="2160778" y="1515301"/>
                  <a:pt x="2161160" y="1515301"/>
                  <a:pt x="2161477" y="1515301"/>
                </a:cubicBezTo>
                <a:cubicBezTo>
                  <a:pt x="2167383" y="1515809"/>
                  <a:pt x="2173288" y="1516380"/>
                  <a:pt x="2179193" y="1516761"/>
                </a:cubicBezTo>
                <a:cubicBezTo>
                  <a:pt x="2186369" y="1517269"/>
                  <a:pt x="2193608" y="1517714"/>
                  <a:pt x="2200847" y="1518158"/>
                </a:cubicBezTo>
                <a:cubicBezTo>
                  <a:pt x="2221294" y="1519428"/>
                  <a:pt x="2241677" y="1521714"/>
                  <a:pt x="2261680" y="1526032"/>
                </a:cubicBezTo>
                <a:cubicBezTo>
                  <a:pt x="2270125" y="1527873"/>
                  <a:pt x="2278126" y="1529969"/>
                  <a:pt x="2286000" y="1532128"/>
                </a:cubicBezTo>
                <a:lnTo>
                  <a:pt x="2286318" y="1532255"/>
                </a:lnTo>
                <a:cubicBezTo>
                  <a:pt x="2405952" y="1573848"/>
                  <a:pt x="2457324" y="1696085"/>
                  <a:pt x="2470404" y="1733169"/>
                </a:cubicBezTo>
                <a:cubicBezTo>
                  <a:pt x="2471611" y="1736535"/>
                  <a:pt x="2476247" y="1736598"/>
                  <a:pt x="2477453" y="1733233"/>
                </a:cubicBezTo>
                <a:cubicBezTo>
                  <a:pt x="2490407" y="1696466"/>
                  <a:pt x="2541080" y="1575626"/>
                  <a:pt x="2658873" y="1533144"/>
                </a:cubicBezTo>
                <a:lnTo>
                  <a:pt x="2664524" y="1531366"/>
                </a:lnTo>
                <a:cubicBezTo>
                  <a:pt x="2692147" y="1523746"/>
                  <a:pt x="2720658" y="1518412"/>
                  <a:pt x="2749170" y="1516571"/>
                </a:cubicBezTo>
                <a:cubicBezTo>
                  <a:pt x="2755964" y="1516126"/>
                  <a:pt x="2762695" y="1515682"/>
                  <a:pt x="2769426" y="1515237"/>
                </a:cubicBezTo>
                <a:lnTo>
                  <a:pt x="4184460" y="1515237"/>
                </a:lnTo>
                <a:cubicBezTo>
                  <a:pt x="4258374" y="1515237"/>
                  <a:pt x="4318318" y="1455293"/>
                  <a:pt x="4318318" y="1381379"/>
                </a:cubicBezTo>
                <a:lnTo>
                  <a:pt x="4318318" y="136017"/>
                </a:lnTo>
                <a:cubicBezTo>
                  <a:pt x="4318318" y="60896"/>
                  <a:pt x="4257422" y="0"/>
                  <a:pt x="4182301" y="0"/>
                </a:cubicBezTo>
                <a:lnTo>
                  <a:pt x="138113" y="0"/>
                </a:lnTo>
                <a:cubicBezTo>
                  <a:pt x="61849" y="0"/>
                  <a:pt x="0" y="61849"/>
                  <a:pt x="0" y="138113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9405508F-3F47-EC6F-2E55-09F7B263C3C2}"/>
              </a:ext>
            </a:extLst>
          </p:cNvPr>
          <p:cNvSpPr/>
          <p:nvPr/>
        </p:nvSpPr>
        <p:spPr>
          <a:xfrm>
            <a:off x="7315357" y="1029656"/>
            <a:ext cx="4318317" cy="1561735"/>
          </a:xfrm>
          <a:custGeom>
            <a:avLst/>
            <a:gdLst>
              <a:gd name="connsiteX0" fmla="*/ 64 w 4318317"/>
              <a:gd name="connsiteY0" fmla="*/ 138176 h 1561735"/>
              <a:gd name="connsiteX1" fmla="*/ 64 w 4318317"/>
              <a:gd name="connsiteY1" fmla="*/ 1202817 h 1561735"/>
              <a:gd name="connsiteX2" fmla="*/ 138557 w 4318317"/>
              <a:gd name="connsiteY2" fmla="*/ 1341311 h 1561735"/>
              <a:gd name="connsiteX3" fmla="*/ 2160461 w 4318317"/>
              <a:gd name="connsiteY3" fmla="*/ 1341311 h 1561735"/>
              <a:gd name="connsiteX4" fmla="*/ 2161477 w 4318317"/>
              <a:gd name="connsiteY4" fmla="*/ 1341311 h 1561735"/>
              <a:gd name="connsiteX5" fmla="*/ 2179193 w 4318317"/>
              <a:gd name="connsiteY5" fmla="*/ 1342771 h 1561735"/>
              <a:gd name="connsiteX6" fmla="*/ 2200847 w 4318317"/>
              <a:gd name="connsiteY6" fmla="*/ 1344168 h 1561735"/>
              <a:gd name="connsiteX7" fmla="*/ 2261680 w 4318317"/>
              <a:gd name="connsiteY7" fmla="*/ 1352042 h 1561735"/>
              <a:gd name="connsiteX8" fmla="*/ 2286000 w 4318317"/>
              <a:gd name="connsiteY8" fmla="*/ 1358138 h 1561735"/>
              <a:gd name="connsiteX9" fmla="*/ 2286318 w 4318317"/>
              <a:gd name="connsiteY9" fmla="*/ 1358265 h 1561735"/>
              <a:gd name="connsiteX10" fmla="*/ 2470404 w 4318317"/>
              <a:gd name="connsiteY10" fmla="*/ 1559179 h 1561735"/>
              <a:gd name="connsiteX11" fmla="*/ 2477453 w 4318317"/>
              <a:gd name="connsiteY11" fmla="*/ 1559243 h 1561735"/>
              <a:gd name="connsiteX12" fmla="*/ 2658873 w 4318317"/>
              <a:gd name="connsiteY12" fmla="*/ 1359154 h 1561735"/>
              <a:gd name="connsiteX13" fmla="*/ 2664524 w 4318317"/>
              <a:gd name="connsiteY13" fmla="*/ 1357376 h 1561735"/>
              <a:gd name="connsiteX14" fmla="*/ 2749170 w 4318317"/>
              <a:gd name="connsiteY14" fmla="*/ 1342580 h 1561735"/>
              <a:gd name="connsiteX15" fmla="*/ 2769426 w 4318317"/>
              <a:gd name="connsiteY15" fmla="*/ 1341247 h 1561735"/>
              <a:gd name="connsiteX16" fmla="*/ 4184460 w 4318317"/>
              <a:gd name="connsiteY16" fmla="*/ 1341247 h 1561735"/>
              <a:gd name="connsiteX17" fmla="*/ 4318318 w 4318317"/>
              <a:gd name="connsiteY17" fmla="*/ 1207389 h 1561735"/>
              <a:gd name="connsiteX18" fmla="*/ 4318318 w 4318317"/>
              <a:gd name="connsiteY18" fmla="*/ 136017 h 1561735"/>
              <a:gd name="connsiteX19" fmla="*/ 4182301 w 4318317"/>
              <a:gd name="connsiteY19" fmla="*/ 0 h 1561735"/>
              <a:gd name="connsiteX20" fmla="*/ 138113 w 4318317"/>
              <a:gd name="connsiteY20" fmla="*/ 0 h 1561735"/>
              <a:gd name="connsiteX21" fmla="*/ 0 w 4318317"/>
              <a:gd name="connsiteY21" fmla="*/ 138112 h 1561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318317" h="1561735">
                <a:moveTo>
                  <a:pt x="64" y="138176"/>
                </a:moveTo>
                <a:lnTo>
                  <a:pt x="64" y="1202817"/>
                </a:lnTo>
                <a:cubicBezTo>
                  <a:pt x="64" y="1279335"/>
                  <a:pt x="62103" y="1341311"/>
                  <a:pt x="138557" y="1341311"/>
                </a:cubicBezTo>
                <a:lnTo>
                  <a:pt x="2160461" y="1341311"/>
                </a:lnTo>
                <a:cubicBezTo>
                  <a:pt x="2160778" y="1341311"/>
                  <a:pt x="2161160" y="1341311"/>
                  <a:pt x="2161477" y="1341311"/>
                </a:cubicBezTo>
                <a:cubicBezTo>
                  <a:pt x="2167383" y="1341818"/>
                  <a:pt x="2173288" y="1342390"/>
                  <a:pt x="2179193" y="1342771"/>
                </a:cubicBezTo>
                <a:cubicBezTo>
                  <a:pt x="2186369" y="1343279"/>
                  <a:pt x="2193608" y="1343724"/>
                  <a:pt x="2200847" y="1344168"/>
                </a:cubicBezTo>
                <a:cubicBezTo>
                  <a:pt x="2221294" y="1345438"/>
                  <a:pt x="2241677" y="1347724"/>
                  <a:pt x="2261680" y="1352042"/>
                </a:cubicBezTo>
                <a:cubicBezTo>
                  <a:pt x="2270125" y="1353884"/>
                  <a:pt x="2278126" y="1355979"/>
                  <a:pt x="2286000" y="1358138"/>
                </a:cubicBezTo>
                <a:lnTo>
                  <a:pt x="2286318" y="1358265"/>
                </a:lnTo>
                <a:cubicBezTo>
                  <a:pt x="2405952" y="1399858"/>
                  <a:pt x="2457324" y="1522095"/>
                  <a:pt x="2470404" y="1559179"/>
                </a:cubicBezTo>
                <a:cubicBezTo>
                  <a:pt x="2471611" y="1562545"/>
                  <a:pt x="2476247" y="1562608"/>
                  <a:pt x="2477453" y="1559243"/>
                </a:cubicBezTo>
                <a:cubicBezTo>
                  <a:pt x="2490407" y="1522476"/>
                  <a:pt x="2541080" y="1401636"/>
                  <a:pt x="2658873" y="1359154"/>
                </a:cubicBezTo>
                <a:lnTo>
                  <a:pt x="2664524" y="1357376"/>
                </a:lnTo>
                <a:cubicBezTo>
                  <a:pt x="2692147" y="1349756"/>
                  <a:pt x="2720658" y="1344422"/>
                  <a:pt x="2749170" y="1342580"/>
                </a:cubicBezTo>
                <a:cubicBezTo>
                  <a:pt x="2755964" y="1342136"/>
                  <a:pt x="2762695" y="1341692"/>
                  <a:pt x="2769426" y="1341247"/>
                </a:cubicBezTo>
                <a:lnTo>
                  <a:pt x="4184460" y="1341247"/>
                </a:lnTo>
                <a:cubicBezTo>
                  <a:pt x="4258374" y="1341247"/>
                  <a:pt x="4318318" y="1281303"/>
                  <a:pt x="4318318" y="1207389"/>
                </a:cubicBezTo>
                <a:lnTo>
                  <a:pt x="4318318" y="136017"/>
                </a:lnTo>
                <a:cubicBezTo>
                  <a:pt x="4318318" y="60896"/>
                  <a:pt x="4257422" y="0"/>
                  <a:pt x="4182301" y="0"/>
                </a:cubicBezTo>
                <a:lnTo>
                  <a:pt x="138113" y="0"/>
                </a:lnTo>
                <a:cubicBezTo>
                  <a:pt x="61849" y="0"/>
                  <a:pt x="0" y="61849"/>
                  <a:pt x="0" y="138112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69300161-1B71-546C-D591-1F1A80BCA3FF}"/>
              </a:ext>
            </a:extLst>
          </p:cNvPr>
          <p:cNvSpPr/>
          <p:nvPr/>
        </p:nvSpPr>
        <p:spPr>
          <a:xfrm>
            <a:off x="7448263" y="1420943"/>
            <a:ext cx="538480" cy="538479"/>
          </a:xfrm>
          <a:custGeom>
            <a:avLst/>
            <a:gdLst>
              <a:gd name="connsiteX0" fmla="*/ 538480 w 538480"/>
              <a:gd name="connsiteY0" fmla="*/ 269240 h 538479"/>
              <a:gd name="connsiteX1" fmla="*/ 269240 w 538480"/>
              <a:gd name="connsiteY1" fmla="*/ 538480 h 538479"/>
              <a:gd name="connsiteX2" fmla="*/ 0 w 538480"/>
              <a:gd name="connsiteY2" fmla="*/ 269240 h 538479"/>
              <a:gd name="connsiteX3" fmla="*/ 269240 w 538480"/>
              <a:gd name="connsiteY3" fmla="*/ 0 h 538479"/>
              <a:gd name="connsiteX4" fmla="*/ 538480 w 538480"/>
              <a:gd name="connsiteY4" fmla="*/ 269240 h 53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480" h="538479">
                <a:moveTo>
                  <a:pt x="538480" y="269240"/>
                </a:moveTo>
                <a:cubicBezTo>
                  <a:pt x="538480" y="417937"/>
                  <a:pt x="417937" y="538480"/>
                  <a:pt x="269240" y="538480"/>
                </a:cubicBezTo>
                <a:cubicBezTo>
                  <a:pt x="120543" y="538480"/>
                  <a:pt x="0" y="417937"/>
                  <a:pt x="0" y="269240"/>
                </a:cubicBezTo>
                <a:cubicBezTo>
                  <a:pt x="0" y="120543"/>
                  <a:pt x="120543" y="0"/>
                  <a:pt x="269240" y="0"/>
                </a:cubicBezTo>
                <a:cubicBezTo>
                  <a:pt x="417937" y="0"/>
                  <a:pt x="538480" y="120543"/>
                  <a:pt x="538480" y="269240"/>
                </a:cubicBezTo>
                <a:close/>
              </a:path>
            </a:pathLst>
          </a:custGeom>
          <a:noFill/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65A1B8C6-4317-C8BE-65C6-599E44C1691F}"/>
              </a:ext>
            </a:extLst>
          </p:cNvPr>
          <p:cNvSpPr/>
          <p:nvPr/>
        </p:nvSpPr>
        <p:spPr>
          <a:xfrm>
            <a:off x="7448263" y="2809878"/>
            <a:ext cx="538480" cy="538479"/>
          </a:xfrm>
          <a:custGeom>
            <a:avLst/>
            <a:gdLst>
              <a:gd name="connsiteX0" fmla="*/ 538480 w 538480"/>
              <a:gd name="connsiteY0" fmla="*/ 269240 h 538479"/>
              <a:gd name="connsiteX1" fmla="*/ 269240 w 538480"/>
              <a:gd name="connsiteY1" fmla="*/ 538480 h 538479"/>
              <a:gd name="connsiteX2" fmla="*/ 0 w 538480"/>
              <a:gd name="connsiteY2" fmla="*/ 269240 h 538479"/>
              <a:gd name="connsiteX3" fmla="*/ 269240 w 538480"/>
              <a:gd name="connsiteY3" fmla="*/ 0 h 538479"/>
              <a:gd name="connsiteX4" fmla="*/ 538480 w 538480"/>
              <a:gd name="connsiteY4" fmla="*/ 269240 h 53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480" h="538479">
                <a:moveTo>
                  <a:pt x="538480" y="269240"/>
                </a:moveTo>
                <a:cubicBezTo>
                  <a:pt x="538480" y="417937"/>
                  <a:pt x="417937" y="538480"/>
                  <a:pt x="269240" y="538480"/>
                </a:cubicBezTo>
                <a:cubicBezTo>
                  <a:pt x="120543" y="538480"/>
                  <a:pt x="0" y="417937"/>
                  <a:pt x="0" y="269240"/>
                </a:cubicBezTo>
                <a:cubicBezTo>
                  <a:pt x="0" y="120543"/>
                  <a:pt x="120543" y="0"/>
                  <a:pt x="269240" y="0"/>
                </a:cubicBezTo>
                <a:cubicBezTo>
                  <a:pt x="417937" y="0"/>
                  <a:pt x="538480" y="120543"/>
                  <a:pt x="538480" y="269240"/>
                </a:cubicBezTo>
                <a:close/>
              </a:path>
            </a:pathLst>
          </a:custGeom>
          <a:noFill/>
          <a:ln w="2540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8F08F3AA-5375-7242-9FD9-86F95FC7A493}"/>
              </a:ext>
            </a:extLst>
          </p:cNvPr>
          <p:cNvSpPr/>
          <p:nvPr/>
        </p:nvSpPr>
        <p:spPr>
          <a:xfrm>
            <a:off x="7448263" y="4061971"/>
            <a:ext cx="538480" cy="538479"/>
          </a:xfrm>
          <a:custGeom>
            <a:avLst/>
            <a:gdLst>
              <a:gd name="connsiteX0" fmla="*/ 538480 w 538480"/>
              <a:gd name="connsiteY0" fmla="*/ 269240 h 538479"/>
              <a:gd name="connsiteX1" fmla="*/ 269240 w 538480"/>
              <a:gd name="connsiteY1" fmla="*/ 538480 h 538479"/>
              <a:gd name="connsiteX2" fmla="*/ 0 w 538480"/>
              <a:gd name="connsiteY2" fmla="*/ 269240 h 538479"/>
              <a:gd name="connsiteX3" fmla="*/ 269240 w 538480"/>
              <a:gd name="connsiteY3" fmla="*/ 0 h 538479"/>
              <a:gd name="connsiteX4" fmla="*/ 538480 w 538480"/>
              <a:gd name="connsiteY4" fmla="*/ 269240 h 53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480" h="538479">
                <a:moveTo>
                  <a:pt x="538480" y="269240"/>
                </a:moveTo>
                <a:cubicBezTo>
                  <a:pt x="538480" y="417937"/>
                  <a:pt x="417937" y="538480"/>
                  <a:pt x="269240" y="538480"/>
                </a:cubicBezTo>
                <a:cubicBezTo>
                  <a:pt x="120543" y="538480"/>
                  <a:pt x="0" y="417937"/>
                  <a:pt x="0" y="269240"/>
                </a:cubicBezTo>
                <a:cubicBezTo>
                  <a:pt x="0" y="120543"/>
                  <a:pt x="120543" y="0"/>
                  <a:pt x="269240" y="0"/>
                </a:cubicBezTo>
                <a:cubicBezTo>
                  <a:pt x="417937" y="0"/>
                  <a:pt x="538480" y="120543"/>
                  <a:pt x="538480" y="269240"/>
                </a:cubicBezTo>
                <a:close/>
              </a:path>
            </a:pathLst>
          </a:custGeom>
          <a:noFill/>
          <a:ln w="25400" cap="flat">
            <a:solidFill>
              <a:srgbClr val="0D2157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F2545AB6-CEE2-F8D2-2A31-9135B89780EB}"/>
              </a:ext>
            </a:extLst>
          </p:cNvPr>
          <p:cNvSpPr/>
          <p:nvPr/>
        </p:nvSpPr>
        <p:spPr>
          <a:xfrm>
            <a:off x="7448263" y="5357435"/>
            <a:ext cx="538480" cy="538479"/>
          </a:xfrm>
          <a:custGeom>
            <a:avLst/>
            <a:gdLst>
              <a:gd name="connsiteX0" fmla="*/ 538480 w 538480"/>
              <a:gd name="connsiteY0" fmla="*/ 269240 h 538479"/>
              <a:gd name="connsiteX1" fmla="*/ 269240 w 538480"/>
              <a:gd name="connsiteY1" fmla="*/ 538480 h 538479"/>
              <a:gd name="connsiteX2" fmla="*/ 0 w 538480"/>
              <a:gd name="connsiteY2" fmla="*/ 269240 h 538479"/>
              <a:gd name="connsiteX3" fmla="*/ 269240 w 538480"/>
              <a:gd name="connsiteY3" fmla="*/ 0 h 538479"/>
              <a:gd name="connsiteX4" fmla="*/ 538480 w 538480"/>
              <a:gd name="connsiteY4" fmla="*/ 269240 h 53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480" h="538479">
                <a:moveTo>
                  <a:pt x="538480" y="269240"/>
                </a:moveTo>
                <a:cubicBezTo>
                  <a:pt x="538480" y="417937"/>
                  <a:pt x="417937" y="538480"/>
                  <a:pt x="269240" y="538480"/>
                </a:cubicBezTo>
                <a:cubicBezTo>
                  <a:pt x="120543" y="538480"/>
                  <a:pt x="0" y="417937"/>
                  <a:pt x="0" y="269240"/>
                </a:cubicBezTo>
                <a:cubicBezTo>
                  <a:pt x="0" y="120543"/>
                  <a:pt x="120543" y="0"/>
                  <a:pt x="269240" y="0"/>
                </a:cubicBezTo>
                <a:cubicBezTo>
                  <a:pt x="417937" y="0"/>
                  <a:pt x="538480" y="120543"/>
                  <a:pt x="538480" y="269240"/>
                </a:cubicBezTo>
                <a:close/>
              </a:path>
            </a:pathLst>
          </a:custGeom>
          <a:noFill/>
          <a:ln w="25400" cap="flat">
            <a:solidFill>
              <a:srgbClr val="0D2157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800F4A1-320E-4562-EF14-0971D1A8BF12}"/>
              </a:ext>
            </a:extLst>
          </p:cNvPr>
          <p:cNvSpPr txBox="1"/>
          <p:nvPr/>
        </p:nvSpPr>
        <p:spPr>
          <a:xfrm>
            <a:off x="2942609" y="2910406"/>
            <a:ext cx="293049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4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B6CAF7-CC0A-99C2-D13C-4E3BC221CF35}"/>
              </a:ext>
            </a:extLst>
          </p:cNvPr>
          <p:cNvSpPr txBox="1"/>
          <p:nvPr/>
        </p:nvSpPr>
        <p:spPr>
          <a:xfrm>
            <a:off x="1694989" y="3187048"/>
            <a:ext cx="42514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5000" b="1" spc="0" baseline="0" dirty="0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5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5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16" name="object 21">
            <a:extLst>
              <a:ext uri="{FF2B5EF4-FFF2-40B4-BE49-F238E27FC236}">
                <a16:creationId xmlns:a16="http://schemas.microsoft.com/office/drawing/2014/main" id="{13521B63-9003-3BAE-F883-9B89EB8DBD4F}"/>
              </a:ext>
            </a:extLst>
          </p:cNvPr>
          <p:cNvSpPr txBox="1"/>
          <p:nvPr/>
        </p:nvSpPr>
        <p:spPr>
          <a:xfrm>
            <a:off x="8245379" y="1351553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chemeClr val="bg1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7" name="object 21">
            <a:extLst>
              <a:ext uri="{FF2B5EF4-FFF2-40B4-BE49-F238E27FC236}">
                <a16:creationId xmlns:a16="http://schemas.microsoft.com/office/drawing/2014/main" id="{C3417C11-388A-B9F5-6B15-AFA528958FD0}"/>
              </a:ext>
            </a:extLst>
          </p:cNvPr>
          <p:cNvSpPr txBox="1"/>
          <p:nvPr/>
        </p:nvSpPr>
        <p:spPr>
          <a:xfrm>
            <a:off x="8245379" y="2713332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chemeClr val="bg1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chemeClr val="bg1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8" name="object 21">
            <a:extLst>
              <a:ext uri="{FF2B5EF4-FFF2-40B4-BE49-F238E27FC236}">
                <a16:creationId xmlns:a16="http://schemas.microsoft.com/office/drawing/2014/main" id="{3D7FEF8F-313C-6766-5521-5ED0B02249BD}"/>
              </a:ext>
            </a:extLst>
          </p:cNvPr>
          <p:cNvSpPr txBox="1"/>
          <p:nvPr/>
        </p:nvSpPr>
        <p:spPr>
          <a:xfrm>
            <a:off x="8245379" y="3949007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0D2057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9" name="object 21">
            <a:extLst>
              <a:ext uri="{FF2B5EF4-FFF2-40B4-BE49-F238E27FC236}">
                <a16:creationId xmlns:a16="http://schemas.microsoft.com/office/drawing/2014/main" id="{703A33A1-DB24-74F5-3BBA-72124335182A}"/>
              </a:ext>
            </a:extLst>
          </p:cNvPr>
          <p:cNvSpPr txBox="1"/>
          <p:nvPr/>
        </p:nvSpPr>
        <p:spPr>
          <a:xfrm>
            <a:off x="8245379" y="5246466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0D2057"/>
              </a:solidFill>
              <a:latin typeface="Libre Franklin" pitchFamily="2" charset="77"/>
              <a:cs typeface="Libre Franklin Medium"/>
            </a:endParaRPr>
          </a:p>
        </p:txBody>
      </p:sp>
      <p:grpSp>
        <p:nvGrpSpPr>
          <p:cNvPr id="20" name="Gráfico 4">
            <a:extLst>
              <a:ext uri="{FF2B5EF4-FFF2-40B4-BE49-F238E27FC236}">
                <a16:creationId xmlns:a16="http://schemas.microsoft.com/office/drawing/2014/main" id="{EC3BDDE2-4D61-FED2-B9EF-5B419183E0DA}"/>
              </a:ext>
            </a:extLst>
          </p:cNvPr>
          <p:cNvGrpSpPr/>
          <p:nvPr/>
        </p:nvGrpSpPr>
        <p:grpSpPr>
          <a:xfrm>
            <a:off x="7565101" y="1547762"/>
            <a:ext cx="282704" cy="319928"/>
            <a:chOff x="8056562" y="2072195"/>
            <a:chExt cx="519874" cy="588327"/>
          </a:xfrm>
          <a:noFill/>
        </p:grpSpPr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426ED976-B233-0EC1-1FEB-0C5C4A1DF682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22" name="Gráfico 4">
              <a:extLst>
                <a:ext uri="{FF2B5EF4-FFF2-40B4-BE49-F238E27FC236}">
                  <a16:creationId xmlns:a16="http://schemas.microsoft.com/office/drawing/2014/main" id="{65E00184-873B-32C5-F23B-274D019ACB73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23" name="Forma libre 22">
                <a:extLst>
                  <a:ext uri="{FF2B5EF4-FFF2-40B4-BE49-F238E27FC236}">
                    <a16:creationId xmlns:a16="http://schemas.microsoft.com/office/drawing/2014/main" id="{5BBC5DC1-7EC3-8901-2216-3815211FAF99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4" name="Forma libre 23">
                <a:extLst>
                  <a:ext uri="{FF2B5EF4-FFF2-40B4-BE49-F238E27FC236}">
                    <a16:creationId xmlns:a16="http://schemas.microsoft.com/office/drawing/2014/main" id="{5105EACE-4487-0824-F5A7-43F24F1F0E65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5" name="Forma libre 24">
                <a:extLst>
                  <a:ext uri="{FF2B5EF4-FFF2-40B4-BE49-F238E27FC236}">
                    <a16:creationId xmlns:a16="http://schemas.microsoft.com/office/drawing/2014/main" id="{D914BB95-3FFF-CBF6-8F98-A9F22D4E1BC8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26" name="Gráfico 4">
            <a:extLst>
              <a:ext uri="{FF2B5EF4-FFF2-40B4-BE49-F238E27FC236}">
                <a16:creationId xmlns:a16="http://schemas.microsoft.com/office/drawing/2014/main" id="{7DDA1A22-E416-714F-90CD-B27F683AC6BC}"/>
              </a:ext>
            </a:extLst>
          </p:cNvPr>
          <p:cNvGrpSpPr/>
          <p:nvPr/>
        </p:nvGrpSpPr>
        <p:grpSpPr>
          <a:xfrm>
            <a:off x="7565101" y="2936714"/>
            <a:ext cx="282704" cy="319928"/>
            <a:chOff x="8056562" y="2072195"/>
            <a:chExt cx="519874" cy="588327"/>
          </a:xfrm>
          <a:noFill/>
        </p:grpSpPr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301B5CC9-F664-2048-7FB2-23E43579D2C9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28" name="Gráfico 4">
              <a:extLst>
                <a:ext uri="{FF2B5EF4-FFF2-40B4-BE49-F238E27FC236}">
                  <a16:creationId xmlns:a16="http://schemas.microsoft.com/office/drawing/2014/main" id="{7FFDFB6D-1267-4639-8D25-EE4E47293948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29" name="Forma libre 28">
                <a:extLst>
                  <a:ext uri="{FF2B5EF4-FFF2-40B4-BE49-F238E27FC236}">
                    <a16:creationId xmlns:a16="http://schemas.microsoft.com/office/drawing/2014/main" id="{5F00D12C-BAD6-6274-AABB-767487346341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0" name="Forma libre 29">
                <a:extLst>
                  <a:ext uri="{FF2B5EF4-FFF2-40B4-BE49-F238E27FC236}">
                    <a16:creationId xmlns:a16="http://schemas.microsoft.com/office/drawing/2014/main" id="{1B8E230D-5BEE-09D1-0094-BDA3F71D39B7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1" name="Forma libre 30">
                <a:extLst>
                  <a:ext uri="{FF2B5EF4-FFF2-40B4-BE49-F238E27FC236}">
                    <a16:creationId xmlns:a16="http://schemas.microsoft.com/office/drawing/2014/main" id="{B9C3C243-F410-D6A8-8861-5D6011C4FD93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32" name="Gráfico 4">
            <a:extLst>
              <a:ext uri="{FF2B5EF4-FFF2-40B4-BE49-F238E27FC236}">
                <a16:creationId xmlns:a16="http://schemas.microsoft.com/office/drawing/2014/main" id="{E73D5874-5627-CA1C-7C61-8B8562EC09B8}"/>
              </a:ext>
            </a:extLst>
          </p:cNvPr>
          <p:cNvGrpSpPr/>
          <p:nvPr/>
        </p:nvGrpSpPr>
        <p:grpSpPr>
          <a:xfrm>
            <a:off x="7559375" y="4184530"/>
            <a:ext cx="291288" cy="329643"/>
            <a:chOff x="8056562" y="2072195"/>
            <a:chExt cx="519874" cy="588327"/>
          </a:xfrm>
          <a:noFill/>
        </p:grpSpPr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8567EEAA-9068-7D3D-CD21-CCE1E35189C5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34" name="Gráfico 4">
              <a:extLst>
                <a:ext uri="{FF2B5EF4-FFF2-40B4-BE49-F238E27FC236}">
                  <a16:creationId xmlns:a16="http://schemas.microsoft.com/office/drawing/2014/main" id="{70B62C1B-C144-A06E-DA22-17F7F007020B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35" name="Forma libre 34">
                <a:extLst>
                  <a:ext uri="{FF2B5EF4-FFF2-40B4-BE49-F238E27FC236}">
                    <a16:creationId xmlns:a16="http://schemas.microsoft.com/office/drawing/2014/main" id="{A34985ED-6E38-1624-D74E-D1EFB996FA02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6" name="Forma libre 35">
                <a:extLst>
                  <a:ext uri="{FF2B5EF4-FFF2-40B4-BE49-F238E27FC236}">
                    <a16:creationId xmlns:a16="http://schemas.microsoft.com/office/drawing/2014/main" id="{165EA6C5-089F-780D-ADC3-7173EB9C15E5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7" name="Forma libre 36">
                <a:extLst>
                  <a:ext uri="{FF2B5EF4-FFF2-40B4-BE49-F238E27FC236}">
                    <a16:creationId xmlns:a16="http://schemas.microsoft.com/office/drawing/2014/main" id="{8D17529D-1142-BE35-C46B-10864A8BAEE9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38" name="Gráfico 4">
            <a:extLst>
              <a:ext uri="{FF2B5EF4-FFF2-40B4-BE49-F238E27FC236}">
                <a16:creationId xmlns:a16="http://schemas.microsoft.com/office/drawing/2014/main" id="{3C0B4D6E-6263-0BBE-DB44-1A0B4C2ABD8C}"/>
              </a:ext>
            </a:extLst>
          </p:cNvPr>
          <p:cNvGrpSpPr/>
          <p:nvPr/>
        </p:nvGrpSpPr>
        <p:grpSpPr>
          <a:xfrm>
            <a:off x="7559375" y="5495538"/>
            <a:ext cx="291288" cy="329643"/>
            <a:chOff x="8056562" y="2072195"/>
            <a:chExt cx="519874" cy="588327"/>
          </a:xfrm>
          <a:noFill/>
        </p:grpSpPr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49DD1E24-D39B-E44E-845F-79C9A925E774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40" name="Gráfico 4">
              <a:extLst>
                <a:ext uri="{FF2B5EF4-FFF2-40B4-BE49-F238E27FC236}">
                  <a16:creationId xmlns:a16="http://schemas.microsoft.com/office/drawing/2014/main" id="{89513983-F971-525B-E34A-E951F73ED449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41" name="Forma libre 40">
                <a:extLst>
                  <a:ext uri="{FF2B5EF4-FFF2-40B4-BE49-F238E27FC236}">
                    <a16:creationId xmlns:a16="http://schemas.microsoft.com/office/drawing/2014/main" id="{DE373D1B-D12E-618C-0893-B1B3503DB824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42" name="Forma libre 41">
                <a:extLst>
                  <a:ext uri="{FF2B5EF4-FFF2-40B4-BE49-F238E27FC236}">
                    <a16:creationId xmlns:a16="http://schemas.microsoft.com/office/drawing/2014/main" id="{A7165E53-20B7-5F95-7B09-E5DAE8E77DF5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43" name="Forma libre 42">
                <a:extLst>
                  <a:ext uri="{FF2B5EF4-FFF2-40B4-BE49-F238E27FC236}">
                    <a16:creationId xmlns:a16="http://schemas.microsoft.com/office/drawing/2014/main" id="{A2CCDC61-0B23-8837-0D71-62BE0F18D005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sp>
        <p:nvSpPr>
          <p:cNvPr id="46" name="Gráfico 44">
            <a:extLst>
              <a:ext uri="{FF2B5EF4-FFF2-40B4-BE49-F238E27FC236}">
                <a16:creationId xmlns:a16="http://schemas.microsoft.com/office/drawing/2014/main" id="{4AC535E3-9B62-8572-D2F1-48E4943BCC51}"/>
              </a:ext>
            </a:extLst>
          </p:cNvPr>
          <p:cNvSpPr/>
          <p:nvPr/>
        </p:nvSpPr>
        <p:spPr>
          <a:xfrm>
            <a:off x="1219897" y="-8509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47" name="Gráfico 44">
            <a:extLst>
              <a:ext uri="{FF2B5EF4-FFF2-40B4-BE49-F238E27FC236}">
                <a16:creationId xmlns:a16="http://schemas.microsoft.com/office/drawing/2014/main" id="{46E1B050-F960-A1CB-D361-F10C875F69A9}"/>
              </a:ext>
            </a:extLst>
          </p:cNvPr>
          <p:cNvSpPr/>
          <p:nvPr/>
        </p:nvSpPr>
        <p:spPr>
          <a:xfrm>
            <a:off x="1219896" y="-8509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solidFill>
            <a:srgbClr val="11225A">
              <a:alpha val="48756"/>
            </a:srgbClr>
          </a:solid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6BA62B5B-B9F5-9FB2-1487-4F7394C89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2977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5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áfico 44">
            <a:extLst>
              <a:ext uri="{FF2B5EF4-FFF2-40B4-BE49-F238E27FC236}">
                <a16:creationId xmlns:a16="http://schemas.microsoft.com/office/drawing/2014/main" id="{CA49159A-FD4B-B81C-11BD-CE12989A0926}"/>
              </a:ext>
            </a:extLst>
          </p:cNvPr>
          <p:cNvSpPr/>
          <p:nvPr/>
        </p:nvSpPr>
        <p:spPr>
          <a:xfrm>
            <a:off x="1219897" y="-250556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12" name="Gráfico 44">
            <a:extLst>
              <a:ext uri="{FF2B5EF4-FFF2-40B4-BE49-F238E27FC236}">
                <a16:creationId xmlns:a16="http://schemas.microsoft.com/office/drawing/2014/main" id="{2C40DA99-8DF0-2E3D-8BA4-231B57FED807}"/>
              </a:ext>
            </a:extLst>
          </p:cNvPr>
          <p:cNvSpPr/>
          <p:nvPr/>
        </p:nvSpPr>
        <p:spPr>
          <a:xfrm>
            <a:off x="1218977" y="-255256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solidFill>
            <a:srgbClr val="11225A">
              <a:alpha val="48756"/>
            </a:srgbClr>
          </a:solid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04D33B-EC8C-0DA2-9C71-77EB8DE36401}"/>
              </a:ext>
            </a:extLst>
          </p:cNvPr>
          <p:cNvSpPr txBox="1"/>
          <p:nvPr/>
        </p:nvSpPr>
        <p:spPr>
          <a:xfrm>
            <a:off x="7142796" y="2361524"/>
            <a:ext cx="460118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exerci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tation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ullamcorper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suscipit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lobortis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nisl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aliquip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ex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commodo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consequat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Duis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autem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iriure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in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hendrerit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in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vulputate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esse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molestie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consequat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illum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feugiat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nulla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facilisis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at vero eros et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accumsan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et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iusto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odio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dignissim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qui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blandit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praesent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luptatum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zzril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delenit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augue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duis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te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feugait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nulla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facilisi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</a:t>
            </a:r>
          </a:p>
          <a:p>
            <a:pPr algn="l"/>
            <a:endParaRPr lang="es-CO" sz="1200" spc="-66" dirty="0">
              <a:ln/>
              <a:solidFill>
                <a:srgbClr val="FFFFFF"/>
              </a:solidFill>
              <a:latin typeface="Libre Franklin"/>
              <a:sym typeface="Libre Franklin"/>
              <a:rtl val="0"/>
            </a:endParaRPr>
          </a:p>
          <a:p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exerci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tation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ullamcorper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suscipit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lobortis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nisl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aliquip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ex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commodo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consequat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Duis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autem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iriure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in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hendrerit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in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vulputate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esse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molestie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consequat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vel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illum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eu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feugiat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nulla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facilisis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at vero eros et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accumsan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et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iusto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odio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dignissim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qui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blandit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praesent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luptatum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zzril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delenit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augue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duis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te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feugait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nulla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6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facilisi</a:t>
            </a:r>
            <a:r>
              <a:rPr lang="es-CO" sz="1200" spc="-66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5E9C0E-0C21-0CDF-79D9-A2C7DDA2F023}"/>
              </a:ext>
            </a:extLst>
          </p:cNvPr>
          <p:cNvSpPr txBox="1"/>
          <p:nvPr/>
        </p:nvSpPr>
        <p:spPr>
          <a:xfrm>
            <a:off x="1225899" y="3244508"/>
            <a:ext cx="4762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9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FFE1A3A-5307-F69B-21D1-522B7D180718}"/>
              </a:ext>
            </a:extLst>
          </p:cNvPr>
          <p:cNvSpPr txBox="1"/>
          <p:nvPr/>
        </p:nvSpPr>
        <p:spPr>
          <a:xfrm>
            <a:off x="7130795" y="1712059"/>
            <a:ext cx="2900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2400" b="1" spc="-63" baseline="0" dirty="0" err="1">
                <a:ln/>
                <a:solidFill>
                  <a:srgbClr val="FFFFFF"/>
                </a:solidFill>
                <a:latin typeface="LibreFranklin-ExtraBold"/>
                <a:sym typeface="LibreFranklin-ExtraBold"/>
                <a:rtl val="0"/>
              </a:rPr>
              <a:t>Lorem</a:t>
            </a:r>
            <a:r>
              <a:rPr lang="es-CO" sz="2400" b="1" spc="-63" baseline="0" dirty="0">
                <a:ln/>
                <a:solidFill>
                  <a:srgbClr val="FFFFFF"/>
                </a:solidFill>
                <a:latin typeface="LibreFranklin-ExtraBold"/>
                <a:sym typeface="LibreFranklin-ExtraBold"/>
                <a:rtl val="0"/>
              </a:rPr>
              <a:t> </a:t>
            </a:r>
            <a:r>
              <a:rPr lang="es-CO" sz="2400" b="1" spc="-63" baseline="0" dirty="0" err="1">
                <a:ln/>
                <a:solidFill>
                  <a:srgbClr val="FFFFFF"/>
                </a:solidFill>
                <a:latin typeface="LibreFranklin-ExtraBold"/>
                <a:sym typeface="LibreFranklin-ExtraBold"/>
                <a:rtl val="0"/>
              </a:rPr>
              <a:t>ipsum</a:t>
            </a:r>
            <a:r>
              <a:rPr lang="es-CO" sz="2400" b="1" spc="-63" baseline="0" dirty="0">
                <a:ln/>
                <a:solidFill>
                  <a:srgbClr val="FFFFFF"/>
                </a:solidFill>
                <a:latin typeface="LibreFranklin-ExtraBold"/>
                <a:sym typeface="LibreFranklin-ExtraBold"/>
                <a:rtl val="0"/>
              </a:rPr>
              <a:t> dolor:</a:t>
            </a:r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69E51873-5EE9-F2DC-FA23-4F54F411BA17}"/>
              </a:ext>
            </a:extLst>
          </p:cNvPr>
          <p:cNvSpPr/>
          <p:nvPr/>
        </p:nvSpPr>
        <p:spPr>
          <a:xfrm>
            <a:off x="2094408" y="3164268"/>
            <a:ext cx="3027946" cy="360108"/>
          </a:xfrm>
          <a:custGeom>
            <a:avLst/>
            <a:gdLst>
              <a:gd name="connsiteX0" fmla="*/ 3027375 w 3027946"/>
              <a:gd name="connsiteY0" fmla="*/ 177483 h 360108"/>
              <a:gd name="connsiteX1" fmla="*/ 3027375 w 3027946"/>
              <a:gd name="connsiteY1" fmla="*/ 177483 h 360108"/>
              <a:gd name="connsiteX2" fmla="*/ 3027375 w 3027946"/>
              <a:gd name="connsiteY2" fmla="*/ 177419 h 360108"/>
              <a:gd name="connsiteX3" fmla="*/ 3025343 w 3027946"/>
              <a:gd name="connsiteY3" fmla="*/ 174942 h 360108"/>
              <a:gd name="connsiteX4" fmla="*/ 3024708 w 3027946"/>
              <a:gd name="connsiteY4" fmla="*/ 174498 h 360108"/>
              <a:gd name="connsiteX5" fmla="*/ 3024073 w 3027946"/>
              <a:gd name="connsiteY5" fmla="*/ 174053 h 360108"/>
              <a:gd name="connsiteX6" fmla="*/ 2946412 w 3027946"/>
              <a:gd name="connsiteY6" fmla="*/ 108648 h 360108"/>
              <a:gd name="connsiteX7" fmla="*/ 2930347 w 3027946"/>
              <a:gd name="connsiteY7" fmla="*/ 56833 h 360108"/>
              <a:gd name="connsiteX8" fmla="*/ 2930347 w 3027946"/>
              <a:gd name="connsiteY8" fmla="*/ 56833 h 360108"/>
              <a:gd name="connsiteX9" fmla="*/ 2873514 w 3027946"/>
              <a:gd name="connsiteY9" fmla="*/ 0 h 360108"/>
              <a:gd name="connsiteX10" fmla="*/ 154317 w 3027946"/>
              <a:gd name="connsiteY10" fmla="*/ 0 h 360108"/>
              <a:gd name="connsiteX11" fmla="*/ 97485 w 3027946"/>
              <a:gd name="connsiteY11" fmla="*/ 56833 h 360108"/>
              <a:gd name="connsiteX12" fmla="*/ 97485 w 3027946"/>
              <a:gd name="connsiteY12" fmla="*/ 56833 h 360108"/>
              <a:gd name="connsiteX13" fmla="*/ 81419 w 3027946"/>
              <a:gd name="connsiteY13" fmla="*/ 108648 h 360108"/>
              <a:gd name="connsiteX14" fmla="*/ 3759 w 3027946"/>
              <a:gd name="connsiteY14" fmla="*/ 174053 h 360108"/>
              <a:gd name="connsiteX15" fmla="*/ 3124 w 3027946"/>
              <a:gd name="connsiteY15" fmla="*/ 174498 h 360108"/>
              <a:gd name="connsiteX16" fmla="*/ 2489 w 3027946"/>
              <a:gd name="connsiteY16" fmla="*/ 174942 h 360108"/>
              <a:gd name="connsiteX17" fmla="*/ 457 w 3027946"/>
              <a:gd name="connsiteY17" fmla="*/ 177419 h 360108"/>
              <a:gd name="connsiteX18" fmla="*/ 457 w 3027946"/>
              <a:gd name="connsiteY18" fmla="*/ 177483 h 360108"/>
              <a:gd name="connsiteX19" fmla="*/ 457 w 3027946"/>
              <a:gd name="connsiteY19" fmla="*/ 177483 h 360108"/>
              <a:gd name="connsiteX20" fmla="*/ 12 w 3027946"/>
              <a:gd name="connsiteY20" fmla="*/ 179959 h 360108"/>
              <a:gd name="connsiteX21" fmla="*/ 520 w 3027946"/>
              <a:gd name="connsiteY21" fmla="*/ 182372 h 360108"/>
              <a:gd name="connsiteX22" fmla="*/ 520 w 3027946"/>
              <a:gd name="connsiteY22" fmla="*/ 182372 h 360108"/>
              <a:gd name="connsiteX23" fmla="*/ 838 w 3027946"/>
              <a:gd name="connsiteY23" fmla="*/ 182880 h 360108"/>
              <a:gd name="connsiteX24" fmla="*/ 1917 w 3027946"/>
              <a:gd name="connsiteY24" fmla="*/ 184404 h 360108"/>
              <a:gd name="connsiteX25" fmla="*/ 3124 w 3027946"/>
              <a:gd name="connsiteY25" fmla="*/ 185229 h 360108"/>
              <a:gd name="connsiteX26" fmla="*/ 3886 w 3027946"/>
              <a:gd name="connsiteY26" fmla="*/ 185738 h 360108"/>
              <a:gd name="connsiteX27" fmla="*/ 81483 w 3027946"/>
              <a:gd name="connsiteY27" fmla="*/ 251206 h 360108"/>
              <a:gd name="connsiteX28" fmla="*/ 97548 w 3027946"/>
              <a:gd name="connsiteY28" fmla="*/ 303022 h 360108"/>
              <a:gd name="connsiteX29" fmla="*/ 97548 w 3027946"/>
              <a:gd name="connsiteY29" fmla="*/ 303276 h 360108"/>
              <a:gd name="connsiteX30" fmla="*/ 154381 w 3027946"/>
              <a:gd name="connsiteY30" fmla="*/ 360109 h 360108"/>
              <a:gd name="connsiteX31" fmla="*/ 2873578 w 3027946"/>
              <a:gd name="connsiteY31" fmla="*/ 360109 h 360108"/>
              <a:gd name="connsiteX32" fmla="*/ 2930410 w 3027946"/>
              <a:gd name="connsiteY32" fmla="*/ 303276 h 360108"/>
              <a:gd name="connsiteX33" fmla="*/ 2930410 w 3027946"/>
              <a:gd name="connsiteY33" fmla="*/ 303022 h 360108"/>
              <a:gd name="connsiteX34" fmla="*/ 2946476 w 3027946"/>
              <a:gd name="connsiteY34" fmla="*/ 251206 h 360108"/>
              <a:gd name="connsiteX35" fmla="*/ 3024073 w 3027946"/>
              <a:gd name="connsiteY35" fmla="*/ 185738 h 360108"/>
              <a:gd name="connsiteX36" fmla="*/ 3024835 w 3027946"/>
              <a:gd name="connsiteY36" fmla="*/ 185229 h 360108"/>
              <a:gd name="connsiteX37" fmla="*/ 3026041 w 3027946"/>
              <a:gd name="connsiteY37" fmla="*/ 184404 h 360108"/>
              <a:gd name="connsiteX38" fmla="*/ 3027121 w 3027946"/>
              <a:gd name="connsiteY38" fmla="*/ 182880 h 360108"/>
              <a:gd name="connsiteX39" fmla="*/ 3027439 w 3027946"/>
              <a:gd name="connsiteY39" fmla="*/ 182372 h 360108"/>
              <a:gd name="connsiteX40" fmla="*/ 3027439 w 3027946"/>
              <a:gd name="connsiteY40" fmla="*/ 182372 h 360108"/>
              <a:gd name="connsiteX41" fmla="*/ 3027946 w 3027946"/>
              <a:gd name="connsiteY41" fmla="*/ 179959 h 360108"/>
              <a:gd name="connsiteX42" fmla="*/ 3027502 w 3027946"/>
              <a:gd name="connsiteY42" fmla="*/ 177483 h 36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027946" h="360108">
                <a:moveTo>
                  <a:pt x="3027375" y="177483"/>
                </a:moveTo>
                <a:cubicBezTo>
                  <a:pt x="3027375" y="177483"/>
                  <a:pt x="3027375" y="177483"/>
                  <a:pt x="3027375" y="177483"/>
                </a:cubicBezTo>
                <a:cubicBezTo>
                  <a:pt x="3027375" y="177483"/>
                  <a:pt x="3027375" y="177483"/>
                  <a:pt x="3027375" y="177419"/>
                </a:cubicBezTo>
                <a:cubicBezTo>
                  <a:pt x="3026930" y="176403"/>
                  <a:pt x="3026232" y="175641"/>
                  <a:pt x="3025343" y="174942"/>
                </a:cubicBezTo>
                <a:cubicBezTo>
                  <a:pt x="3025152" y="174752"/>
                  <a:pt x="3024898" y="174625"/>
                  <a:pt x="3024708" y="174498"/>
                </a:cubicBezTo>
                <a:cubicBezTo>
                  <a:pt x="3024517" y="174371"/>
                  <a:pt x="3024327" y="174180"/>
                  <a:pt x="3024073" y="174053"/>
                </a:cubicBezTo>
                <a:cubicBezTo>
                  <a:pt x="2994609" y="161353"/>
                  <a:pt x="2965653" y="136398"/>
                  <a:pt x="2946412" y="108648"/>
                </a:cubicBezTo>
                <a:cubicBezTo>
                  <a:pt x="2935871" y="93472"/>
                  <a:pt x="2930347" y="75311"/>
                  <a:pt x="2930347" y="56833"/>
                </a:cubicBezTo>
                <a:lnTo>
                  <a:pt x="2930347" y="56833"/>
                </a:lnTo>
                <a:cubicBezTo>
                  <a:pt x="2930347" y="25400"/>
                  <a:pt x="2904883" y="0"/>
                  <a:pt x="2873514" y="0"/>
                </a:cubicBezTo>
                <a:lnTo>
                  <a:pt x="154317" y="0"/>
                </a:lnTo>
                <a:cubicBezTo>
                  <a:pt x="122948" y="0"/>
                  <a:pt x="97485" y="25464"/>
                  <a:pt x="97485" y="56833"/>
                </a:cubicBezTo>
                <a:lnTo>
                  <a:pt x="97485" y="56833"/>
                </a:lnTo>
                <a:cubicBezTo>
                  <a:pt x="97485" y="75311"/>
                  <a:pt x="91960" y="93472"/>
                  <a:pt x="81419" y="108648"/>
                </a:cubicBezTo>
                <a:cubicBezTo>
                  <a:pt x="62179" y="136398"/>
                  <a:pt x="33223" y="161353"/>
                  <a:pt x="3759" y="174053"/>
                </a:cubicBezTo>
                <a:cubicBezTo>
                  <a:pt x="3505" y="174180"/>
                  <a:pt x="3378" y="174371"/>
                  <a:pt x="3124" y="174498"/>
                </a:cubicBezTo>
                <a:cubicBezTo>
                  <a:pt x="2870" y="174625"/>
                  <a:pt x="2679" y="174816"/>
                  <a:pt x="2489" y="174942"/>
                </a:cubicBezTo>
                <a:cubicBezTo>
                  <a:pt x="1600" y="175641"/>
                  <a:pt x="838" y="176403"/>
                  <a:pt x="457" y="177419"/>
                </a:cubicBezTo>
                <a:cubicBezTo>
                  <a:pt x="457" y="177419"/>
                  <a:pt x="457" y="177419"/>
                  <a:pt x="457" y="177483"/>
                </a:cubicBezTo>
                <a:cubicBezTo>
                  <a:pt x="457" y="177483"/>
                  <a:pt x="457" y="177483"/>
                  <a:pt x="457" y="177483"/>
                </a:cubicBezTo>
                <a:cubicBezTo>
                  <a:pt x="139" y="178245"/>
                  <a:pt x="-51" y="179070"/>
                  <a:pt x="12" y="179959"/>
                </a:cubicBezTo>
                <a:cubicBezTo>
                  <a:pt x="12" y="180785"/>
                  <a:pt x="203" y="181610"/>
                  <a:pt x="520" y="182372"/>
                </a:cubicBezTo>
                <a:cubicBezTo>
                  <a:pt x="520" y="182372"/>
                  <a:pt x="520" y="182372"/>
                  <a:pt x="520" y="182372"/>
                </a:cubicBezTo>
                <a:cubicBezTo>
                  <a:pt x="584" y="182563"/>
                  <a:pt x="774" y="182690"/>
                  <a:pt x="838" y="182880"/>
                </a:cubicBezTo>
                <a:cubicBezTo>
                  <a:pt x="1155" y="183452"/>
                  <a:pt x="1473" y="183960"/>
                  <a:pt x="1917" y="184404"/>
                </a:cubicBezTo>
                <a:cubicBezTo>
                  <a:pt x="2298" y="184785"/>
                  <a:pt x="2743" y="184976"/>
                  <a:pt x="3124" y="185229"/>
                </a:cubicBezTo>
                <a:cubicBezTo>
                  <a:pt x="3378" y="185420"/>
                  <a:pt x="3632" y="185610"/>
                  <a:pt x="3886" y="185738"/>
                </a:cubicBezTo>
                <a:cubicBezTo>
                  <a:pt x="32969" y="197676"/>
                  <a:pt x="61925" y="222758"/>
                  <a:pt x="81483" y="251206"/>
                </a:cubicBezTo>
                <a:cubicBezTo>
                  <a:pt x="91960" y="266446"/>
                  <a:pt x="97548" y="284544"/>
                  <a:pt x="97548" y="303022"/>
                </a:cubicBezTo>
                <a:lnTo>
                  <a:pt x="97548" y="303276"/>
                </a:lnTo>
                <a:cubicBezTo>
                  <a:pt x="97548" y="334645"/>
                  <a:pt x="123012" y="360109"/>
                  <a:pt x="154381" y="360109"/>
                </a:cubicBezTo>
                <a:lnTo>
                  <a:pt x="2873578" y="360109"/>
                </a:lnTo>
                <a:cubicBezTo>
                  <a:pt x="2904947" y="360109"/>
                  <a:pt x="2930410" y="334645"/>
                  <a:pt x="2930410" y="303276"/>
                </a:cubicBezTo>
                <a:lnTo>
                  <a:pt x="2930410" y="303022"/>
                </a:lnTo>
                <a:cubicBezTo>
                  <a:pt x="2930410" y="284544"/>
                  <a:pt x="2935998" y="266446"/>
                  <a:pt x="2946476" y="251206"/>
                </a:cubicBezTo>
                <a:cubicBezTo>
                  <a:pt x="2966034" y="222758"/>
                  <a:pt x="2994990" y="197676"/>
                  <a:pt x="3024073" y="185738"/>
                </a:cubicBezTo>
                <a:cubicBezTo>
                  <a:pt x="3024390" y="185610"/>
                  <a:pt x="3024581" y="185357"/>
                  <a:pt x="3024835" y="185229"/>
                </a:cubicBezTo>
                <a:cubicBezTo>
                  <a:pt x="3025279" y="184976"/>
                  <a:pt x="3025724" y="184785"/>
                  <a:pt x="3026041" y="184404"/>
                </a:cubicBezTo>
                <a:cubicBezTo>
                  <a:pt x="3026486" y="183960"/>
                  <a:pt x="3026803" y="183452"/>
                  <a:pt x="3027121" y="182880"/>
                </a:cubicBezTo>
                <a:cubicBezTo>
                  <a:pt x="3027248" y="182690"/>
                  <a:pt x="3027375" y="182563"/>
                  <a:pt x="3027439" y="182372"/>
                </a:cubicBezTo>
                <a:cubicBezTo>
                  <a:pt x="3027439" y="182372"/>
                  <a:pt x="3027439" y="182372"/>
                  <a:pt x="3027439" y="182372"/>
                </a:cubicBezTo>
                <a:cubicBezTo>
                  <a:pt x="3027756" y="181610"/>
                  <a:pt x="3027946" y="180785"/>
                  <a:pt x="3027946" y="179959"/>
                </a:cubicBezTo>
                <a:cubicBezTo>
                  <a:pt x="3027946" y="179134"/>
                  <a:pt x="3027756" y="178308"/>
                  <a:pt x="3027502" y="177483"/>
                </a:cubicBezTo>
                <a:close/>
              </a:path>
            </a:pathLst>
          </a:custGeom>
          <a:solidFill>
            <a:srgbClr val="F7EF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44DCF3-9C35-4D40-731B-E401CAD12C06}"/>
              </a:ext>
            </a:extLst>
          </p:cNvPr>
          <p:cNvSpPr txBox="1"/>
          <p:nvPr/>
        </p:nvSpPr>
        <p:spPr>
          <a:xfrm>
            <a:off x="2397618" y="3153008"/>
            <a:ext cx="2419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2000" spc="0" baseline="0" dirty="0" err="1">
                <a:ln/>
                <a:solidFill>
                  <a:srgbClr val="0D2157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000" spc="0" baseline="0" dirty="0">
                <a:ln/>
                <a:solidFill>
                  <a:srgbClr val="0D2157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0D2157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000" spc="0" baseline="0" dirty="0">
                <a:ln/>
                <a:solidFill>
                  <a:srgbClr val="0D2157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8BB91DF6-B095-F3FE-FE78-63CA6FA256FC}"/>
              </a:ext>
            </a:extLst>
          </p:cNvPr>
          <p:cNvSpPr/>
          <p:nvPr/>
        </p:nvSpPr>
        <p:spPr>
          <a:xfrm>
            <a:off x="6708727" y="1528508"/>
            <a:ext cx="103425" cy="4207890"/>
          </a:xfrm>
          <a:custGeom>
            <a:avLst/>
            <a:gdLst>
              <a:gd name="connsiteX0" fmla="*/ 103425 w 103425"/>
              <a:gd name="connsiteY0" fmla="*/ 0 h 4207890"/>
              <a:gd name="connsiteX1" fmla="*/ 103425 w 103425"/>
              <a:gd name="connsiteY1" fmla="*/ 1769301 h 4207890"/>
              <a:gd name="connsiteX2" fmla="*/ 103425 w 103425"/>
              <a:gd name="connsiteY2" fmla="*/ 1769745 h 4207890"/>
              <a:gd name="connsiteX3" fmla="*/ 102727 w 103425"/>
              <a:gd name="connsiteY3" fmla="*/ 1777682 h 4207890"/>
              <a:gd name="connsiteX4" fmla="*/ 102091 w 103425"/>
              <a:gd name="connsiteY4" fmla="*/ 1787334 h 4207890"/>
              <a:gd name="connsiteX5" fmla="*/ 98409 w 103425"/>
              <a:gd name="connsiteY5" fmla="*/ 1814513 h 4207890"/>
              <a:gd name="connsiteX6" fmla="*/ 95552 w 103425"/>
              <a:gd name="connsiteY6" fmla="*/ 1825371 h 4207890"/>
              <a:gd name="connsiteX7" fmla="*/ 95552 w 103425"/>
              <a:gd name="connsiteY7" fmla="*/ 1825498 h 4207890"/>
              <a:gd name="connsiteX8" fmla="*/ 1191 w 103425"/>
              <a:gd name="connsiteY8" fmla="*/ 1907731 h 4207890"/>
              <a:gd name="connsiteX9" fmla="*/ 1191 w 103425"/>
              <a:gd name="connsiteY9" fmla="*/ 1910906 h 4207890"/>
              <a:gd name="connsiteX10" fmla="*/ 95043 w 103425"/>
              <a:gd name="connsiteY10" fmla="*/ 1991995 h 4207890"/>
              <a:gd name="connsiteX11" fmla="*/ 95869 w 103425"/>
              <a:gd name="connsiteY11" fmla="*/ 1994535 h 4207890"/>
              <a:gd name="connsiteX12" fmla="*/ 102791 w 103425"/>
              <a:gd name="connsiteY12" fmla="*/ 2032381 h 4207890"/>
              <a:gd name="connsiteX13" fmla="*/ 103425 w 103425"/>
              <a:gd name="connsiteY13" fmla="*/ 2041398 h 4207890"/>
              <a:gd name="connsiteX14" fmla="*/ 103425 w 103425"/>
              <a:gd name="connsiteY14" fmla="*/ 4207891 h 420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3425" h="4207890">
                <a:moveTo>
                  <a:pt x="103425" y="0"/>
                </a:moveTo>
                <a:lnTo>
                  <a:pt x="103425" y="1769301"/>
                </a:lnTo>
                <a:cubicBezTo>
                  <a:pt x="103425" y="1769301"/>
                  <a:pt x="103425" y="1769618"/>
                  <a:pt x="103425" y="1769745"/>
                </a:cubicBezTo>
                <a:cubicBezTo>
                  <a:pt x="103171" y="1772412"/>
                  <a:pt x="102917" y="1775015"/>
                  <a:pt x="102727" y="1777682"/>
                </a:cubicBezTo>
                <a:cubicBezTo>
                  <a:pt x="102473" y="1780857"/>
                  <a:pt x="102282" y="1784096"/>
                  <a:pt x="102091" y="1787334"/>
                </a:cubicBezTo>
                <a:cubicBezTo>
                  <a:pt x="101457" y="1796478"/>
                  <a:pt x="100441" y="1805559"/>
                  <a:pt x="98409" y="1814513"/>
                </a:cubicBezTo>
                <a:cubicBezTo>
                  <a:pt x="97583" y="1818259"/>
                  <a:pt x="96567" y="1821878"/>
                  <a:pt x="95552" y="1825371"/>
                </a:cubicBezTo>
                <a:lnTo>
                  <a:pt x="95552" y="1825498"/>
                </a:lnTo>
                <a:cubicBezTo>
                  <a:pt x="75993" y="1878965"/>
                  <a:pt x="18653" y="1901888"/>
                  <a:pt x="1191" y="1907731"/>
                </a:cubicBezTo>
                <a:cubicBezTo>
                  <a:pt x="-397" y="1908238"/>
                  <a:pt x="-397" y="1910398"/>
                  <a:pt x="1191" y="1910906"/>
                </a:cubicBezTo>
                <a:cubicBezTo>
                  <a:pt x="18462" y="1916748"/>
                  <a:pt x="75104" y="1939353"/>
                  <a:pt x="95043" y="1991995"/>
                </a:cubicBezTo>
                <a:lnTo>
                  <a:pt x="95869" y="1994535"/>
                </a:lnTo>
                <a:cubicBezTo>
                  <a:pt x="99425" y="2006854"/>
                  <a:pt x="101965" y="2019618"/>
                  <a:pt x="102791" y="2032381"/>
                </a:cubicBezTo>
                <a:cubicBezTo>
                  <a:pt x="102981" y="2035429"/>
                  <a:pt x="103171" y="2038413"/>
                  <a:pt x="103425" y="2041398"/>
                </a:cubicBezTo>
                <a:lnTo>
                  <a:pt x="103425" y="4207891"/>
                </a:lnTo>
              </a:path>
            </a:pathLst>
          </a:custGeom>
          <a:noFill/>
          <a:ln w="1670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68E0524-BA59-C398-5C6A-58C8B2374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2190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81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2D586E-B713-D2D1-C61A-9281BF8D9E8F}"/>
              </a:ext>
            </a:extLst>
          </p:cNvPr>
          <p:cNvSpPr txBox="1"/>
          <p:nvPr/>
        </p:nvSpPr>
        <p:spPr>
          <a:xfrm>
            <a:off x="6770245" y="1174051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E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44FA87B5-09C3-C9D1-80AE-4635E043213B}"/>
              </a:ext>
            </a:extLst>
          </p:cNvPr>
          <p:cNvSpPr/>
          <p:nvPr/>
        </p:nvSpPr>
        <p:spPr>
          <a:xfrm>
            <a:off x="6102794" y="1232280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9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7 h 581025"/>
              <a:gd name="connsiteX7" fmla="*/ 149733 w 582485"/>
              <a:gd name="connsiteY7" fmla="*/ 74867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7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1"/>
                  <a:pt x="514858" y="214821"/>
                  <a:pt x="514413" y="207709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7"/>
                </a:lnTo>
                <a:cubicBezTo>
                  <a:pt x="478346" y="74867"/>
                  <a:pt x="149733" y="74867"/>
                  <a:pt x="149733" y="74867"/>
                </a:cubicBezTo>
                <a:cubicBezTo>
                  <a:pt x="67056" y="74867"/>
                  <a:pt x="0" y="141923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8"/>
                  <a:pt x="517017" y="363982"/>
                </a:cubicBezTo>
                <a:cubicBezTo>
                  <a:pt x="517462" y="361760"/>
                  <a:pt x="518033" y="359601"/>
                  <a:pt x="518350" y="358457"/>
                </a:cubicBezTo>
                <a:cubicBezTo>
                  <a:pt x="528637" y="328867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30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DDDF36-E391-BE41-1B51-638ECDB90EDE}"/>
              </a:ext>
            </a:extLst>
          </p:cNvPr>
          <p:cNvSpPr txBox="1"/>
          <p:nvPr/>
        </p:nvSpPr>
        <p:spPr>
          <a:xfrm>
            <a:off x="6129083" y="1286942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FFFFFF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5F11A087-7DDA-CA3A-A640-98127D4FBD83}"/>
              </a:ext>
            </a:extLst>
          </p:cNvPr>
          <p:cNvSpPr/>
          <p:nvPr/>
        </p:nvSpPr>
        <p:spPr>
          <a:xfrm>
            <a:off x="6102794" y="2185416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8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7 h 581025"/>
              <a:gd name="connsiteX7" fmla="*/ 149733 w 582485"/>
              <a:gd name="connsiteY7" fmla="*/ 74867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7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1"/>
                  <a:pt x="514858" y="214820"/>
                  <a:pt x="514413" y="207708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7"/>
                </a:lnTo>
                <a:cubicBezTo>
                  <a:pt x="478346" y="74867"/>
                  <a:pt x="149733" y="74867"/>
                  <a:pt x="149733" y="74867"/>
                </a:cubicBezTo>
                <a:cubicBezTo>
                  <a:pt x="67056" y="74867"/>
                  <a:pt x="0" y="141923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7"/>
                  <a:pt x="517017" y="363982"/>
                </a:cubicBezTo>
                <a:cubicBezTo>
                  <a:pt x="517462" y="361760"/>
                  <a:pt x="518033" y="359601"/>
                  <a:pt x="518350" y="358457"/>
                </a:cubicBezTo>
                <a:cubicBezTo>
                  <a:pt x="528637" y="328867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29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C388E37F-C7D2-7AEB-FC0A-AB02F2C69242}"/>
              </a:ext>
            </a:extLst>
          </p:cNvPr>
          <p:cNvSpPr/>
          <p:nvPr/>
        </p:nvSpPr>
        <p:spPr>
          <a:xfrm>
            <a:off x="6102794" y="3138551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8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6 h 581025"/>
              <a:gd name="connsiteX7" fmla="*/ 149733 w 582485"/>
              <a:gd name="connsiteY7" fmla="*/ 74866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8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0"/>
                  <a:pt x="514858" y="214821"/>
                  <a:pt x="514413" y="207708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6"/>
                </a:lnTo>
                <a:cubicBezTo>
                  <a:pt x="478346" y="74866"/>
                  <a:pt x="149733" y="74866"/>
                  <a:pt x="149733" y="74866"/>
                </a:cubicBezTo>
                <a:cubicBezTo>
                  <a:pt x="67056" y="74866"/>
                  <a:pt x="0" y="141922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7"/>
                  <a:pt x="517017" y="363982"/>
                </a:cubicBezTo>
                <a:cubicBezTo>
                  <a:pt x="517462" y="361759"/>
                  <a:pt x="518033" y="359601"/>
                  <a:pt x="518350" y="358458"/>
                </a:cubicBezTo>
                <a:cubicBezTo>
                  <a:pt x="528637" y="328866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29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79783FC9-A9AA-31A3-398D-7BA25AEBBEA9}"/>
              </a:ext>
            </a:extLst>
          </p:cNvPr>
          <p:cNvSpPr/>
          <p:nvPr/>
        </p:nvSpPr>
        <p:spPr>
          <a:xfrm>
            <a:off x="6102794" y="4091685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9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7 h 581025"/>
              <a:gd name="connsiteX7" fmla="*/ 149733 w 582485"/>
              <a:gd name="connsiteY7" fmla="*/ 74867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8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1"/>
                  <a:pt x="514858" y="214821"/>
                  <a:pt x="514413" y="207709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7"/>
                </a:lnTo>
                <a:cubicBezTo>
                  <a:pt x="478346" y="74867"/>
                  <a:pt x="149733" y="74867"/>
                  <a:pt x="149733" y="74867"/>
                </a:cubicBezTo>
                <a:cubicBezTo>
                  <a:pt x="67056" y="74867"/>
                  <a:pt x="0" y="141923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7"/>
                  <a:pt x="517017" y="363982"/>
                </a:cubicBezTo>
                <a:cubicBezTo>
                  <a:pt x="517462" y="361760"/>
                  <a:pt x="518033" y="359601"/>
                  <a:pt x="518350" y="358458"/>
                </a:cubicBezTo>
                <a:cubicBezTo>
                  <a:pt x="528637" y="328867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30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E2B581CF-17E2-1685-A7F2-4F3E86DD7CE4}"/>
              </a:ext>
            </a:extLst>
          </p:cNvPr>
          <p:cNvSpPr/>
          <p:nvPr/>
        </p:nvSpPr>
        <p:spPr>
          <a:xfrm>
            <a:off x="6102794" y="5044821"/>
            <a:ext cx="582485" cy="581025"/>
          </a:xfrm>
          <a:custGeom>
            <a:avLst/>
            <a:gdLst>
              <a:gd name="connsiteX0" fmla="*/ 569786 w 582485"/>
              <a:gd name="connsiteY0" fmla="*/ 276352 h 581025"/>
              <a:gd name="connsiteX1" fmla="*/ 518414 w 582485"/>
              <a:gd name="connsiteY1" fmla="*/ 230378 h 581025"/>
              <a:gd name="connsiteX2" fmla="*/ 514413 w 582485"/>
              <a:gd name="connsiteY2" fmla="*/ 207708 h 581025"/>
              <a:gd name="connsiteX3" fmla="*/ 514033 w 582485"/>
              <a:gd name="connsiteY3" fmla="*/ 17843 h 581025"/>
              <a:gd name="connsiteX4" fmla="*/ 496189 w 582485"/>
              <a:gd name="connsiteY4" fmla="*/ 0 h 581025"/>
              <a:gd name="connsiteX5" fmla="*/ 478346 w 582485"/>
              <a:gd name="connsiteY5" fmla="*/ 17843 h 581025"/>
              <a:gd name="connsiteX6" fmla="*/ 478346 w 582485"/>
              <a:gd name="connsiteY6" fmla="*/ 74866 h 581025"/>
              <a:gd name="connsiteX7" fmla="*/ 149733 w 582485"/>
              <a:gd name="connsiteY7" fmla="*/ 74866 h 581025"/>
              <a:gd name="connsiteX8" fmla="*/ 0 w 582485"/>
              <a:gd name="connsiteY8" fmla="*/ 224599 h 581025"/>
              <a:gd name="connsiteX9" fmla="*/ 0 w 582485"/>
              <a:gd name="connsiteY9" fmla="*/ 359791 h 581025"/>
              <a:gd name="connsiteX10" fmla="*/ 149733 w 582485"/>
              <a:gd name="connsiteY10" fmla="*/ 509524 h 581025"/>
              <a:gd name="connsiteX11" fmla="*/ 478346 w 582485"/>
              <a:gd name="connsiteY11" fmla="*/ 509524 h 581025"/>
              <a:gd name="connsiteX12" fmla="*/ 478346 w 582485"/>
              <a:gd name="connsiteY12" fmla="*/ 563182 h 581025"/>
              <a:gd name="connsiteX13" fmla="*/ 496189 w 582485"/>
              <a:gd name="connsiteY13" fmla="*/ 581025 h 581025"/>
              <a:gd name="connsiteX14" fmla="*/ 514033 w 582485"/>
              <a:gd name="connsiteY14" fmla="*/ 563182 h 581025"/>
              <a:gd name="connsiteX15" fmla="*/ 514033 w 582485"/>
              <a:gd name="connsiteY15" fmla="*/ 391668 h 581025"/>
              <a:gd name="connsiteX16" fmla="*/ 514922 w 582485"/>
              <a:gd name="connsiteY16" fmla="*/ 380238 h 581025"/>
              <a:gd name="connsiteX17" fmla="*/ 517017 w 582485"/>
              <a:gd name="connsiteY17" fmla="*/ 363982 h 581025"/>
              <a:gd name="connsiteX18" fmla="*/ 518350 w 582485"/>
              <a:gd name="connsiteY18" fmla="*/ 358457 h 581025"/>
              <a:gd name="connsiteX19" fmla="*/ 569786 w 582485"/>
              <a:gd name="connsiteY19" fmla="*/ 312293 h 581025"/>
              <a:gd name="connsiteX20" fmla="*/ 582486 w 582485"/>
              <a:gd name="connsiteY20" fmla="*/ 294386 h 581025"/>
              <a:gd name="connsiteX21" fmla="*/ 569786 w 582485"/>
              <a:gd name="connsiteY21" fmla="*/ 276479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82485" h="581025">
                <a:moveTo>
                  <a:pt x="569786" y="276352"/>
                </a:moveTo>
                <a:cubicBezTo>
                  <a:pt x="560451" y="273050"/>
                  <a:pt x="529082" y="259969"/>
                  <a:pt x="518414" y="230378"/>
                </a:cubicBezTo>
                <a:cubicBezTo>
                  <a:pt x="516191" y="222440"/>
                  <a:pt x="514858" y="214820"/>
                  <a:pt x="514413" y="207708"/>
                </a:cubicBezTo>
                <a:lnTo>
                  <a:pt x="514033" y="17843"/>
                </a:lnTo>
                <a:cubicBezTo>
                  <a:pt x="514033" y="8001"/>
                  <a:pt x="506032" y="0"/>
                  <a:pt x="496189" y="0"/>
                </a:cubicBezTo>
                <a:cubicBezTo>
                  <a:pt x="486347" y="0"/>
                  <a:pt x="478346" y="8001"/>
                  <a:pt x="478346" y="17843"/>
                </a:cubicBezTo>
                <a:lnTo>
                  <a:pt x="478346" y="74866"/>
                </a:lnTo>
                <a:cubicBezTo>
                  <a:pt x="478346" y="74866"/>
                  <a:pt x="149733" y="74866"/>
                  <a:pt x="149733" y="74866"/>
                </a:cubicBezTo>
                <a:cubicBezTo>
                  <a:pt x="67056" y="74866"/>
                  <a:pt x="0" y="141922"/>
                  <a:pt x="0" y="224599"/>
                </a:cubicBezTo>
                <a:lnTo>
                  <a:pt x="0" y="359791"/>
                </a:lnTo>
                <a:cubicBezTo>
                  <a:pt x="0" y="442468"/>
                  <a:pt x="67056" y="509524"/>
                  <a:pt x="149733" y="509524"/>
                </a:cubicBezTo>
                <a:lnTo>
                  <a:pt x="478346" y="509524"/>
                </a:lnTo>
                <a:lnTo>
                  <a:pt x="478346" y="563182"/>
                </a:lnTo>
                <a:cubicBezTo>
                  <a:pt x="478346" y="573024"/>
                  <a:pt x="486347" y="581025"/>
                  <a:pt x="496189" y="581025"/>
                </a:cubicBezTo>
                <a:cubicBezTo>
                  <a:pt x="506032" y="581025"/>
                  <a:pt x="514033" y="573024"/>
                  <a:pt x="514033" y="563182"/>
                </a:cubicBezTo>
                <a:lnTo>
                  <a:pt x="514033" y="391668"/>
                </a:lnTo>
                <a:cubicBezTo>
                  <a:pt x="514033" y="391668"/>
                  <a:pt x="514922" y="380238"/>
                  <a:pt x="514922" y="380238"/>
                </a:cubicBezTo>
                <a:cubicBezTo>
                  <a:pt x="515366" y="373761"/>
                  <a:pt x="516001" y="368617"/>
                  <a:pt x="517017" y="363982"/>
                </a:cubicBezTo>
                <a:cubicBezTo>
                  <a:pt x="517462" y="361759"/>
                  <a:pt x="518033" y="359601"/>
                  <a:pt x="518350" y="358457"/>
                </a:cubicBezTo>
                <a:cubicBezTo>
                  <a:pt x="528637" y="328866"/>
                  <a:pt x="560387" y="315595"/>
                  <a:pt x="569786" y="312293"/>
                </a:cubicBezTo>
                <a:cubicBezTo>
                  <a:pt x="577405" y="309626"/>
                  <a:pt x="582486" y="302451"/>
                  <a:pt x="582486" y="294386"/>
                </a:cubicBezTo>
                <a:cubicBezTo>
                  <a:pt x="582486" y="286829"/>
                  <a:pt x="576961" y="279019"/>
                  <a:pt x="569786" y="276479"/>
                </a:cubicBezTo>
                <a:close/>
              </a:path>
            </a:pathLst>
          </a:custGeom>
          <a:solidFill>
            <a:srgbClr val="F7EF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FBC1CF2-90FE-319C-D280-83BA81471971}"/>
              </a:ext>
            </a:extLst>
          </p:cNvPr>
          <p:cNvSpPr txBox="1"/>
          <p:nvPr/>
        </p:nvSpPr>
        <p:spPr>
          <a:xfrm>
            <a:off x="1714551" y="3340386"/>
            <a:ext cx="20778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000" b="1" spc="0" baseline="0" dirty="0" err="1">
                <a:ln/>
                <a:solidFill>
                  <a:srgbClr val="001C5B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5000" b="1" spc="0" baseline="0" dirty="0">
              <a:ln/>
              <a:solidFill>
                <a:srgbClr val="001C5B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E7C45C-730C-3AEB-4427-48F50E934630}"/>
              </a:ext>
            </a:extLst>
          </p:cNvPr>
          <p:cNvSpPr txBox="1"/>
          <p:nvPr/>
        </p:nvSpPr>
        <p:spPr>
          <a:xfrm>
            <a:off x="1778006" y="2904032"/>
            <a:ext cx="1971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spc="0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Lorem</a:t>
            </a:r>
            <a:endParaRPr lang="es-CO" sz="4000" spc="0" baseline="0" dirty="0">
              <a:ln/>
              <a:solidFill>
                <a:srgbClr val="001C5B"/>
              </a:solidFill>
              <a:latin typeface="Libre Franklin"/>
              <a:sym typeface="Libre Franklin"/>
              <a:rtl val="0"/>
            </a:endParaRPr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CA0E46D7-E9D7-00F0-F16B-DF0714F81FAA}"/>
              </a:ext>
            </a:extLst>
          </p:cNvPr>
          <p:cNvSpPr/>
          <p:nvPr/>
        </p:nvSpPr>
        <p:spPr>
          <a:xfrm>
            <a:off x="2230450" y="1361133"/>
            <a:ext cx="1130481" cy="1288855"/>
          </a:xfrm>
          <a:custGeom>
            <a:avLst/>
            <a:gdLst>
              <a:gd name="connsiteX0" fmla="*/ 813748 w 1130481"/>
              <a:gd name="connsiteY0" fmla="*/ 1072892 h 1288855"/>
              <a:gd name="connsiteX1" fmla="*/ 944431 w 1130481"/>
              <a:gd name="connsiteY1" fmla="*/ 984754 h 1288855"/>
              <a:gd name="connsiteX2" fmla="*/ 984754 w 1130481"/>
              <a:gd name="connsiteY2" fmla="*/ 186051 h 1288855"/>
              <a:gd name="connsiteX3" fmla="*/ 186051 w 1130481"/>
              <a:gd name="connsiteY3" fmla="*/ 145728 h 1288855"/>
              <a:gd name="connsiteX4" fmla="*/ 145728 w 1130481"/>
              <a:gd name="connsiteY4" fmla="*/ 944431 h 1288855"/>
              <a:gd name="connsiteX5" fmla="*/ 300160 w 1130481"/>
              <a:gd name="connsiteY5" fmla="*/ 1064700 h 1288855"/>
              <a:gd name="connsiteX6" fmla="*/ 311590 w 1130481"/>
              <a:gd name="connsiteY6" fmla="*/ 1070288 h 1288855"/>
              <a:gd name="connsiteX7" fmla="*/ 518410 w 1130481"/>
              <a:gd name="connsiteY7" fmla="*/ 1264217 h 1288855"/>
              <a:gd name="connsiteX8" fmla="*/ 519426 w 1130481"/>
              <a:gd name="connsiteY8" fmla="*/ 1266249 h 1288855"/>
              <a:gd name="connsiteX9" fmla="*/ 520696 w 1130481"/>
              <a:gd name="connsiteY9" fmla="*/ 1268726 h 1288855"/>
              <a:gd name="connsiteX10" fmla="*/ 525077 w 1130481"/>
              <a:gd name="connsiteY10" fmla="*/ 1275203 h 1288855"/>
              <a:gd name="connsiteX11" fmla="*/ 525839 w 1130481"/>
              <a:gd name="connsiteY11" fmla="*/ 1276346 h 1288855"/>
              <a:gd name="connsiteX12" fmla="*/ 526220 w 1130481"/>
              <a:gd name="connsiteY12" fmla="*/ 1276663 h 1288855"/>
              <a:gd name="connsiteX13" fmla="*/ 531364 w 1130481"/>
              <a:gd name="connsiteY13" fmla="*/ 1281172 h 1288855"/>
              <a:gd name="connsiteX14" fmla="*/ 533459 w 1130481"/>
              <a:gd name="connsiteY14" fmla="*/ 1282632 h 1288855"/>
              <a:gd name="connsiteX15" fmla="*/ 539365 w 1130481"/>
              <a:gd name="connsiteY15" fmla="*/ 1285807 h 1288855"/>
              <a:gd name="connsiteX16" fmla="*/ 540063 w 1130481"/>
              <a:gd name="connsiteY16" fmla="*/ 1286188 h 1288855"/>
              <a:gd name="connsiteX17" fmla="*/ 543175 w 1130481"/>
              <a:gd name="connsiteY17" fmla="*/ 1287077 h 1288855"/>
              <a:gd name="connsiteX18" fmla="*/ 546540 w 1130481"/>
              <a:gd name="connsiteY18" fmla="*/ 1288030 h 1288855"/>
              <a:gd name="connsiteX19" fmla="*/ 550731 w 1130481"/>
              <a:gd name="connsiteY19" fmla="*/ 1288601 h 1288855"/>
              <a:gd name="connsiteX20" fmla="*/ 554097 w 1130481"/>
              <a:gd name="connsiteY20" fmla="*/ 1288855 h 1288855"/>
              <a:gd name="connsiteX21" fmla="*/ 558224 w 1130481"/>
              <a:gd name="connsiteY21" fmla="*/ 1288601 h 1288855"/>
              <a:gd name="connsiteX22" fmla="*/ 561653 w 1130481"/>
              <a:gd name="connsiteY22" fmla="*/ 1288220 h 1288855"/>
              <a:gd name="connsiteX23" fmla="*/ 565781 w 1130481"/>
              <a:gd name="connsiteY23" fmla="*/ 1287077 h 1288855"/>
              <a:gd name="connsiteX24" fmla="*/ 568384 w 1130481"/>
              <a:gd name="connsiteY24" fmla="*/ 1286379 h 1288855"/>
              <a:gd name="connsiteX25" fmla="*/ 569019 w 1130481"/>
              <a:gd name="connsiteY25" fmla="*/ 1286061 h 1288855"/>
              <a:gd name="connsiteX26" fmla="*/ 572829 w 1130481"/>
              <a:gd name="connsiteY26" fmla="*/ 1284156 h 1288855"/>
              <a:gd name="connsiteX27" fmla="*/ 575814 w 1130481"/>
              <a:gd name="connsiteY27" fmla="*/ 1282505 h 1288855"/>
              <a:gd name="connsiteX28" fmla="*/ 578735 w 1130481"/>
              <a:gd name="connsiteY28" fmla="*/ 1280219 h 1288855"/>
              <a:gd name="connsiteX29" fmla="*/ 581656 w 1130481"/>
              <a:gd name="connsiteY29" fmla="*/ 1277806 h 1288855"/>
              <a:gd name="connsiteX30" fmla="*/ 583878 w 1130481"/>
              <a:gd name="connsiteY30" fmla="*/ 1275203 h 1288855"/>
              <a:gd name="connsiteX31" fmla="*/ 586482 w 1130481"/>
              <a:gd name="connsiteY31" fmla="*/ 1272028 h 1288855"/>
              <a:gd name="connsiteX32" fmla="*/ 588069 w 1130481"/>
              <a:gd name="connsiteY32" fmla="*/ 1269297 h 1288855"/>
              <a:gd name="connsiteX33" fmla="*/ 590165 w 1130481"/>
              <a:gd name="connsiteY33" fmla="*/ 1265360 h 1288855"/>
              <a:gd name="connsiteX34" fmla="*/ 590482 w 1130481"/>
              <a:gd name="connsiteY34" fmla="*/ 1264789 h 1288855"/>
              <a:gd name="connsiteX35" fmla="*/ 801556 w 1130481"/>
              <a:gd name="connsiteY35" fmla="*/ 1078226 h 1288855"/>
              <a:gd name="connsiteX36" fmla="*/ 813875 w 1130481"/>
              <a:gd name="connsiteY36" fmla="*/ 1072828 h 1288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30481" h="1288855">
                <a:moveTo>
                  <a:pt x="813748" y="1072892"/>
                </a:moveTo>
                <a:cubicBezTo>
                  <a:pt x="860992" y="1049778"/>
                  <a:pt x="904934" y="1020441"/>
                  <a:pt x="944431" y="984754"/>
                </a:cubicBezTo>
                <a:cubicBezTo>
                  <a:pt x="1175762" y="775648"/>
                  <a:pt x="1193859" y="417381"/>
                  <a:pt x="984754" y="186051"/>
                </a:cubicBezTo>
                <a:cubicBezTo>
                  <a:pt x="775648" y="-45280"/>
                  <a:pt x="417381" y="-63377"/>
                  <a:pt x="186051" y="145728"/>
                </a:cubicBezTo>
                <a:cubicBezTo>
                  <a:pt x="-45280" y="354834"/>
                  <a:pt x="-63377" y="713101"/>
                  <a:pt x="145728" y="944431"/>
                </a:cubicBezTo>
                <a:cubicBezTo>
                  <a:pt x="190369" y="993771"/>
                  <a:pt x="242248" y="1034030"/>
                  <a:pt x="300160" y="1064700"/>
                </a:cubicBezTo>
                <a:cubicBezTo>
                  <a:pt x="304224" y="1066478"/>
                  <a:pt x="307780" y="1068764"/>
                  <a:pt x="311590" y="1070288"/>
                </a:cubicBezTo>
                <a:cubicBezTo>
                  <a:pt x="410841" y="1110166"/>
                  <a:pt x="487295" y="1183001"/>
                  <a:pt x="518410" y="1264217"/>
                </a:cubicBezTo>
                <a:cubicBezTo>
                  <a:pt x="518664" y="1264916"/>
                  <a:pt x="519108" y="1265551"/>
                  <a:pt x="519426" y="1266249"/>
                </a:cubicBezTo>
                <a:cubicBezTo>
                  <a:pt x="519807" y="1267075"/>
                  <a:pt x="520251" y="1267900"/>
                  <a:pt x="520696" y="1268726"/>
                </a:cubicBezTo>
                <a:cubicBezTo>
                  <a:pt x="521966" y="1271075"/>
                  <a:pt x="523426" y="1273234"/>
                  <a:pt x="525077" y="1275203"/>
                </a:cubicBezTo>
                <a:cubicBezTo>
                  <a:pt x="525395" y="1275520"/>
                  <a:pt x="525522" y="1275965"/>
                  <a:pt x="525839" y="1276346"/>
                </a:cubicBezTo>
                <a:cubicBezTo>
                  <a:pt x="525966" y="1276473"/>
                  <a:pt x="526093" y="1276536"/>
                  <a:pt x="526220" y="1276663"/>
                </a:cubicBezTo>
                <a:cubicBezTo>
                  <a:pt x="527808" y="1278314"/>
                  <a:pt x="529522" y="1279838"/>
                  <a:pt x="531364" y="1281172"/>
                </a:cubicBezTo>
                <a:cubicBezTo>
                  <a:pt x="532062" y="1281680"/>
                  <a:pt x="532761" y="1282124"/>
                  <a:pt x="533459" y="1282632"/>
                </a:cubicBezTo>
                <a:cubicBezTo>
                  <a:pt x="535364" y="1283839"/>
                  <a:pt x="537269" y="1284918"/>
                  <a:pt x="539365" y="1285807"/>
                </a:cubicBezTo>
                <a:cubicBezTo>
                  <a:pt x="539619" y="1285934"/>
                  <a:pt x="539809" y="1286061"/>
                  <a:pt x="540063" y="1286188"/>
                </a:cubicBezTo>
                <a:cubicBezTo>
                  <a:pt x="541079" y="1286633"/>
                  <a:pt x="542159" y="1286760"/>
                  <a:pt x="543175" y="1287077"/>
                </a:cubicBezTo>
                <a:cubicBezTo>
                  <a:pt x="544318" y="1287395"/>
                  <a:pt x="545397" y="1287839"/>
                  <a:pt x="546540" y="1288030"/>
                </a:cubicBezTo>
                <a:cubicBezTo>
                  <a:pt x="547937" y="1288347"/>
                  <a:pt x="549334" y="1288474"/>
                  <a:pt x="550731" y="1288601"/>
                </a:cubicBezTo>
                <a:cubicBezTo>
                  <a:pt x="551874" y="1288728"/>
                  <a:pt x="552954" y="1288855"/>
                  <a:pt x="554097" y="1288855"/>
                </a:cubicBezTo>
                <a:cubicBezTo>
                  <a:pt x="555494" y="1288855"/>
                  <a:pt x="556827" y="1288728"/>
                  <a:pt x="558224" y="1288601"/>
                </a:cubicBezTo>
                <a:cubicBezTo>
                  <a:pt x="559367" y="1288474"/>
                  <a:pt x="560510" y="1288411"/>
                  <a:pt x="561653" y="1288220"/>
                </a:cubicBezTo>
                <a:cubicBezTo>
                  <a:pt x="563050" y="1287966"/>
                  <a:pt x="564447" y="1287522"/>
                  <a:pt x="565781" y="1287077"/>
                </a:cubicBezTo>
                <a:cubicBezTo>
                  <a:pt x="566606" y="1286823"/>
                  <a:pt x="567495" y="1286696"/>
                  <a:pt x="568384" y="1286379"/>
                </a:cubicBezTo>
                <a:cubicBezTo>
                  <a:pt x="568638" y="1286315"/>
                  <a:pt x="568765" y="1286125"/>
                  <a:pt x="569019" y="1286061"/>
                </a:cubicBezTo>
                <a:cubicBezTo>
                  <a:pt x="570353" y="1285553"/>
                  <a:pt x="571559" y="1284855"/>
                  <a:pt x="572829" y="1284156"/>
                </a:cubicBezTo>
                <a:cubicBezTo>
                  <a:pt x="573845" y="1283585"/>
                  <a:pt x="574861" y="1283140"/>
                  <a:pt x="575814" y="1282505"/>
                </a:cubicBezTo>
                <a:cubicBezTo>
                  <a:pt x="576830" y="1281807"/>
                  <a:pt x="577782" y="1280981"/>
                  <a:pt x="578735" y="1280219"/>
                </a:cubicBezTo>
                <a:cubicBezTo>
                  <a:pt x="579751" y="1279394"/>
                  <a:pt x="580767" y="1278695"/>
                  <a:pt x="581656" y="1277806"/>
                </a:cubicBezTo>
                <a:cubicBezTo>
                  <a:pt x="582481" y="1276981"/>
                  <a:pt x="583116" y="1276092"/>
                  <a:pt x="583878" y="1275203"/>
                </a:cubicBezTo>
                <a:cubicBezTo>
                  <a:pt x="584767" y="1274187"/>
                  <a:pt x="585720" y="1273171"/>
                  <a:pt x="586482" y="1272028"/>
                </a:cubicBezTo>
                <a:cubicBezTo>
                  <a:pt x="587053" y="1271139"/>
                  <a:pt x="587498" y="1270186"/>
                  <a:pt x="588069" y="1269297"/>
                </a:cubicBezTo>
                <a:cubicBezTo>
                  <a:pt x="588831" y="1267964"/>
                  <a:pt x="589593" y="1266694"/>
                  <a:pt x="590165" y="1265360"/>
                </a:cubicBezTo>
                <a:cubicBezTo>
                  <a:pt x="590228" y="1265170"/>
                  <a:pt x="590419" y="1264979"/>
                  <a:pt x="590482" y="1264789"/>
                </a:cubicBezTo>
                <a:cubicBezTo>
                  <a:pt x="635885" y="1152330"/>
                  <a:pt x="752661" y="1096577"/>
                  <a:pt x="801556" y="1078226"/>
                </a:cubicBezTo>
                <a:cubicBezTo>
                  <a:pt x="805557" y="1076765"/>
                  <a:pt x="808478" y="1075749"/>
                  <a:pt x="813875" y="1072828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D673463D-AD4D-BD32-EABB-3C7A8C67E47E}"/>
              </a:ext>
            </a:extLst>
          </p:cNvPr>
          <p:cNvGrpSpPr/>
          <p:nvPr/>
        </p:nvGrpSpPr>
        <p:grpSpPr>
          <a:xfrm>
            <a:off x="395668" y="-607512"/>
            <a:ext cx="4595558" cy="7277229"/>
            <a:chOff x="395668" y="-953897"/>
            <a:chExt cx="4595558" cy="7277229"/>
          </a:xfrm>
        </p:grpSpPr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1568CEC5-A0D7-A2EB-68FF-A7248BAB28E0}"/>
                </a:ext>
              </a:extLst>
            </p:cNvPr>
            <p:cNvSpPr/>
            <p:nvPr/>
          </p:nvSpPr>
          <p:spPr>
            <a:xfrm>
              <a:off x="1537652" y="5760770"/>
              <a:ext cx="2324163" cy="562562"/>
            </a:xfrm>
            <a:custGeom>
              <a:avLst/>
              <a:gdLst>
                <a:gd name="connsiteX0" fmla="*/ 2324163 w 2324163"/>
                <a:gd name="connsiteY0" fmla="*/ 0 h 562562"/>
                <a:gd name="connsiteX1" fmla="*/ 1925764 w 2324163"/>
                <a:gd name="connsiteY1" fmla="*/ 0 h 562562"/>
                <a:gd name="connsiteX2" fmla="*/ 1874139 w 2324163"/>
                <a:gd name="connsiteY2" fmla="*/ 3366 h 562562"/>
                <a:gd name="connsiteX3" fmla="*/ 1658112 w 2324163"/>
                <a:gd name="connsiteY3" fmla="*/ 41148 h 562562"/>
                <a:gd name="connsiteX4" fmla="*/ 1643698 w 2324163"/>
                <a:gd name="connsiteY4" fmla="*/ 45720 h 562562"/>
                <a:gd name="connsiteX5" fmla="*/ 1180783 w 2324163"/>
                <a:gd name="connsiteY5" fmla="*/ 556134 h 562562"/>
                <a:gd name="connsiteX6" fmla="*/ 1162685 w 2324163"/>
                <a:gd name="connsiteY6" fmla="*/ 556134 h 562562"/>
                <a:gd name="connsiteX7" fmla="*/ 692976 w 2324163"/>
                <a:gd name="connsiteY7" fmla="*/ 43434 h 562562"/>
                <a:gd name="connsiteX8" fmla="*/ 692087 w 2324163"/>
                <a:gd name="connsiteY8" fmla="*/ 43180 h 562562"/>
                <a:gd name="connsiteX9" fmla="*/ 629983 w 2324163"/>
                <a:gd name="connsiteY9" fmla="*/ 27559 h 562562"/>
                <a:gd name="connsiteX10" fmla="*/ 474663 w 2324163"/>
                <a:gd name="connsiteY10" fmla="*/ 7493 h 562562"/>
                <a:gd name="connsiteX11" fmla="*/ 419418 w 2324163"/>
                <a:gd name="connsiteY11" fmla="*/ 3937 h 562562"/>
                <a:gd name="connsiteX12" fmla="*/ 374205 w 2324163"/>
                <a:gd name="connsiteY12" fmla="*/ 191 h 562562"/>
                <a:gd name="connsiteX13" fmla="*/ 371539 w 2324163"/>
                <a:gd name="connsiteY13" fmla="*/ 64 h 562562"/>
                <a:gd name="connsiteX14" fmla="*/ 0 w 2324163"/>
                <a:gd name="connsiteY14" fmla="*/ 64 h 562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24163" h="562562">
                  <a:moveTo>
                    <a:pt x="2324163" y="0"/>
                  </a:moveTo>
                  <a:lnTo>
                    <a:pt x="1925764" y="0"/>
                  </a:lnTo>
                  <a:cubicBezTo>
                    <a:pt x="1908683" y="1143"/>
                    <a:pt x="1891475" y="2286"/>
                    <a:pt x="1874139" y="3366"/>
                  </a:cubicBezTo>
                  <a:cubicBezTo>
                    <a:pt x="1801305" y="8001"/>
                    <a:pt x="1728534" y="21654"/>
                    <a:pt x="1658112" y="41148"/>
                  </a:cubicBezTo>
                  <a:cubicBezTo>
                    <a:pt x="1653286" y="42672"/>
                    <a:pt x="1648460" y="44196"/>
                    <a:pt x="1643698" y="45720"/>
                  </a:cubicBezTo>
                  <a:cubicBezTo>
                    <a:pt x="1343216" y="154178"/>
                    <a:pt x="1213993" y="462090"/>
                    <a:pt x="1180783" y="556134"/>
                  </a:cubicBezTo>
                  <a:cubicBezTo>
                    <a:pt x="1177735" y="564706"/>
                    <a:pt x="1165733" y="564706"/>
                    <a:pt x="1162685" y="556134"/>
                  </a:cubicBezTo>
                  <a:cubicBezTo>
                    <a:pt x="1129221" y="461391"/>
                    <a:pt x="998220" y="149670"/>
                    <a:pt x="692976" y="43434"/>
                  </a:cubicBezTo>
                  <a:cubicBezTo>
                    <a:pt x="692658" y="43307"/>
                    <a:pt x="692404" y="43244"/>
                    <a:pt x="692087" y="43180"/>
                  </a:cubicBezTo>
                  <a:cubicBezTo>
                    <a:pt x="672021" y="37529"/>
                    <a:pt x="651510" y="32195"/>
                    <a:pt x="629983" y="27559"/>
                  </a:cubicBezTo>
                  <a:cubicBezTo>
                    <a:pt x="578930" y="16510"/>
                    <a:pt x="526860" y="10795"/>
                    <a:pt x="474663" y="7493"/>
                  </a:cubicBezTo>
                  <a:cubicBezTo>
                    <a:pt x="456184" y="6350"/>
                    <a:pt x="437705" y="5144"/>
                    <a:pt x="419418" y="3937"/>
                  </a:cubicBezTo>
                  <a:cubicBezTo>
                    <a:pt x="404432" y="2921"/>
                    <a:pt x="389319" y="1524"/>
                    <a:pt x="374205" y="191"/>
                  </a:cubicBezTo>
                  <a:cubicBezTo>
                    <a:pt x="373317" y="127"/>
                    <a:pt x="372491" y="64"/>
                    <a:pt x="371539" y="64"/>
                  </a:cubicBezTo>
                  <a:lnTo>
                    <a:pt x="0" y="64"/>
                  </a:ln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59CA8C84-D70F-388D-F28C-25A8A08DFB62}"/>
                </a:ext>
              </a:extLst>
            </p:cNvPr>
            <p:cNvSpPr/>
            <p:nvPr/>
          </p:nvSpPr>
          <p:spPr>
            <a:xfrm>
              <a:off x="395668" y="-953897"/>
              <a:ext cx="4595558" cy="3788536"/>
            </a:xfrm>
            <a:custGeom>
              <a:avLst/>
              <a:gdLst>
                <a:gd name="connsiteX0" fmla="*/ 549212 w 4595558"/>
                <a:gd name="connsiteY0" fmla="*/ 3788537 h 3788536"/>
                <a:gd name="connsiteX1" fmla="*/ 0 w 4595558"/>
                <a:gd name="connsiteY1" fmla="*/ 2297748 h 3788536"/>
                <a:gd name="connsiteX2" fmla="*/ 2297748 w 4595558"/>
                <a:gd name="connsiteY2" fmla="*/ 0 h 3788536"/>
                <a:gd name="connsiteX3" fmla="*/ 4595559 w 4595558"/>
                <a:gd name="connsiteY3" fmla="*/ 2297748 h 3788536"/>
                <a:gd name="connsiteX4" fmla="*/ 4091305 w 4595558"/>
                <a:gd name="connsiteY4" fmla="*/ 3734181 h 378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95558" h="3788536">
                  <a:moveTo>
                    <a:pt x="549212" y="3788537"/>
                  </a:moveTo>
                  <a:cubicBezTo>
                    <a:pt x="206756" y="3387281"/>
                    <a:pt x="0" y="2866644"/>
                    <a:pt x="0" y="2297748"/>
                  </a:cubicBezTo>
                  <a:cubicBezTo>
                    <a:pt x="0" y="1028700"/>
                    <a:pt x="1028764" y="0"/>
                    <a:pt x="2297748" y="0"/>
                  </a:cubicBezTo>
                  <a:cubicBezTo>
                    <a:pt x="3566732" y="0"/>
                    <a:pt x="4595559" y="1028700"/>
                    <a:pt x="4595559" y="2297748"/>
                  </a:cubicBezTo>
                  <a:cubicBezTo>
                    <a:pt x="4595559" y="2841308"/>
                    <a:pt x="4406837" y="3340735"/>
                    <a:pt x="4091305" y="3734181"/>
                  </a:cubicBez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18E5DD-6626-68DE-5E3F-FD0BBC6D653D}"/>
                </a:ext>
              </a:extLst>
            </p:cNvPr>
            <p:cNvSpPr/>
            <p:nvPr/>
          </p:nvSpPr>
          <p:spPr>
            <a:xfrm>
              <a:off x="1121981" y="4215435"/>
              <a:ext cx="3155505" cy="1545335"/>
            </a:xfrm>
            <a:custGeom>
              <a:avLst/>
              <a:gdLst>
                <a:gd name="connsiteX0" fmla="*/ 2739834 w 3155505"/>
                <a:gd name="connsiteY0" fmla="*/ 1545336 h 1545335"/>
                <a:gd name="connsiteX1" fmla="*/ 3155506 w 3155505"/>
                <a:gd name="connsiteY1" fmla="*/ 1129665 h 1545335"/>
                <a:gd name="connsiteX2" fmla="*/ 3155506 w 3155505"/>
                <a:gd name="connsiteY2" fmla="*/ 415671 h 1545335"/>
                <a:gd name="connsiteX3" fmla="*/ 2739834 w 3155505"/>
                <a:gd name="connsiteY3" fmla="*/ 0 h 1545335"/>
                <a:gd name="connsiteX4" fmla="*/ 415671 w 3155505"/>
                <a:gd name="connsiteY4" fmla="*/ 0 h 1545335"/>
                <a:gd name="connsiteX5" fmla="*/ 0 w 3155505"/>
                <a:gd name="connsiteY5" fmla="*/ 415671 h 1545335"/>
                <a:gd name="connsiteX6" fmla="*/ 0 w 3155505"/>
                <a:gd name="connsiteY6" fmla="*/ 1129665 h 1545335"/>
                <a:gd name="connsiteX7" fmla="*/ 415671 w 3155505"/>
                <a:gd name="connsiteY7" fmla="*/ 1545336 h 1545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55505" h="1545335">
                  <a:moveTo>
                    <a:pt x="2739834" y="1545336"/>
                  </a:moveTo>
                  <a:cubicBezTo>
                    <a:pt x="2969387" y="1545336"/>
                    <a:pt x="3155506" y="1359217"/>
                    <a:pt x="3155506" y="1129665"/>
                  </a:cubicBezTo>
                  <a:lnTo>
                    <a:pt x="3155506" y="415671"/>
                  </a:lnTo>
                  <a:cubicBezTo>
                    <a:pt x="3155506" y="186118"/>
                    <a:pt x="2969387" y="0"/>
                    <a:pt x="2739834" y="0"/>
                  </a:cubicBezTo>
                  <a:lnTo>
                    <a:pt x="415671" y="0"/>
                  </a:lnTo>
                  <a:cubicBezTo>
                    <a:pt x="186118" y="0"/>
                    <a:pt x="0" y="186118"/>
                    <a:pt x="0" y="415671"/>
                  </a:cubicBezTo>
                  <a:lnTo>
                    <a:pt x="0" y="1129665"/>
                  </a:lnTo>
                  <a:cubicBezTo>
                    <a:pt x="0" y="1359217"/>
                    <a:pt x="186118" y="1545336"/>
                    <a:pt x="415671" y="1545336"/>
                  </a:cubicBez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1ABB4BD-455C-DBB4-F9D0-38A2949F217C}"/>
                </a:ext>
              </a:extLst>
            </p:cNvPr>
            <p:cNvSpPr/>
            <p:nvPr/>
          </p:nvSpPr>
          <p:spPr>
            <a:xfrm>
              <a:off x="3917632" y="2798127"/>
              <a:ext cx="557593" cy="1372171"/>
            </a:xfrm>
            <a:custGeom>
              <a:avLst/>
              <a:gdLst>
                <a:gd name="connsiteX0" fmla="*/ 557594 w 557593"/>
                <a:gd name="connsiteY0" fmla="*/ 0 h 1372171"/>
                <a:gd name="connsiteX1" fmla="*/ 0 w 557593"/>
                <a:gd name="connsiteY1" fmla="*/ 1372172 h 137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7593" h="1372171">
                  <a:moveTo>
                    <a:pt x="557594" y="0"/>
                  </a:moveTo>
                  <a:cubicBezTo>
                    <a:pt x="557594" y="0"/>
                    <a:pt x="97790" y="510667"/>
                    <a:pt x="0" y="1372172"/>
                  </a:cubicBez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87D442B-C9DF-A7E6-3462-7AB9696D2C82}"/>
                </a:ext>
              </a:extLst>
            </p:cNvPr>
            <p:cNvSpPr/>
            <p:nvPr/>
          </p:nvSpPr>
          <p:spPr>
            <a:xfrm>
              <a:off x="917892" y="2798127"/>
              <a:ext cx="557593" cy="1372171"/>
            </a:xfrm>
            <a:custGeom>
              <a:avLst/>
              <a:gdLst>
                <a:gd name="connsiteX0" fmla="*/ 0 w 557593"/>
                <a:gd name="connsiteY0" fmla="*/ 0 h 1372171"/>
                <a:gd name="connsiteX1" fmla="*/ 557594 w 557593"/>
                <a:gd name="connsiteY1" fmla="*/ 1372172 h 137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7593" h="1372171">
                  <a:moveTo>
                    <a:pt x="0" y="0"/>
                  </a:moveTo>
                  <a:cubicBezTo>
                    <a:pt x="0" y="0"/>
                    <a:pt x="459804" y="510667"/>
                    <a:pt x="557594" y="1372172"/>
                  </a:cubicBezTo>
                </a:path>
              </a:pathLst>
            </a:custGeom>
            <a:noFill/>
            <a:ln w="12700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9" name="Gráfico 4">
            <a:extLst>
              <a:ext uri="{FF2B5EF4-FFF2-40B4-BE49-F238E27FC236}">
                <a16:creationId xmlns:a16="http://schemas.microsoft.com/office/drawing/2014/main" id="{A39A6E7A-61DF-206E-683E-28227F40A2E7}"/>
              </a:ext>
            </a:extLst>
          </p:cNvPr>
          <p:cNvGrpSpPr/>
          <p:nvPr/>
        </p:nvGrpSpPr>
        <p:grpSpPr>
          <a:xfrm>
            <a:off x="6067869" y="1991550"/>
            <a:ext cx="4994211" cy="2874899"/>
            <a:chOff x="6067869" y="1991550"/>
            <a:chExt cx="4994211" cy="2874899"/>
          </a:xfrm>
          <a:solidFill>
            <a:srgbClr val="93AAC9"/>
          </a:solidFill>
        </p:grpSpPr>
        <p:grpSp>
          <p:nvGrpSpPr>
            <p:cNvPr id="20" name="Gráfico 4">
              <a:extLst>
                <a:ext uri="{FF2B5EF4-FFF2-40B4-BE49-F238E27FC236}">
                  <a16:creationId xmlns:a16="http://schemas.microsoft.com/office/drawing/2014/main" id="{FA2AE473-F29C-5B16-E9FB-B2455A8510A9}"/>
                </a:ext>
              </a:extLst>
            </p:cNvPr>
            <p:cNvGrpSpPr/>
            <p:nvPr/>
          </p:nvGrpSpPr>
          <p:grpSpPr>
            <a:xfrm>
              <a:off x="6067869" y="1991550"/>
              <a:ext cx="4994211" cy="15494"/>
              <a:chOff x="6067869" y="1991550"/>
              <a:chExt cx="4994211" cy="15494"/>
            </a:xfrm>
            <a:solidFill>
              <a:srgbClr val="93AAC9"/>
            </a:solidFill>
          </p:grpSpPr>
          <p:grpSp>
            <p:nvGrpSpPr>
              <p:cNvPr id="528" name="Gráfico 4">
                <a:extLst>
                  <a:ext uri="{FF2B5EF4-FFF2-40B4-BE49-F238E27FC236}">
                    <a16:creationId xmlns:a16="http://schemas.microsoft.com/office/drawing/2014/main" id="{9477E927-A430-5284-71F9-1AF63A78AD22}"/>
                  </a:ext>
                </a:extLst>
              </p:cNvPr>
              <p:cNvGrpSpPr/>
              <p:nvPr/>
            </p:nvGrpSpPr>
            <p:grpSpPr>
              <a:xfrm>
                <a:off x="6067869" y="1991550"/>
                <a:ext cx="698436" cy="15494"/>
                <a:chOff x="6067869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673" name="Forma libre 672">
                  <a:extLst>
                    <a:ext uri="{FF2B5EF4-FFF2-40B4-BE49-F238E27FC236}">
                      <a16:creationId xmlns:a16="http://schemas.microsoft.com/office/drawing/2014/main" id="{A0B26A6C-D8ED-88A6-C8D6-E7535E31BC48}"/>
                    </a:ext>
                  </a:extLst>
                </p:cNvPr>
                <p:cNvSpPr/>
                <p:nvPr/>
              </p:nvSpPr>
              <p:spPr>
                <a:xfrm>
                  <a:off x="606786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4" name="Forma libre 673">
                  <a:extLst>
                    <a:ext uri="{FF2B5EF4-FFF2-40B4-BE49-F238E27FC236}">
                      <a16:creationId xmlns:a16="http://schemas.microsoft.com/office/drawing/2014/main" id="{48A7A75E-FE51-5923-D949-73B2DA2C59D9}"/>
                    </a:ext>
                  </a:extLst>
                </p:cNvPr>
                <p:cNvSpPr/>
                <p:nvPr/>
              </p:nvSpPr>
              <p:spPr>
                <a:xfrm>
                  <a:off x="609892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5" name="Forma libre 674">
                  <a:extLst>
                    <a:ext uri="{FF2B5EF4-FFF2-40B4-BE49-F238E27FC236}">
                      <a16:creationId xmlns:a16="http://schemas.microsoft.com/office/drawing/2014/main" id="{A72B5995-BB67-BB46-F063-3372E313E64A}"/>
                    </a:ext>
                  </a:extLst>
                </p:cNvPr>
                <p:cNvSpPr/>
                <p:nvPr/>
              </p:nvSpPr>
              <p:spPr>
                <a:xfrm>
                  <a:off x="612997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6" name="Forma libre 675">
                  <a:extLst>
                    <a:ext uri="{FF2B5EF4-FFF2-40B4-BE49-F238E27FC236}">
                      <a16:creationId xmlns:a16="http://schemas.microsoft.com/office/drawing/2014/main" id="{4D4A2A74-2A45-4C9D-3329-933C3EE6DE4F}"/>
                    </a:ext>
                  </a:extLst>
                </p:cNvPr>
                <p:cNvSpPr/>
                <p:nvPr/>
              </p:nvSpPr>
              <p:spPr>
                <a:xfrm>
                  <a:off x="616096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7" name="Forma libre 676">
                  <a:extLst>
                    <a:ext uri="{FF2B5EF4-FFF2-40B4-BE49-F238E27FC236}">
                      <a16:creationId xmlns:a16="http://schemas.microsoft.com/office/drawing/2014/main" id="{790ACDB0-C08E-155C-C8DA-268C1D394888}"/>
                    </a:ext>
                  </a:extLst>
                </p:cNvPr>
                <p:cNvSpPr/>
                <p:nvPr/>
              </p:nvSpPr>
              <p:spPr>
                <a:xfrm>
                  <a:off x="619201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8" name="Forma libre 677">
                  <a:extLst>
                    <a:ext uri="{FF2B5EF4-FFF2-40B4-BE49-F238E27FC236}">
                      <a16:creationId xmlns:a16="http://schemas.microsoft.com/office/drawing/2014/main" id="{4229A33A-FEC8-692D-3772-CA0E5ADE82F5}"/>
                    </a:ext>
                  </a:extLst>
                </p:cNvPr>
                <p:cNvSpPr/>
                <p:nvPr/>
              </p:nvSpPr>
              <p:spPr>
                <a:xfrm>
                  <a:off x="622306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9" name="Forma libre 678">
                  <a:extLst>
                    <a:ext uri="{FF2B5EF4-FFF2-40B4-BE49-F238E27FC236}">
                      <a16:creationId xmlns:a16="http://schemas.microsoft.com/office/drawing/2014/main" id="{15D1F33B-3055-6321-1602-5A56886D4BB1}"/>
                    </a:ext>
                  </a:extLst>
                </p:cNvPr>
                <p:cNvSpPr/>
                <p:nvPr/>
              </p:nvSpPr>
              <p:spPr>
                <a:xfrm>
                  <a:off x="625411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0" name="Forma libre 679">
                  <a:extLst>
                    <a:ext uri="{FF2B5EF4-FFF2-40B4-BE49-F238E27FC236}">
                      <a16:creationId xmlns:a16="http://schemas.microsoft.com/office/drawing/2014/main" id="{553900FA-C26D-F9A3-E2D2-F86387B6B375}"/>
                    </a:ext>
                  </a:extLst>
                </p:cNvPr>
                <p:cNvSpPr/>
                <p:nvPr/>
              </p:nvSpPr>
              <p:spPr>
                <a:xfrm>
                  <a:off x="628516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1" name="Forma libre 680">
                  <a:extLst>
                    <a:ext uri="{FF2B5EF4-FFF2-40B4-BE49-F238E27FC236}">
                      <a16:creationId xmlns:a16="http://schemas.microsoft.com/office/drawing/2014/main" id="{6E27B621-D1D7-3017-02A9-EEDEB3AD5ED0}"/>
                    </a:ext>
                  </a:extLst>
                </p:cNvPr>
                <p:cNvSpPr/>
                <p:nvPr/>
              </p:nvSpPr>
              <p:spPr>
                <a:xfrm>
                  <a:off x="631621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2" name="Forma libre 681">
                  <a:extLst>
                    <a:ext uri="{FF2B5EF4-FFF2-40B4-BE49-F238E27FC236}">
                      <a16:creationId xmlns:a16="http://schemas.microsoft.com/office/drawing/2014/main" id="{482519CE-ECF1-8848-27F1-85AE7F973BA8}"/>
                    </a:ext>
                  </a:extLst>
                </p:cNvPr>
                <p:cNvSpPr/>
                <p:nvPr/>
              </p:nvSpPr>
              <p:spPr>
                <a:xfrm>
                  <a:off x="634726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3" name="Forma libre 682">
                  <a:extLst>
                    <a:ext uri="{FF2B5EF4-FFF2-40B4-BE49-F238E27FC236}">
                      <a16:creationId xmlns:a16="http://schemas.microsoft.com/office/drawing/2014/main" id="{2E0818B6-EF8C-92A0-36B2-34999BC3F931}"/>
                    </a:ext>
                  </a:extLst>
                </p:cNvPr>
                <p:cNvSpPr/>
                <p:nvPr/>
              </p:nvSpPr>
              <p:spPr>
                <a:xfrm>
                  <a:off x="637825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4" name="Forma libre 683">
                  <a:extLst>
                    <a:ext uri="{FF2B5EF4-FFF2-40B4-BE49-F238E27FC236}">
                      <a16:creationId xmlns:a16="http://schemas.microsoft.com/office/drawing/2014/main" id="{3A4343B1-AE80-502D-4ADE-1B5C859AF31F}"/>
                    </a:ext>
                  </a:extLst>
                </p:cNvPr>
                <p:cNvSpPr/>
                <p:nvPr/>
              </p:nvSpPr>
              <p:spPr>
                <a:xfrm>
                  <a:off x="640930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5" name="Forma libre 684">
                  <a:extLst>
                    <a:ext uri="{FF2B5EF4-FFF2-40B4-BE49-F238E27FC236}">
                      <a16:creationId xmlns:a16="http://schemas.microsoft.com/office/drawing/2014/main" id="{663BFDE2-57C0-717D-66EE-6F714AC696B5}"/>
                    </a:ext>
                  </a:extLst>
                </p:cNvPr>
                <p:cNvSpPr/>
                <p:nvPr/>
              </p:nvSpPr>
              <p:spPr>
                <a:xfrm>
                  <a:off x="644036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6" name="Forma libre 685">
                  <a:extLst>
                    <a:ext uri="{FF2B5EF4-FFF2-40B4-BE49-F238E27FC236}">
                      <a16:creationId xmlns:a16="http://schemas.microsoft.com/office/drawing/2014/main" id="{DE3528AE-CAF1-8D75-51DA-E60842D4E0C6}"/>
                    </a:ext>
                  </a:extLst>
                </p:cNvPr>
                <p:cNvSpPr/>
                <p:nvPr/>
              </p:nvSpPr>
              <p:spPr>
                <a:xfrm>
                  <a:off x="647141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7" name="Forma libre 686">
                  <a:extLst>
                    <a:ext uri="{FF2B5EF4-FFF2-40B4-BE49-F238E27FC236}">
                      <a16:creationId xmlns:a16="http://schemas.microsoft.com/office/drawing/2014/main" id="{9B82A087-F56A-6F4B-A28D-53B69D2DCCB5}"/>
                    </a:ext>
                  </a:extLst>
                </p:cNvPr>
                <p:cNvSpPr/>
                <p:nvPr/>
              </p:nvSpPr>
              <p:spPr>
                <a:xfrm>
                  <a:off x="650246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8" name="Forma libre 687">
                  <a:extLst>
                    <a:ext uri="{FF2B5EF4-FFF2-40B4-BE49-F238E27FC236}">
                      <a16:creationId xmlns:a16="http://schemas.microsoft.com/office/drawing/2014/main" id="{D5CA3DDA-3916-7BB3-9977-99189B30C95D}"/>
                    </a:ext>
                  </a:extLst>
                </p:cNvPr>
                <p:cNvSpPr/>
                <p:nvPr/>
              </p:nvSpPr>
              <p:spPr>
                <a:xfrm>
                  <a:off x="653351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9" name="Forma libre 688">
                  <a:extLst>
                    <a:ext uri="{FF2B5EF4-FFF2-40B4-BE49-F238E27FC236}">
                      <a16:creationId xmlns:a16="http://schemas.microsoft.com/office/drawing/2014/main" id="{24B58EB8-1FFA-2B82-D24B-79720EDE380F}"/>
                    </a:ext>
                  </a:extLst>
                </p:cNvPr>
                <p:cNvSpPr/>
                <p:nvPr/>
              </p:nvSpPr>
              <p:spPr>
                <a:xfrm>
                  <a:off x="656456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0" name="Forma libre 689">
                  <a:extLst>
                    <a:ext uri="{FF2B5EF4-FFF2-40B4-BE49-F238E27FC236}">
                      <a16:creationId xmlns:a16="http://schemas.microsoft.com/office/drawing/2014/main" id="{FBD66C31-9C4C-7208-D903-931FCA4B5326}"/>
                    </a:ext>
                  </a:extLst>
                </p:cNvPr>
                <p:cNvSpPr/>
                <p:nvPr/>
              </p:nvSpPr>
              <p:spPr>
                <a:xfrm>
                  <a:off x="659555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1" name="Forma libre 690">
                  <a:extLst>
                    <a:ext uri="{FF2B5EF4-FFF2-40B4-BE49-F238E27FC236}">
                      <a16:creationId xmlns:a16="http://schemas.microsoft.com/office/drawing/2014/main" id="{772A38EB-36E1-3EF6-6D2A-2C4B2403248C}"/>
                    </a:ext>
                  </a:extLst>
                </p:cNvPr>
                <p:cNvSpPr/>
                <p:nvPr/>
              </p:nvSpPr>
              <p:spPr>
                <a:xfrm>
                  <a:off x="662660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2" name="Forma libre 691">
                  <a:extLst>
                    <a:ext uri="{FF2B5EF4-FFF2-40B4-BE49-F238E27FC236}">
                      <a16:creationId xmlns:a16="http://schemas.microsoft.com/office/drawing/2014/main" id="{03563C66-B69D-52F9-EC49-6D1C472847CB}"/>
                    </a:ext>
                  </a:extLst>
                </p:cNvPr>
                <p:cNvSpPr/>
                <p:nvPr/>
              </p:nvSpPr>
              <p:spPr>
                <a:xfrm>
                  <a:off x="665765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3" name="Forma libre 692">
                  <a:extLst>
                    <a:ext uri="{FF2B5EF4-FFF2-40B4-BE49-F238E27FC236}">
                      <a16:creationId xmlns:a16="http://schemas.microsoft.com/office/drawing/2014/main" id="{58A63C01-9461-070F-67FC-1DE4E8C1FF93}"/>
                    </a:ext>
                  </a:extLst>
                </p:cNvPr>
                <p:cNvSpPr/>
                <p:nvPr/>
              </p:nvSpPr>
              <p:spPr>
                <a:xfrm>
                  <a:off x="668870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4" name="Forma libre 693">
                  <a:extLst>
                    <a:ext uri="{FF2B5EF4-FFF2-40B4-BE49-F238E27FC236}">
                      <a16:creationId xmlns:a16="http://schemas.microsoft.com/office/drawing/2014/main" id="{3F665EF9-3968-7110-9433-681099D92D89}"/>
                    </a:ext>
                  </a:extLst>
                </p:cNvPr>
                <p:cNvSpPr/>
                <p:nvPr/>
              </p:nvSpPr>
              <p:spPr>
                <a:xfrm>
                  <a:off x="671976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5" name="Forma libre 694">
                  <a:extLst>
                    <a:ext uri="{FF2B5EF4-FFF2-40B4-BE49-F238E27FC236}">
                      <a16:creationId xmlns:a16="http://schemas.microsoft.com/office/drawing/2014/main" id="{E4CEA9D5-42F4-566B-AA8F-828E739C70D3}"/>
                    </a:ext>
                  </a:extLst>
                </p:cNvPr>
                <p:cNvSpPr/>
                <p:nvPr/>
              </p:nvSpPr>
              <p:spPr>
                <a:xfrm>
                  <a:off x="675081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29" name="Gráfico 4">
                <a:extLst>
                  <a:ext uri="{FF2B5EF4-FFF2-40B4-BE49-F238E27FC236}">
                    <a16:creationId xmlns:a16="http://schemas.microsoft.com/office/drawing/2014/main" id="{23931914-A50F-4CF2-17F9-CAD9DE990CAF}"/>
                  </a:ext>
                </a:extLst>
              </p:cNvPr>
              <p:cNvGrpSpPr/>
              <p:nvPr/>
            </p:nvGrpSpPr>
            <p:grpSpPr>
              <a:xfrm>
                <a:off x="6783832" y="1991550"/>
                <a:ext cx="698436" cy="15494"/>
                <a:chOff x="6783832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650" name="Forma libre 649">
                  <a:extLst>
                    <a:ext uri="{FF2B5EF4-FFF2-40B4-BE49-F238E27FC236}">
                      <a16:creationId xmlns:a16="http://schemas.microsoft.com/office/drawing/2014/main" id="{037E025F-91D0-5216-6CBD-CB77B554685F}"/>
                    </a:ext>
                  </a:extLst>
                </p:cNvPr>
                <p:cNvSpPr/>
                <p:nvPr/>
              </p:nvSpPr>
              <p:spPr>
                <a:xfrm>
                  <a:off x="678383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1" name="Forma libre 650">
                  <a:extLst>
                    <a:ext uri="{FF2B5EF4-FFF2-40B4-BE49-F238E27FC236}">
                      <a16:creationId xmlns:a16="http://schemas.microsoft.com/office/drawing/2014/main" id="{DC0CC1CC-F8BD-EAB8-6E23-1EE14C091159}"/>
                    </a:ext>
                  </a:extLst>
                </p:cNvPr>
                <p:cNvSpPr/>
                <p:nvPr/>
              </p:nvSpPr>
              <p:spPr>
                <a:xfrm>
                  <a:off x="681488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2" name="Forma libre 651">
                  <a:extLst>
                    <a:ext uri="{FF2B5EF4-FFF2-40B4-BE49-F238E27FC236}">
                      <a16:creationId xmlns:a16="http://schemas.microsoft.com/office/drawing/2014/main" id="{60EA01DA-C12A-B4EE-3218-C9B41C7541C7}"/>
                    </a:ext>
                  </a:extLst>
                </p:cNvPr>
                <p:cNvSpPr/>
                <p:nvPr/>
              </p:nvSpPr>
              <p:spPr>
                <a:xfrm>
                  <a:off x="684593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3" name="Forma libre 652">
                  <a:extLst>
                    <a:ext uri="{FF2B5EF4-FFF2-40B4-BE49-F238E27FC236}">
                      <a16:creationId xmlns:a16="http://schemas.microsoft.com/office/drawing/2014/main" id="{C5CB2779-36A3-8804-D6A4-9DF35851ECFB}"/>
                    </a:ext>
                  </a:extLst>
                </p:cNvPr>
                <p:cNvSpPr/>
                <p:nvPr/>
              </p:nvSpPr>
              <p:spPr>
                <a:xfrm>
                  <a:off x="687698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4" name="Forma libre 653">
                  <a:extLst>
                    <a:ext uri="{FF2B5EF4-FFF2-40B4-BE49-F238E27FC236}">
                      <a16:creationId xmlns:a16="http://schemas.microsoft.com/office/drawing/2014/main" id="{A64F90B2-2DDD-467C-1703-A74BA9810CB9}"/>
                    </a:ext>
                  </a:extLst>
                </p:cNvPr>
                <p:cNvSpPr/>
                <p:nvPr/>
              </p:nvSpPr>
              <p:spPr>
                <a:xfrm>
                  <a:off x="690797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5" name="Forma libre 654">
                  <a:extLst>
                    <a:ext uri="{FF2B5EF4-FFF2-40B4-BE49-F238E27FC236}">
                      <a16:creationId xmlns:a16="http://schemas.microsoft.com/office/drawing/2014/main" id="{3FBED300-0F72-3BED-1ACB-6369CB442B5C}"/>
                    </a:ext>
                  </a:extLst>
                </p:cNvPr>
                <p:cNvSpPr/>
                <p:nvPr/>
              </p:nvSpPr>
              <p:spPr>
                <a:xfrm>
                  <a:off x="693902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6" name="Forma libre 655">
                  <a:extLst>
                    <a:ext uri="{FF2B5EF4-FFF2-40B4-BE49-F238E27FC236}">
                      <a16:creationId xmlns:a16="http://schemas.microsoft.com/office/drawing/2014/main" id="{4BBC04A5-0EE5-E9C6-A7C2-0929B710858C}"/>
                    </a:ext>
                  </a:extLst>
                </p:cNvPr>
                <p:cNvSpPr/>
                <p:nvPr/>
              </p:nvSpPr>
              <p:spPr>
                <a:xfrm>
                  <a:off x="697007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7" name="Forma libre 656">
                  <a:extLst>
                    <a:ext uri="{FF2B5EF4-FFF2-40B4-BE49-F238E27FC236}">
                      <a16:creationId xmlns:a16="http://schemas.microsoft.com/office/drawing/2014/main" id="{4718E7EF-C842-9E92-923F-3BF7A2ADC4BA}"/>
                    </a:ext>
                  </a:extLst>
                </p:cNvPr>
                <p:cNvSpPr/>
                <p:nvPr/>
              </p:nvSpPr>
              <p:spPr>
                <a:xfrm>
                  <a:off x="700112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8" name="Forma libre 657">
                  <a:extLst>
                    <a:ext uri="{FF2B5EF4-FFF2-40B4-BE49-F238E27FC236}">
                      <a16:creationId xmlns:a16="http://schemas.microsoft.com/office/drawing/2014/main" id="{13B4883F-30C6-0F1A-A4EF-2FD269EC175B}"/>
                    </a:ext>
                  </a:extLst>
                </p:cNvPr>
                <p:cNvSpPr/>
                <p:nvPr/>
              </p:nvSpPr>
              <p:spPr>
                <a:xfrm>
                  <a:off x="703218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9" name="Forma libre 658">
                  <a:extLst>
                    <a:ext uri="{FF2B5EF4-FFF2-40B4-BE49-F238E27FC236}">
                      <a16:creationId xmlns:a16="http://schemas.microsoft.com/office/drawing/2014/main" id="{6D607E01-9B5F-7DB7-66B5-8011F144C949}"/>
                    </a:ext>
                  </a:extLst>
                </p:cNvPr>
                <p:cNvSpPr/>
                <p:nvPr/>
              </p:nvSpPr>
              <p:spPr>
                <a:xfrm>
                  <a:off x="706323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0" name="Forma libre 659">
                  <a:extLst>
                    <a:ext uri="{FF2B5EF4-FFF2-40B4-BE49-F238E27FC236}">
                      <a16:creationId xmlns:a16="http://schemas.microsoft.com/office/drawing/2014/main" id="{F3C73303-1BF3-6408-3C12-CA113F6FB942}"/>
                    </a:ext>
                  </a:extLst>
                </p:cNvPr>
                <p:cNvSpPr/>
                <p:nvPr/>
              </p:nvSpPr>
              <p:spPr>
                <a:xfrm>
                  <a:off x="709422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1" name="Forma libre 660">
                  <a:extLst>
                    <a:ext uri="{FF2B5EF4-FFF2-40B4-BE49-F238E27FC236}">
                      <a16:creationId xmlns:a16="http://schemas.microsoft.com/office/drawing/2014/main" id="{5F073051-8F92-2F89-1B3E-122F9A0DDE6B}"/>
                    </a:ext>
                  </a:extLst>
                </p:cNvPr>
                <p:cNvSpPr/>
                <p:nvPr/>
              </p:nvSpPr>
              <p:spPr>
                <a:xfrm>
                  <a:off x="712527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2" name="Forma libre 661">
                  <a:extLst>
                    <a:ext uri="{FF2B5EF4-FFF2-40B4-BE49-F238E27FC236}">
                      <a16:creationId xmlns:a16="http://schemas.microsoft.com/office/drawing/2014/main" id="{4B0A7D1E-13CC-C1BD-9D6C-4A6B6B0C005D}"/>
                    </a:ext>
                  </a:extLst>
                </p:cNvPr>
                <p:cNvSpPr/>
                <p:nvPr/>
              </p:nvSpPr>
              <p:spPr>
                <a:xfrm>
                  <a:off x="715632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3" name="Forma libre 662">
                  <a:extLst>
                    <a:ext uri="{FF2B5EF4-FFF2-40B4-BE49-F238E27FC236}">
                      <a16:creationId xmlns:a16="http://schemas.microsoft.com/office/drawing/2014/main" id="{EB0B7193-8F73-30AD-EDEC-1C1242EC60FD}"/>
                    </a:ext>
                  </a:extLst>
                </p:cNvPr>
                <p:cNvSpPr/>
                <p:nvPr/>
              </p:nvSpPr>
              <p:spPr>
                <a:xfrm>
                  <a:off x="718737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4" name="Forma libre 663">
                  <a:extLst>
                    <a:ext uri="{FF2B5EF4-FFF2-40B4-BE49-F238E27FC236}">
                      <a16:creationId xmlns:a16="http://schemas.microsoft.com/office/drawing/2014/main" id="{6915C299-C59D-8422-A508-B294D1FB0A27}"/>
                    </a:ext>
                  </a:extLst>
                </p:cNvPr>
                <p:cNvSpPr/>
                <p:nvPr/>
              </p:nvSpPr>
              <p:spPr>
                <a:xfrm>
                  <a:off x="721842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5" name="Forma libre 664">
                  <a:extLst>
                    <a:ext uri="{FF2B5EF4-FFF2-40B4-BE49-F238E27FC236}">
                      <a16:creationId xmlns:a16="http://schemas.microsoft.com/office/drawing/2014/main" id="{7CD8A644-9650-1C1C-E6B7-50B3297AFB70}"/>
                    </a:ext>
                  </a:extLst>
                </p:cNvPr>
                <p:cNvSpPr/>
                <p:nvPr/>
              </p:nvSpPr>
              <p:spPr>
                <a:xfrm>
                  <a:off x="724947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6" name="Forma libre 665">
                  <a:extLst>
                    <a:ext uri="{FF2B5EF4-FFF2-40B4-BE49-F238E27FC236}">
                      <a16:creationId xmlns:a16="http://schemas.microsoft.com/office/drawing/2014/main" id="{72F2DD4C-1120-A905-16F9-FAD4BBE47D50}"/>
                    </a:ext>
                  </a:extLst>
                </p:cNvPr>
                <p:cNvSpPr/>
                <p:nvPr/>
              </p:nvSpPr>
              <p:spPr>
                <a:xfrm>
                  <a:off x="728052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7" name="Forma libre 666">
                  <a:extLst>
                    <a:ext uri="{FF2B5EF4-FFF2-40B4-BE49-F238E27FC236}">
                      <a16:creationId xmlns:a16="http://schemas.microsoft.com/office/drawing/2014/main" id="{7A42A97E-A13D-626E-B14B-1F72C73A74F9}"/>
                    </a:ext>
                  </a:extLst>
                </p:cNvPr>
                <p:cNvSpPr/>
                <p:nvPr/>
              </p:nvSpPr>
              <p:spPr>
                <a:xfrm>
                  <a:off x="731151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8" name="Forma libre 667">
                  <a:extLst>
                    <a:ext uri="{FF2B5EF4-FFF2-40B4-BE49-F238E27FC236}">
                      <a16:creationId xmlns:a16="http://schemas.microsoft.com/office/drawing/2014/main" id="{D8E27F55-871F-92D9-8D3F-A366445A25AA}"/>
                    </a:ext>
                  </a:extLst>
                </p:cNvPr>
                <p:cNvSpPr/>
                <p:nvPr/>
              </p:nvSpPr>
              <p:spPr>
                <a:xfrm>
                  <a:off x="734256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9" name="Forma libre 668">
                  <a:extLst>
                    <a:ext uri="{FF2B5EF4-FFF2-40B4-BE49-F238E27FC236}">
                      <a16:creationId xmlns:a16="http://schemas.microsoft.com/office/drawing/2014/main" id="{F0B96D61-AA07-0B50-6867-266293F14854}"/>
                    </a:ext>
                  </a:extLst>
                </p:cNvPr>
                <p:cNvSpPr/>
                <p:nvPr/>
              </p:nvSpPr>
              <p:spPr>
                <a:xfrm>
                  <a:off x="737362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0" name="Forma libre 669">
                  <a:extLst>
                    <a:ext uri="{FF2B5EF4-FFF2-40B4-BE49-F238E27FC236}">
                      <a16:creationId xmlns:a16="http://schemas.microsoft.com/office/drawing/2014/main" id="{27AAEFAF-BAC2-3B85-C756-0EFF3EB4446F}"/>
                    </a:ext>
                  </a:extLst>
                </p:cNvPr>
                <p:cNvSpPr/>
                <p:nvPr/>
              </p:nvSpPr>
              <p:spPr>
                <a:xfrm>
                  <a:off x="740467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1" name="Forma libre 670">
                  <a:extLst>
                    <a:ext uri="{FF2B5EF4-FFF2-40B4-BE49-F238E27FC236}">
                      <a16:creationId xmlns:a16="http://schemas.microsoft.com/office/drawing/2014/main" id="{A36D00CF-F9B7-7ADA-DB58-17AF41B0B0A9}"/>
                    </a:ext>
                  </a:extLst>
                </p:cNvPr>
                <p:cNvSpPr/>
                <p:nvPr/>
              </p:nvSpPr>
              <p:spPr>
                <a:xfrm>
                  <a:off x="743572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2" name="Forma libre 671">
                  <a:extLst>
                    <a:ext uri="{FF2B5EF4-FFF2-40B4-BE49-F238E27FC236}">
                      <a16:creationId xmlns:a16="http://schemas.microsoft.com/office/drawing/2014/main" id="{7069EF3B-9158-8918-130F-BF5504F82250}"/>
                    </a:ext>
                  </a:extLst>
                </p:cNvPr>
                <p:cNvSpPr/>
                <p:nvPr/>
              </p:nvSpPr>
              <p:spPr>
                <a:xfrm>
                  <a:off x="746677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0" name="Gráfico 4">
                <a:extLst>
                  <a:ext uri="{FF2B5EF4-FFF2-40B4-BE49-F238E27FC236}">
                    <a16:creationId xmlns:a16="http://schemas.microsoft.com/office/drawing/2014/main" id="{B91AC118-FACC-7B59-158A-1EBD5C70F133}"/>
                  </a:ext>
                </a:extLst>
              </p:cNvPr>
              <p:cNvGrpSpPr/>
              <p:nvPr/>
            </p:nvGrpSpPr>
            <p:grpSpPr>
              <a:xfrm>
                <a:off x="7499794" y="1991550"/>
                <a:ext cx="698436" cy="15494"/>
                <a:chOff x="7499794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627" name="Forma libre 626">
                  <a:extLst>
                    <a:ext uri="{FF2B5EF4-FFF2-40B4-BE49-F238E27FC236}">
                      <a16:creationId xmlns:a16="http://schemas.microsoft.com/office/drawing/2014/main" id="{4D35C784-283B-EC4C-092E-7BCC15AA09E4}"/>
                    </a:ext>
                  </a:extLst>
                </p:cNvPr>
                <p:cNvSpPr/>
                <p:nvPr/>
              </p:nvSpPr>
              <p:spPr>
                <a:xfrm>
                  <a:off x="749979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8" name="Forma libre 627">
                  <a:extLst>
                    <a:ext uri="{FF2B5EF4-FFF2-40B4-BE49-F238E27FC236}">
                      <a16:creationId xmlns:a16="http://schemas.microsoft.com/office/drawing/2014/main" id="{16874BDD-27A3-60C9-243B-14DE565BAAF1}"/>
                    </a:ext>
                  </a:extLst>
                </p:cNvPr>
                <p:cNvSpPr/>
                <p:nvPr/>
              </p:nvSpPr>
              <p:spPr>
                <a:xfrm>
                  <a:off x="753084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9" name="Forma libre 628">
                  <a:extLst>
                    <a:ext uri="{FF2B5EF4-FFF2-40B4-BE49-F238E27FC236}">
                      <a16:creationId xmlns:a16="http://schemas.microsoft.com/office/drawing/2014/main" id="{44013043-1AD5-1E01-FCF6-E38A7B6A70BF}"/>
                    </a:ext>
                  </a:extLst>
                </p:cNvPr>
                <p:cNvSpPr/>
                <p:nvPr/>
              </p:nvSpPr>
              <p:spPr>
                <a:xfrm>
                  <a:off x="756189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0" name="Forma libre 629">
                  <a:extLst>
                    <a:ext uri="{FF2B5EF4-FFF2-40B4-BE49-F238E27FC236}">
                      <a16:creationId xmlns:a16="http://schemas.microsoft.com/office/drawing/2014/main" id="{F0A39715-5F66-1B6E-3D4E-8FFAFB1E9CC1}"/>
                    </a:ext>
                  </a:extLst>
                </p:cNvPr>
                <p:cNvSpPr/>
                <p:nvPr/>
              </p:nvSpPr>
              <p:spPr>
                <a:xfrm>
                  <a:off x="759294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1" name="Forma libre 630">
                  <a:extLst>
                    <a:ext uri="{FF2B5EF4-FFF2-40B4-BE49-F238E27FC236}">
                      <a16:creationId xmlns:a16="http://schemas.microsoft.com/office/drawing/2014/main" id="{357ECC92-5F88-7317-3A1C-61E1FA85AA63}"/>
                    </a:ext>
                  </a:extLst>
                </p:cNvPr>
                <p:cNvSpPr/>
                <p:nvPr/>
              </p:nvSpPr>
              <p:spPr>
                <a:xfrm>
                  <a:off x="762393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2" name="Forma libre 631">
                  <a:extLst>
                    <a:ext uri="{FF2B5EF4-FFF2-40B4-BE49-F238E27FC236}">
                      <a16:creationId xmlns:a16="http://schemas.microsoft.com/office/drawing/2014/main" id="{EF78543E-C713-FECC-E784-7A9170BE077D}"/>
                    </a:ext>
                  </a:extLst>
                </p:cNvPr>
                <p:cNvSpPr/>
                <p:nvPr/>
              </p:nvSpPr>
              <p:spPr>
                <a:xfrm>
                  <a:off x="765498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3" name="Forma libre 632">
                  <a:extLst>
                    <a:ext uri="{FF2B5EF4-FFF2-40B4-BE49-F238E27FC236}">
                      <a16:creationId xmlns:a16="http://schemas.microsoft.com/office/drawing/2014/main" id="{59BA11F3-6170-4F18-2266-48137BAADF4E}"/>
                    </a:ext>
                  </a:extLst>
                </p:cNvPr>
                <p:cNvSpPr/>
                <p:nvPr/>
              </p:nvSpPr>
              <p:spPr>
                <a:xfrm>
                  <a:off x="768603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4" name="Forma libre 633">
                  <a:extLst>
                    <a:ext uri="{FF2B5EF4-FFF2-40B4-BE49-F238E27FC236}">
                      <a16:creationId xmlns:a16="http://schemas.microsoft.com/office/drawing/2014/main" id="{2DD496CE-3681-67A5-C049-08739472D68B}"/>
                    </a:ext>
                  </a:extLst>
                </p:cNvPr>
                <p:cNvSpPr/>
                <p:nvPr/>
              </p:nvSpPr>
              <p:spPr>
                <a:xfrm>
                  <a:off x="771709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5" name="Forma libre 634">
                  <a:extLst>
                    <a:ext uri="{FF2B5EF4-FFF2-40B4-BE49-F238E27FC236}">
                      <a16:creationId xmlns:a16="http://schemas.microsoft.com/office/drawing/2014/main" id="{2F96150E-A433-C3A6-9D17-6041C4C330DA}"/>
                    </a:ext>
                  </a:extLst>
                </p:cNvPr>
                <p:cNvSpPr/>
                <p:nvPr/>
              </p:nvSpPr>
              <p:spPr>
                <a:xfrm>
                  <a:off x="774814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6" name="Forma libre 635">
                  <a:extLst>
                    <a:ext uri="{FF2B5EF4-FFF2-40B4-BE49-F238E27FC236}">
                      <a16:creationId xmlns:a16="http://schemas.microsoft.com/office/drawing/2014/main" id="{EF9C8403-2E14-5F70-FBF6-58B10B6FA5FA}"/>
                    </a:ext>
                  </a:extLst>
                </p:cNvPr>
                <p:cNvSpPr/>
                <p:nvPr/>
              </p:nvSpPr>
              <p:spPr>
                <a:xfrm>
                  <a:off x="777919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7" name="Forma libre 636">
                  <a:extLst>
                    <a:ext uri="{FF2B5EF4-FFF2-40B4-BE49-F238E27FC236}">
                      <a16:creationId xmlns:a16="http://schemas.microsoft.com/office/drawing/2014/main" id="{4F73D881-E378-0E47-20EB-739A6F09CC54}"/>
                    </a:ext>
                  </a:extLst>
                </p:cNvPr>
                <p:cNvSpPr/>
                <p:nvPr/>
              </p:nvSpPr>
              <p:spPr>
                <a:xfrm>
                  <a:off x="781024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8" name="Forma libre 637">
                  <a:extLst>
                    <a:ext uri="{FF2B5EF4-FFF2-40B4-BE49-F238E27FC236}">
                      <a16:creationId xmlns:a16="http://schemas.microsoft.com/office/drawing/2014/main" id="{C88B74C9-4F3C-F1DF-DEEC-603C8B337336}"/>
                    </a:ext>
                  </a:extLst>
                </p:cNvPr>
                <p:cNvSpPr/>
                <p:nvPr/>
              </p:nvSpPr>
              <p:spPr>
                <a:xfrm>
                  <a:off x="784123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9" name="Forma libre 638">
                  <a:extLst>
                    <a:ext uri="{FF2B5EF4-FFF2-40B4-BE49-F238E27FC236}">
                      <a16:creationId xmlns:a16="http://schemas.microsoft.com/office/drawing/2014/main" id="{9F2452AA-7993-9309-7B89-5F47BB751692}"/>
                    </a:ext>
                  </a:extLst>
                </p:cNvPr>
                <p:cNvSpPr/>
                <p:nvPr/>
              </p:nvSpPr>
              <p:spPr>
                <a:xfrm>
                  <a:off x="787228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0" name="Forma libre 639">
                  <a:extLst>
                    <a:ext uri="{FF2B5EF4-FFF2-40B4-BE49-F238E27FC236}">
                      <a16:creationId xmlns:a16="http://schemas.microsoft.com/office/drawing/2014/main" id="{03D40D71-F5D1-4FAC-3C66-440C9CA4BFF6}"/>
                    </a:ext>
                  </a:extLst>
                </p:cNvPr>
                <p:cNvSpPr/>
                <p:nvPr/>
              </p:nvSpPr>
              <p:spPr>
                <a:xfrm>
                  <a:off x="790333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1" name="Forma libre 640">
                  <a:extLst>
                    <a:ext uri="{FF2B5EF4-FFF2-40B4-BE49-F238E27FC236}">
                      <a16:creationId xmlns:a16="http://schemas.microsoft.com/office/drawing/2014/main" id="{1707F149-E33F-8C35-F019-44708FD83E14}"/>
                    </a:ext>
                  </a:extLst>
                </p:cNvPr>
                <p:cNvSpPr/>
                <p:nvPr/>
              </p:nvSpPr>
              <p:spPr>
                <a:xfrm>
                  <a:off x="793438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2" name="Forma libre 641">
                  <a:extLst>
                    <a:ext uri="{FF2B5EF4-FFF2-40B4-BE49-F238E27FC236}">
                      <a16:creationId xmlns:a16="http://schemas.microsoft.com/office/drawing/2014/main" id="{86C251C7-3EA7-868E-7072-D6C177E4CF6E}"/>
                    </a:ext>
                  </a:extLst>
                </p:cNvPr>
                <p:cNvSpPr/>
                <p:nvPr/>
              </p:nvSpPr>
              <p:spPr>
                <a:xfrm>
                  <a:off x="796543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3" name="Forma libre 642">
                  <a:extLst>
                    <a:ext uri="{FF2B5EF4-FFF2-40B4-BE49-F238E27FC236}">
                      <a16:creationId xmlns:a16="http://schemas.microsoft.com/office/drawing/2014/main" id="{1914AA43-F7AF-B8E8-3D27-5E85A53E97A1}"/>
                    </a:ext>
                  </a:extLst>
                </p:cNvPr>
                <p:cNvSpPr/>
                <p:nvPr/>
              </p:nvSpPr>
              <p:spPr>
                <a:xfrm>
                  <a:off x="799649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4" name="Forma libre 643">
                  <a:extLst>
                    <a:ext uri="{FF2B5EF4-FFF2-40B4-BE49-F238E27FC236}">
                      <a16:creationId xmlns:a16="http://schemas.microsoft.com/office/drawing/2014/main" id="{36BA6D38-31A1-59E2-AF4B-1DF7D7480BD3}"/>
                    </a:ext>
                  </a:extLst>
                </p:cNvPr>
                <p:cNvSpPr/>
                <p:nvPr/>
              </p:nvSpPr>
              <p:spPr>
                <a:xfrm>
                  <a:off x="802747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5" name="Forma libre 644">
                  <a:extLst>
                    <a:ext uri="{FF2B5EF4-FFF2-40B4-BE49-F238E27FC236}">
                      <a16:creationId xmlns:a16="http://schemas.microsoft.com/office/drawing/2014/main" id="{62F664BC-5F6A-3DBB-5C3E-FFBCDCF4E14C}"/>
                    </a:ext>
                  </a:extLst>
                </p:cNvPr>
                <p:cNvSpPr/>
                <p:nvPr/>
              </p:nvSpPr>
              <p:spPr>
                <a:xfrm>
                  <a:off x="805853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6" name="Forma libre 645">
                  <a:extLst>
                    <a:ext uri="{FF2B5EF4-FFF2-40B4-BE49-F238E27FC236}">
                      <a16:creationId xmlns:a16="http://schemas.microsoft.com/office/drawing/2014/main" id="{920DA758-225B-5121-D7FA-FB75E6B65AA9}"/>
                    </a:ext>
                  </a:extLst>
                </p:cNvPr>
                <p:cNvSpPr/>
                <p:nvPr/>
              </p:nvSpPr>
              <p:spPr>
                <a:xfrm>
                  <a:off x="808958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7" name="Forma libre 646">
                  <a:extLst>
                    <a:ext uri="{FF2B5EF4-FFF2-40B4-BE49-F238E27FC236}">
                      <a16:creationId xmlns:a16="http://schemas.microsoft.com/office/drawing/2014/main" id="{478E4922-A738-09F0-C6FC-E883E7426D00}"/>
                    </a:ext>
                  </a:extLst>
                </p:cNvPr>
                <p:cNvSpPr/>
                <p:nvPr/>
              </p:nvSpPr>
              <p:spPr>
                <a:xfrm>
                  <a:off x="812063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8" name="Forma libre 647">
                  <a:extLst>
                    <a:ext uri="{FF2B5EF4-FFF2-40B4-BE49-F238E27FC236}">
                      <a16:creationId xmlns:a16="http://schemas.microsoft.com/office/drawing/2014/main" id="{37A15485-E0A4-3DD8-A42E-D6E92029CD39}"/>
                    </a:ext>
                  </a:extLst>
                </p:cNvPr>
                <p:cNvSpPr/>
                <p:nvPr/>
              </p:nvSpPr>
              <p:spPr>
                <a:xfrm>
                  <a:off x="815168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9" name="Forma libre 648">
                  <a:extLst>
                    <a:ext uri="{FF2B5EF4-FFF2-40B4-BE49-F238E27FC236}">
                      <a16:creationId xmlns:a16="http://schemas.microsoft.com/office/drawing/2014/main" id="{9D0BB960-26DC-E7F6-2DB1-DEA7D87C2B5F}"/>
                    </a:ext>
                  </a:extLst>
                </p:cNvPr>
                <p:cNvSpPr/>
                <p:nvPr/>
              </p:nvSpPr>
              <p:spPr>
                <a:xfrm>
                  <a:off x="818273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1" name="Gráfico 4">
                <a:extLst>
                  <a:ext uri="{FF2B5EF4-FFF2-40B4-BE49-F238E27FC236}">
                    <a16:creationId xmlns:a16="http://schemas.microsoft.com/office/drawing/2014/main" id="{1D5202F9-A0D9-6835-416F-BDA3C1049BBF}"/>
                  </a:ext>
                </a:extLst>
              </p:cNvPr>
              <p:cNvGrpSpPr/>
              <p:nvPr/>
            </p:nvGrpSpPr>
            <p:grpSpPr>
              <a:xfrm>
                <a:off x="8215757" y="1991550"/>
                <a:ext cx="698436" cy="15494"/>
                <a:chOff x="8215757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604" name="Forma libre 603">
                  <a:extLst>
                    <a:ext uri="{FF2B5EF4-FFF2-40B4-BE49-F238E27FC236}">
                      <a16:creationId xmlns:a16="http://schemas.microsoft.com/office/drawing/2014/main" id="{574461D6-A34F-7713-E04E-F6F2C0F5E34C}"/>
                    </a:ext>
                  </a:extLst>
                </p:cNvPr>
                <p:cNvSpPr/>
                <p:nvPr/>
              </p:nvSpPr>
              <p:spPr>
                <a:xfrm>
                  <a:off x="821575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5" name="Forma libre 604">
                  <a:extLst>
                    <a:ext uri="{FF2B5EF4-FFF2-40B4-BE49-F238E27FC236}">
                      <a16:creationId xmlns:a16="http://schemas.microsoft.com/office/drawing/2014/main" id="{2024098C-5C54-232F-F43A-721037D07DF1}"/>
                    </a:ext>
                  </a:extLst>
                </p:cNvPr>
                <p:cNvSpPr/>
                <p:nvPr/>
              </p:nvSpPr>
              <p:spPr>
                <a:xfrm>
                  <a:off x="824680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6" name="Forma libre 605">
                  <a:extLst>
                    <a:ext uri="{FF2B5EF4-FFF2-40B4-BE49-F238E27FC236}">
                      <a16:creationId xmlns:a16="http://schemas.microsoft.com/office/drawing/2014/main" id="{A56CDF53-AF6D-07DB-39E3-630F4F0D17E0}"/>
                    </a:ext>
                  </a:extLst>
                </p:cNvPr>
                <p:cNvSpPr/>
                <p:nvPr/>
              </p:nvSpPr>
              <p:spPr>
                <a:xfrm>
                  <a:off x="827785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7" name="Forma libre 606">
                  <a:extLst>
                    <a:ext uri="{FF2B5EF4-FFF2-40B4-BE49-F238E27FC236}">
                      <a16:creationId xmlns:a16="http://schemas.microsoft.com/office/drawing/2014/main" id="{0CBA7822-0588-4207-32C5-73CDC3ED5708}"/>
                    </a:ext>
                  </a:extLst>
                </p:cNvPr>
                <p:cNvSpPr/>
                <p:nvPr/>
              </p:nvSpPr>
              <p:spPr>
                <a:xfrm>
                  <a:off x="830891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8" name="Forma libre 607">
                  <a:extLst>
                    <a:ext uri="{FF2B5EF4-FFF2-40B4-BE49-F238E27FC236}">
                      <a16:creationId xmlns:a16="http://schemas.microsoft.com/office/drawing/2014/main" id="{B3824464-BBE0-663A-3530-6B62B17A8DE7}"/>
                    </a:ext>
                  </a:extLst>
                </p:cNvPr>
                <p:cNvSpPr/>
                <p:nvPr/>
              </p:nvSpPr>
              <p:spPr>
                <a:xfrm>
                  <a:off x="833989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9" name="Forma libre 608">
                  <a:extLst>
                    <a:ext uri="{FF2B5EF4-FFF2-40B4-BE49-F238E27FC236}">
                      <a16:creationId xmlns:a16="http://schemas.microsoft.com/office/drawing/2014/main" id="{EBC6DF43-DED6-4F68-282F-4A5B768255AE}"/>
                    </a:ext>
                  </a:extLst>
                </p:cNvPr>
                <p:cNvSpPr/>
                <p:nvPr/>
              </p:nvSpPr>
              <p:spPr>
                <a:xfrm>
                  <a:off x="837095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0" name="Forma libre 609">
                  <a:extLst>
                    <a:ext uri="{FF2B5EF4-FFF2-40B4-BE49-F238E27FC236}">
                      <a16:creationId xmlns:a16="http://schemas.microsoft.com/office/drawing/2014/main" id="{AEF2403B-B1A1-32CE-FC27-F04A680F4C4D}"/>
                    </a:ext>
                  </a:extLst>
                </p:cNvPr>
                <p:cNvSpPr/>
                <p:nvPr/>
              </p:nvSpPr>
              <p:spPr>
                <a:xfrm>
                  <a:off x="840200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1" name="Forma libre 610">
                  <a:extLst>
                    <a:ext uri="{FF2B5EF4-FFF2-40B4-BE49-F238E27FC236}">
                      <a16:creationId xmlns:a16="http://schemas.microsoft.com/office/drawing/2014/main" id="{3DC322FA-15DD-6D10-3B2F-0A1D0CC65E54}"/>
                    </a:ext>
                  </a:extLst>
                </p:cNvPr>
                <p:cNvSpPr/>
                <p:nvPr/>
              </p:nvSpPr>
              <p:spPr>
                <a:xfrm>
                  <a:off x="843305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2" name="Forma libre 611">
                  <a:extLst>
                    <a:ext uri="{FF2B5EF4-FFF2-40B4-BE49-F238E27FC236}">
                      <a16:creationId xmlns:a16="http://schemas.microsoft.com/office/drawing/2014/main" id="{333046DB-5DC0-02AD-B395-9404621E19B2}"/>
                    </a:ext>
                  </a:extLst>
                </p:cNvPr>
                <p:cNvSpPr/>
                <p:nvPr/>
              </p:nvSpPr>
              <p:spPr>
                <a:xfrm>
                  <a:off x="846410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3" name="Forma libre 612">
                  <a:extLst>
                    <a:ext uri="{FF2B5EF4-FFF2-40B4-BE49-F238E27FC236}">
                      <a16:creationId xmlns:a16="http://schemas.microsoft.com/office/drawing/2014/main" id="{376E3FB1-F9C2-CCDA-8687-3A82A22183DA}"/>
                    </a:ext>
                  </a:extLst>
                </p:cNvPr>
                <p:cNvSpPr/>
                <p:nvPr/>
              </p:nvSpPr>
              <p:spPr>
                <a:xfrm>
                  <a:off x="849515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4" name="Forma libre 613">
                  <a:extLst>
                    <a:ext uri="{FF2B5EF4-FFF2-40B4-BE49-F238E27FC236}">
                      <a16:creationId xmlns:a16="http://schemas.microsoft.com/office/drawing/2014/main" id="{AFAA69F4-949F-988A-336D-B2E6F2668F29}"/>
                    </a:ext>
                  </a:extLst>
                </p:cNvPr>
                <p:cNvSpPr/>
                <p:nvPr/>
              </p:nvSpPr>
              <p:spPr>
                <a:xfrm>
                  <a:off x="852620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5" name="Forma libre 614">
                  <a:extLst>
                    <a:ext uri="{FF2B5EF4-FFF2-40B4-BE49-F238E27FC236}">
                      <a16:creationId xmlns:a16="http://schemas.microsoft.com/office/drawing/2014/main" id="{BF9279B8-C175-6203-98E9-B6C6A10E1D22}"/>
                    </a:ext>
                  </a:extLst>
                </p:cNvPr>
                <p:cNvSpPr/>
                <p:nvPr/>
              </p:nvSpPr>
              <p:spPr>
                <a:xfrm>
                  <a:off x="855719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6" name="Forma libre 615">
                  <a:extLst>
                    <a:ext uri="{FF2B5EF4-FFF2-40B4-BE49-F238E27FC236}">
                      <a16:creationId xmlns:a16="http://schemas.microsoft.com/office/drawing/2014/main" id="{996D560C-E6D6-2404-1E3A-50908BA870D3}"/>
                    </a:ext>
                  </a:extLst>
                </p:cNvPr>
                <p:cNvSpPr/>
                <p:nvPr/>
              </p:nvSpPr>
              <p:spPr>
                <a:xfrm>
                  <a:off x="858824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7" name="Forma libre 616">
                  <a:extLst>
                    <a:ext uri="{FF2B5EF4-FFF2-40B4-BE49-F238E27FC236}">
                      <a16:creationId xmlns:a16="http://schemas.microsoft.com/office/drawing/2014/main" id="{6020644D-2599-8DE0-4D5B-8441CD2821C6}"/>
                    </a:ext>
                  </a:extLst>
                </p:cNvPr>
                <p:cNvSpPr/>
                <p:nvPr/>
              </p:nvSpPr>
              <p:spPr>
                <a:xfrm>
                  <a:off x="861929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8" name="Forma libre 617">
                  <a:extLst>
                    <a:ext uri="{FF2B5EF4-FFF2-40B4-BE49-F238E27FC236}">
                      <a16:creationId xmlns:a16="http://schemas.microsoft.com/office/drawing/2014/main" id="{7DB5485B-06F0-8FA5-F760-406CCF339F40}"/>
                    </a:ext>
                  </a:extLst>
                </p:cNvPr>
                <p:cNvSpPr/>
                <p:nvPr/>
              </p:nvSpPr>
              <p:spPr>
                <a:xfrm>
                  <a:off x="865035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9" name="Forma libre 618">
                  <a:extLst>
                    <a:ext uri="{FF2B5EF4-FFF2-40B4-BE49-F238E27FC236}">
                      <a16:creationId xmlns:a16="http://schemas.microsoft.com/office/drawing/2014/main" id="{EE320EC2-9B74-03CD-3FFD-A3B3E721D667}"/>
                    </a:ext>
                  </a:extLst>
                </p:cNvPr>
                <p:cNvSpPr/>
                <p:nvPr/>
              </p:nvSpPr>
              <p:spPr>
                <a:xfrm>
                  <a:off x="868140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0" name="Forma libre 619">
                  <a:extLst>
                    <a:ext uri="{FF2B5EF4-FFF2-40B4-BE49-F238E27FC236}">
                      <a16:creationId xmlns:a16="http://schemas.microsoft.com/office/drawing/2014/main" id="{BA2EC5DB-917A-B313-2C45-822458CFF050}"/>
                    </a:ext>
                  </a:extLst>
                </p:cNvPr>
                <p:cNvSpPr/>
                <p:nvPr/>
              </p:nvSpPr>
              <p:spPr>
                <a:xfrm>
                  <a:off x="871245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1" name="Forma libre 620">
                  <a:extLst>
                    <a:ext uri="{FF2B5EF4-FFF2-40B4-BE49-F238E27FC236}">
                      <a16:creationId xmlns:a16="http://schemas.microsoft.com/office/drawing/2014/main" id="{4FDAB596-C2C1-0ECA-5C88-76E49197184B}"/>
                    </a:ext>
                  </a:extLst>
                </p:cNvPr>
                <p:cNvSpPr/>
                <p:nvPr/>
              </p:nvSpPr>
              <p:spPr>
                <a:xfrm>
                  <a:off x="874350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2" name="Forma libre 621">
                  <a:extLst>
                    <a:ext uri="{FF2B5EF4-FFF2-40B4-BE49-F238E27FC236}">
                      <a16:creationId xmlns:a16="http://schemas.microsoft.com/office/drawing/2014/main" id="{55FC18C2-92EE-1DDE-66CD-13C9EE21459B}"/>
                    </a:ext>
                  </a:extLst>
                </p:cNvPr>
                <p:cNvSpPr/>
                <p:nvPr/>
              </p:nvSpPr>
              <p:spPr>
                <a:xfrm>
                  <a:off x="877449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3" name="Forma libre 622">
                  <a:extLst>
                    <a:ext uri="{FF2B5EF4-FFF2-40B4-BE49-F238E27FC236}">
                      <a16:creationId xmlns:a16="http://schemas.microsoft.com/office/drawing/2014/main" id="{E173D2AC-7929-320F-D169-D5AF8A2C9A64}"/>
                    </a:ext>
                  </a:extLst>
                </p:cNvPr>
                <p:cNvSpPr/>
                <p:nvPr/>
              </p:nvSpPr>
              <p:spPr>
                <a:xfrm>
                  <a:off x="880554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4" name="Forma libre 623">
                  <a:extLst>
                    <a:ext uri="{FF2B5EF4-FFF2-40B4-BE49-F238E27FC236}">
                      <a16:creationId xmlns:a16="http://schemas.microsoft.com/office/drawing/2014/main" id="{B9F3C335-9ACB-9182-1DCB-CEC36C4F7F2B}"/>
                    </a:ext>
                  </a:extLst>
                </p:cNvPr>
                <p:cNvSpPr/>
                <p:nvPr/>
              </p:nvSpPr>
              <p:spPr>
                <a:xfrm>
                  <a:off x="883659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5" name="Forma libre 624">
                  <a:extLst>
                    <a:ext uri="{FF2B5EF4-FFF2-40B4-BE49-F238E27FC236}">
                      <a16:creationId xmlns:a16="http://schemas.microsoft.com/office/drawing/2014/main" id="{CDEC53D3-D9ED-8DB7-03D9-8243494CB9B5}"/>
                    </a:ext>
                  </a:extLst>
                </p:cNvPr>
                <p:cNvSpPr/>
                <p:nvPr/>
              </p:nvSpPr>
              <p:spPr>
                <a:xfrm>
                  <a:off x="886764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6" name="Forma libre 625">
                  <a:extLst>
                    <a:ext uri="{FF2B5EF4-FFF2-40B4-BE49-F238E27FC236}">
                      <a16:creationId xmlns:a16="http://schemas.microsoft.com/office/drawing/2014/main" id="{8484A071-2902-5284-CE18-7E403DA9ACB0}"/>
                    </a:ext>
                  </a:extLst>
                </p:cNvPr>
                <p:cNvSpPr/>
                <p:nvPr/>
              </p:nvSpPr>
              <p:spPr>
                <a:xfrm>
                  <a:off x="889869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2" name="Gráfico 4">
                <a:extLst>
                  <a:ext uri="{FF2B5EF4-FFF2-40B4-BE49-F238E27FC236}">
                    <a16:creationId xmlns:a16="http://schemas.microsoft.com/office/drawing/2014/main" id="{56A243CF-9D3A-F530-99F8-2E2D1B2E4CD4}"/>
                  </a:ext>
                </a:extLst>
              </p:cNvPr>
              <p:cNvGrpSpPr/>
              <p:nvPr/>
            </p:nvGrpSpPr>
            <p:grpSpPr>
              <a:xfrm>
                <a:off x="8931719" y="1991550"/>
                <a:ext cx="698436" cy="15494"/>
                <a:chOff x="8931719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581" name="Forma libre 580">
                  <a:extLst>
                    <a:ext uri="{FF2B5EF4-FFF2-40B4-BE49-F238E27FC236}">
                      <a16:creationId xmlns:a16="http://schemas.microsoft.com/office/drawing/2014/main" id="{C7B27407-A552-5A14-B5C6-DA78880AD0FF}"/>
                    </a:ext>
                  </a:extLst>
                </p:cNvPr>
                <p:cNvSpPr/>
                <p:nvPr/>
              </p:nvSpPr>
              <p:spPr>
                <a:xfrm>
                  <a:off x="893171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2" name="Forma libre 581">
                  <a:extLst>
                    <a:ext uri="{FF2B5EF4-FFF2-40B4-BE49-F238E27FC236}">
                      <a16:creationId xmlns:a16="http://schemas.microsoft.com/office/drawing/2014/main" id="{B40AFEEB-552C-E3A8-14E6-2699D98E2C37}"/>
                    </a:ext>
                  </a:extLst>
                </p:cNvPr>
                <p:cNvSpPr/>
                <p:nvPr/>
              </p:nvSpPr>
              <p:spPr>
                <a:xfrm>
                  <a:off x="896277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3" name="Forma libre 582">
                  <a:extLst>
                    <a:ext uri="{FF2B5EF4-FFF2-40B4-BE49-F238E27FC236}">
                      <a16:creationId xmlns:a16="http://schemas.microsoft.com/office/drawing/2014/main" id="{C8E1F94B-6CBB-F527-0D6E-AF1141D5962F}"/>
                    </a:ext>
                  </a:extLst>
                </p:cNvPr>
                <p:cNvSpPr/>
                <p:nvPr/>
              </p:nvSpPr>
              <p:spPr>
                <a:xfrm>
                  <a:off x="899382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4" name="Forma libre 583">
                  <a:extLst>
                    <a:ext uri="{FF2B5EF4-FFF2-40B4-BE49-F238E27FC236}">
                      <a16:creationId xmlns:a16="http://schemas.microsoft.com/office/drawing/2014/main" id="{8E75AA02-EB01-CFFC-AF19-0358AA6B9DA4}"/>
                    </a:ext>
                  </a:extLst>
                </p:cNvPr>
                <p:cNvSpPr/>
                <p:nvPr/>
              </p:nvSpPr>
              <p:spPr>
                <a:xfrm>
                  <a:off x="902487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5" name="Forma libre 584">
                  <a:extLst>
                    <a:ext uri="{FF2B5EF4-FFF2-40B4-BE49-F238E27FC236}">
                      <a16:creationId xmlns:a16="http://schemas.microsoft.com/office/drawing/2014/main" id="{D801697D-34B0-7001-32D4-E565A1F26E79}"/>
                    </a:ext>
                  </a:extLst>
                </p:cNvPr>
                <p:cNvSpPr/>
                <p:nvPr/>
              </p:nvSpPr>
              <p:spPr>
                <a:xfrm>
                  <a:off x="905586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6" name="Forma libre 585">
                  <a:extLst>
                    <a:ext uri="{FF2B5EF4-FFF2-40B4-BE49-F238E27FC236}">
                      <a16:creationId xmlns:a16="http://schemas.microsoft.com/office/drawing/2014/main" id="{1603782F-1B92-FFE5-91E5-7CCAB9005D7C}"/>
                    </a:ext>
                  </a:extLst>
                </p:cNvPr>
                <p:cNvSpPr/>
                <p:nvPr/>
              </p:nvSpPr>
              <p:spPr>
                <a:xfrm>
                  <a:off x="908691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7" name="Forma libre 586">
                  <a:extLst>
                    <a:ext uri="{FF2B5EF4-FFF2-40B4-BE49-F238E27FC236}">
                      <a16:creationId xmlns:a16="http://schemas.microsoft.com/office/drawing/2014/main" id="{D501006A-F5E0-2B9C-D17A-CD138E838AB4}"/>
                    </a:ext>
                  </a:extLst>
                </p:cNvPr>
                <p:cNvSpPr/>
                <p:nvPr/>
              </p:nvSpPr>
              <p:spPr>
                <a:xfrm>
                  <a:off x="911796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8" name="Forma libre 587">
                  <a:extLst>
                    <a:ext uri="{FF2B5EF4-FFF2-40B4-BE49-F238E27FC236}">
                      <a16:creationId xmlns:a16="http://schemas.microsoft.com/office/drawing/2014/main" id="{89DC0B7C-A36E-7D73-F62E-C68A49AF1368}"/>
                    </a:ext>
                  </a:extLst>
                </p:cNvPr>
                <p:cNvSpPr/>
                <p:nvPr/>
              </p:nvSpPr>
              <p:spPr>
                <a:xfrm>
                  <a:off x="914901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9" name="Forma libre 588">
                  <a:extLst>
                    <a:ext uri="{FF2B5EF4-FFF2-40B4-BE49-F238E27FC236}">
                      <a16:creationId xmlns:a16="http://schemas.microsoft.com/office/drawing/2014/main" id="{18FE0C1E-590A-DF77-4857-5DAF4F8E7531}"/>
                    </a:ext>
                  </a:extLst>
                </p:cNvPr>
                <p:cNvSpPr/>
                <p:nvPr/>
              </p:nvSpPr>
              <p:spPr>
                <a:xfrm>
                  <a:off x="918006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0" name="Forma libre 589">
                  <a:extLst>
                    <a:ext uri="{FF2B5EF4-FFF2-40B4-BE49-F238E27FC236}">
                      <a16:creationId xmlns:a16="http://schemas.microsoft.com/office/drawing/2014/main" id="{432167AD-92E4-9E94-1F82-A82B1FFBBFD7}"/>
                    </a:ext>
                  </a:extLst>
                </p:cNvPr>
                <p:cNvSpPr/>
                <p:nvPr/>
              </p:nvSpPr>
              <p:spPr>
                <a:xfrm>
                  <a:off x="921111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1" name="Forma libre 590">
                  <a:extLst>
                    <a:ext uri="{FF2B5EF4-FFF2-40B4-BE49-F238E27FC236}">
                      <a16:creationId xmlns:a16="http://schemas.microsoft.com/office/drawing/2014/main" id="{A2689EFB-D26D-A6B5-DDEC-32896A81A12A}"/>
                    </a:ext>
                  </a:extLst>
                </p:cNvPr>
                <p:cNvSpPr/>
                <p:nvPr/>
              </p:nvSpPr>
              <p:spPr>
                <a:xfrm>
                  <a:off x="924217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2" name="Forma libre 591">
                  <a:extLst>
                    <a:ext uri="{FF2B5EF4-FFF2-40B4-BE49-F238E27FC236}">
                      <a16:creationId xmlns:a16="http://schemas.microsoft.com/office/drawing/2014/main" id="{A48CE668-BB3D-9252-7AF1-4502CE26C2BC}"/>
                    </a:ext>
                  </a:extLst>
                </p:cNvPr>
                <p:cNvSpPr/>
                <p:nvPr/>
              </p:nvSpPr>
              <p:spPr>
                <a:xfrm>
                  <a:off x="927315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3" name="Forma libre 592">
                  <a:extLst>
                    <a:ext uri="{FF2B5EF4-FFF2-40B4-BE49-F238E27FC236}">
                      <a16:creationId xmlns:a16="http://schemas.microsoft.com/office/drawing/2014/main" id="{4CF1B1DC-ED19-C7AC-4F24-6C23224A05F8}"/>
                    </a:ext>
                  </a:extLst>
                </p:cNvPr>
                <p:cNvSpPr/>
                <p:nvPr/>
              </p:nvSpPr>
              <p:spPr>
                <a:xfrm>
                  <a:off x="930421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4" name="Forma libre 593">
                  <a:extLst>
                    <a:ext uri="{FF2B5EF4-FFF2-40B4-BE49-F238E27FC236}">
                      <a16:creationId xmlns:a16="http://schemas.microsoft.com/office/drawing/2014/main" id="{3E301679-B2DB-7BA2-8EF6-22D558AFD2C4}"/>
                    </a:ext>
                  </a:extLst>
                </p:cNvPr>
                <p:cNvSpPr/>
                <p:nvPr/>
              </p:nvSpPr>
              <p:spPr>
                <a:xfrm>
                  <a:off x="933526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5" name="Forma libre 594">
                  <a:extLst>
                    <a:ext uri="{FF2B5EF4-FFF2-40B4-BE49-F238E27FC236}">
                      <a16:creationId xmlns:a16="http://schemas.microsoft.com/office/drawing/2014/main" id="{51871F56-BB28-1238-8F8F-CD7164A7BD35}"/>
                    </a:ext>
                  </a:extLst>
                </p:cNvPr>
                <p:cNvSpPr/>
                <p:nvPr/>
              </p:nvSpPr>
              <p:spPr>
                <a:xfrm>
                  <a:off x="936631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6" name="Forma libre 595">
                  <a:extLst>
                    <a:ext uri="{FF2B5EF4-FFF2-40B4-BE49-F238E27FC236}">
                      <a16:creationId xmlns:a16="http://schemas.microsoft.com/office/drawing/2014/main" id="{4E017671-218E-34A7-2BE4-8C7D7E8BBC40}"/>
                    </a:ext>
                  </a:extLst>
                </p:cNvPr>
                <p:cNvSpPr/>
                <p:nvPr/>
              </p:nvSpPr>
              <p:spPr>
                <a:xfrm>
                  <a:off x="939736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7" name="Forma libre 596">
                  <a:extLst>
                    <a:ext uri="{FF2B5EF4-FFF2-40B4-BE49-F238E27FC236}">
                      <a16:creationId xmlns:a16="http://schemas.microsoft.com/office/drawing/2014/main" id="{248FFEBA-3559-2540-5BE9-1E08BD065D91}"/>
                    </a:ext>
                  </a:extLst>
                </p:cNvPr>
                <p:cNvSpPr/>
                <p:nvPr/>
              </p:nvSpPr>
              <p:spPr>
                <a:xfrm>
                  <a:off x="942841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8" name="Forma libre 597">
                  <a:extLst>
                    <a:ext uri="{FF2B5EF4-FFF2-40B4-BE49-F238E27FC236}">
                      <a16:creationId xmlns:a16="http://schemas.microsoft.com/office/drawing/2014/main" id="{77D6E47F-F134-B4A7-952E-22D14425D698}"/>
                    </a:ext>
                  </a:extLst>
                </p:cNvPr>
                <p:cNvSpPr/>
                <p:nvPr/>
              </p:nvSpPr>
              <p:spPr>
                <a:xfrm>
                  <a:off x="945946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9" name="Forma libre 598">
                  <a:extLst>
                    <a:ext uri="{FF2B5EF4-FFF2-40B4-BE49-F238E27FC236}">
                      <a16:creationId xmlns:a16="http://schemas.microsoft.com/office/drawing/2014/main" id="{6B99E2B7-05F9-DAE6-D59A-06FAD976EC33}"/>
                    </a:ext>
                  </a:extLst>
                </p:cNvPr>
                <p:cNvSpPr/>
                <p:nvPr/>
              </p:nvSpPr>
              <p:spPr>
                <a:xfrm>
                  <a:off x="949045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0" name="Forma libre 599">
                  <a:extLst>
                    <a:ext uri="{FF2B5EF4-FFF2-40B4-BE49-F238E27FC236}">
                      <a16:creationId xmlns:a16="http://schemas.microsoft.com/office/drawing/2014/main" id="{A9D8C1DC-125C-E86C-F8BB-F700EC48ADDE}"/>
                    </a:ext>
                  </a:extLst>
                </p:cNvPr>
                <p:cNvSpPr/>
                <p:nvPr/>
              </p:nvSpPr>
              <p:spPr>
                <a:xfrm>
                  <a:off x="952150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1" name="Forma libre 600">
                  <a:extLst>
                    <a:ext uri="{FF2B5EF4-FFF2-40B4-BE49-F238E27FC236}">
                      <a16:creationId xmlns:a16="http://schemas.microsoft.com/office/drawing/2014/main" id="{1F5786DF-8EA1-8212-935D-83D5D617ECBC}"/>
                    </a:ext>
                  </a:extLst>
                </p:cNvPr>
                <p:cNvSpPr/>
                <p:nvPr/>
              </p:nvSpPr>
              <p:spPr>
                <a:xfrm>
                  <a:off x="955255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2" name="Forma libre 601">
                  <a:extLst>
                    <a:ext uri="{FF2B5EF4-FFF2-40B4-BE49-F238E27FC236}">
                      <a16:creationId xmlns:a16="http://schemas.microsoft.com/office/drawing/2014/main" id="{809E8BC2-A329-1EAA-542C-31D9D2AB2222}"/>
                    </a:ext>
                  </a:extLst>
                </p:cNvPr>
                <p:cNvSpPr/>
                <p:nvPr/>
              </p:nvSpPr>
              <p:spPr>
                <a:xfrm>
                  <a:off x="958361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3" name="Forma libre 602">
                  <a:extLst>
                    <a:ext uri="{FF2B5EF4-FFF2-40B4-BE49-F238E27FC236}">
                      <a16:creationId xmlns:a16="http://schemas.microsoft.com/office/drawing/2014/main" id="{6DCBBDA8-4127-0765-A4A2-7E12466F6FD9}"/>
                    </a:ext>
                  </a:extLst>
                </p:cNvPr>
                <p:cNvSpPr/>
                <p:nvPr/>
              </p:nvSpPr>
              <p:spPr>
                <a:xfrm>
                  <a:off x="961466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3" name="Gráfico 4">
                <a:extLst>
                  <a:ext uri="{FF2B5EF4-FFF2-40B4-BE49-F238E27FC236}">
                    <a16:creationId xmlns:a16="http://schemas.microsoft.com/office/drawing/2014/main" id="{1CAE57DE-4C30-B774-4781-7379DD3E4AC8}"/>
                  </a:ext>
                </a:extLst>
              </p:cNvPr>
              <p:cNvGrpSpPr/>
              <p:nvPr/>
            </p:nvGrpSpPr>
            <p:grpSpPr>
              <a:xfrm>
                <a:off x="9647682" y="1991550"/>
                <a:ext cx="698436" cy="15494"/>
                <a:chOff x="9647682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558" name="Forma libre 557">
                  <a:extLst>
                    <a:ext uri="{FF2B5EF4-FFF2-40B4-BE49-F238E27FC236}">
                      <a16:creationId xmlns:a16="http://schemas.microsoft.com/office/drawing/2014/main" id="{13C491C9-8124-FD8A-9E08-DB1F9CB8D400}"/>
                    </a:ext>
                  </a:extLst>
                </p:cNvPr>
                <p:cNvSpPr/>
                <p:nvPr/>
              </p:nvSpPr>
              <p:spPr>
                <a:xfrm>
                  <a:off x="964768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9" name="Forma libre 558">
                  <a:extLst>
                    <a:ext uri="{FF2B5EF4-FFF2-40B4-BE49-F238E27FC236}">
                      <a16:creationId xmlns:a16="http://schemas.microsoft.com/office/drawing/2014/main" id="{F344C0B2-EA87-30BD-CAB6-7A78E7B00CD9}"/>
                    </a:ext>
                  </a:extLst>
                </p:cNvPr>
                <p:cNvSpPr/>
                <p:nvPr/>
              </p:nvSpPr>
              <p:spPr>
                <a:xfrm>
                  <a:off x="967873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0" name="Forma libre 559">
                  <a:extLst>
                    <a:ext uri="{FF2B5EF4-FFF2-40B4-BE49-F238E27FC236}">
                      <a16:creationId xmlns:a16="http://schemas.microsoft.com/office/drawing/2014/main" id="{D0C9EED3-869D-4B8D-4E7D-C49396CAA37D}"/>
                    </a:ext>
                  </a:extLst>
                </p:cNvPr>
                <p:cNvSpPr/>
                <p:nvPr/>
              </p:nvSpPr>
              <p:spPr>
                <a:xfrm>
                  <a:off x="970978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1" name="Forma libre 560">
                  <a:extLst>
                    <a:ext uri="{FF2B5EF4-FFF2-40B4-BE49-F238E27FC236}">
                      <a16:creationId xmlns:a16="http://schemas.microsoft.com/office/drawing/2014/main" id="{2C4CA22B-9D92-6B04-B862-9AF83D35080F}"/>
                    </a:ext>
                  </a:extLst>
                </p:cNvPr>
                <p:cNvSpPr/>
                <p:nvPr/>
              </p:nvSpPr>
              <p:spPr>
                <a:xfrm>
                  <a:off x="974083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2" name="Forma libre 561">
                  <a:extLst>
                    <a:ext uri="{FF2B5EF4-FFF2-40B4-BE49-F238E27FC236}">
                      <a16:creationId xmlns:a16="http://schemas.microsoft.com/office/drawing/2014/main" id="{1437C706-69AF-D387-37ED-583665BED24B}"/>
                    </a:ext>
                  </a:extLst>
                </p:cNvPr>
                <p:cNvSpPr/>
                <p:nvPr/>
              </p:nvSpPr>
              <p:spPr>
                <a:xfrm>
                  <a:off x="977188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3" name="Forma libre 562">
                  <a:extLst>
                    <a:ext uri="{FF2B5EF4-FFF2-40B4-BE49-F238E27FC236}">
                      <a16:creationId xmlns:a16="http://schemas.microsoft.com/office/drawing/2014/main" id="{D08430E5-7319-9C4A-F296-E18EF6EAE396}"/>
                    </a:ext>
                  </a:extLst>
                </p:cNvPr>
                <p:cNvSpPr/>
                <p:nvPr/>
              </p:nvSpPr>
              <p:spPr>
                <a:xfrm>
                  <a:off x="980287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4" name="Forma libre 563">
                  <a:extLst>
                    <a:ext uri="{FF2B5EF4-FFF2-40B4-BE49-F238E27FC236}">
                      <a16:creationId xmlns:a16="http://schemas.microsoft.com/office/drawing/2014/main" id="{A188DD08-210C-D8AC-FC27-96900DBF2E7F}"/>
                    </a:ext>
                  </a:extLst>
                </p:cNvPr>
                <p:cNvSpPr/>
                <p:nvPr/>
              </p:nvSpPr>
              <p:spPr>
                <a:xfrm>
                  <a:off x="983392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5" name="Forma libre 564">
                  <a:extLst>
                    <a:ext uri="{FF2B5EF4-FFF2-40B4-BE49-F238E27FC236}">
                      <a16:creationId xmlns:a16="http://schemas.microsoft.com/office/drawing/2014/main" id="{2AA66803-BAA0-0EF4-0131-B68E608BC4B7}"/>
                    </a:ext>
                  </a:extLst>
                </p:cNvPr>
                <p:cNvSpPr/>
                <p:nvPr/>
              </p:nvSpPr>
              <p:spPr>
                <a:xfrm>
                  <a:off x="986497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6" name="Forma libre 565">
                  <a:extLst>
                    <a:ext uri="{FF2B5EF4-FFF2-40B4-BE49-F238E27FC236}">
                      <a16:creationId xmlns:a16="http://schemas.microsoft.com/office/drawing/2014/main" id="{0FD914F2-404E-CF20-5871-6DF5B2B96839}"/>
                    </a:ext>
                  </a:extLst>
                </p:cNvPr>
                <p:cNvSpPr/>
                <p:nvPr/>
              </p:nvSpPr>
              <p:spPr>
                <a:xfrm>
                  <a:off x="989603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7" name="Forma libre 566">
                  <a:extLst>
                    <a:ext uri="{FF2B5EF4-FFF2-40B4-BE49-F238E27FC236}">
                      <a16:creationId xmlns:a16="http://schemas.microsoft.com/office/drawing/2014/main" id="{F1066DD8-0179-F756-1EE5-E5E320EBAB4A}"/>
                    </a:ext>
                  </a:extLst>
                </p:cNvPr>
                <p:cNvSpPr/>
                <p:nvPr/>
              </p:nvSpPr>
              <p:spPr>
                <a:xfrm>
                  <a:off x="992708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8" name="Forma libre 567">
                  <a:extLst>
                    <a:ext uri="{FF2B5EF4-FFF2-40B4-BE49-F238E27FC236}">
                      <a16:creationId xmlns:a16="http://schemas.microsoft.com/office/drawing/2014/main" id="{C79D1D1C-EBF8-A04D-7164-8754A1A19251}"/>
                    </a:ext>
                  </a:extLst>
                </p:cNvPr>
                <p:cNvSpPr/>
                <p:nvPr/>
              </p:nvSpPr>
              <p:spPr>
                <a:xfrm>
                  <a:off x="995813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9" name="Forma libre 568">
                  <a:extLst>
                    <a:ext uri="{FF2B5EF4-FFF2-40B4-BE49-F238E27FC236}">
                      <a16:creationId xmlns:a16="http://schemas.microsoft.com/office/drawing/2014/main" id="{596AB8AD-E8C8-1D70-BF36-B6A19D52C28B}"/>
                    </a:ext>
                  </a:extLst>
                </p:cNvPr>
                <p:cNvSpPr/>
                <p:nvPr/>
              </p:nvSpPr>
              <p:spPr>
                <a:xfrm>
                  <a:off x="998912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0" name="Forma libre 569">
                  <a:extLst>
                    <a:ext uri="{FF2B5EF4-FFF2-40B4-BE49-F238E27FC236}">
                      <a16:creationId xmlns:a16="http://schemas.microsoft.com/office/drawing/2014/main" id="{2635E607-3010-7138-F91D-F6D943938D15}"/>
                    </a:ext>
                  </a:extLst>
                </p:cNvPr>
                <p:cNvSpPr/>
                <p:nvPr/>
              </p:nvSpPr>
              <p:spPr>
                <a:xfrm>
                  <a:off x="1002017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1" name="Forma libre 570">
                  <a:extLst>
                    <a:ext uri="{FF2B5EF4-FFF2-40B4-BE49-F238E27FC236}">
                      <a16:creationId xmlns:a16="http://schemas.microsoft.com/office/drawing/2014/main" id="{1FF7BFFC-5E77-BEA3-72FB-CD8BA29FFA34}"/>
                    </a:ext>
                  </a:extLst>
                </p:cNvPr>
                <p:cNvSpPr/>
                <p:nvPr/>
              </p:nvSpPr>
              <p:spPr>
                <a:xfrm>
                  <a:off x="1005122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2" name="Forma libre 571">
                  <a:extLst>
                    <a:ext uri="{FF2B5EF4-FFF2-40B4-BE49-F238E27FC236}">
                      <a16:creationId xmlns:a16="http://schemas.microsoft.com/office/drawing/2014/main" id="{77B55C89-DB8A-280C-5797-88F47AA3D15C}"/>
                    </a:ext>
                  </a:extLst>
                </p:cNvPr>
                <p:cNvSpPr/>
                <p:nvPr/>
              </p:nvSpPr>
              <p:spPr>
                <a:xfrm>
                  <a:off x="1008227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3" name="Forma libre 572">
                  <a:extLst>
                    <a:ext uri="{FF2B5EF4-FFF2-40B4-BE49-F238E27FC236}">
                      <a16:creationId xmlns:a16="http://schemas.microsoft.com/office/drawing/2014/main" id="{03CF1DBD-53D7-0481-17F1-2C95FFE510EA}"/>
                    </a:ext>
                  </a:extLst>
                </p:cNvPr>
                <p:cNvSpPr/>
                <p:nvPr/>
              </p:nvSpPr>
              <p:spPr>
                <a:xfrm>
                  <a:off x="1011332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4" name="Forma libre 573">
                  <a:extLst>
                    <a:ext uri="{FF2B5EF4-FFF2-40B4-BE49-F238E27FC236}">
                      <a16:creationId xmlns:a16="http://schemas.microsoft.com/office/drawing/2014/main" id="{102D403F-0059-6F8C-DB63-728346FEB1D1}"/>
                    </a:ext>
                  </a:extLst>
                </p:cNvPr>
                <p:cNvSpPr/>
                <p:nvPr/>
              </p:nvSpPr>
              <p:spPr>
                <a:xfrm>
                  <a:off x="1014437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5" name="Forma libre 574">
                  <a:extLst>
                    <a:ext uri="{FF2B5EF4-FFF2-40B4-BE49-F238E27FC236}">
                      <a16:creationId xmlns:a16="http://schemas.microsoft.com/office/drawing/2014/main" id="{64C14E9A-AD64-6A9F-EDCD-8311F9809203}"/>
                    </a:ext>
                  </a:extLst>
                </p:cNvPr>
                <p:cNvSpPr/>
                <p:nvPr/>
              </p:nvSpPr>
              <p:spPr>
                <a:xfrm>
                  <a:off x="1017543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6" name="Forma libre 575">
                  <a:extLst>
                    <a:ext uri="{FF2B5EF4-FFF2-40B4-BE49-F238E27FC236}">
                      <a16:creationId xmlns:a16="http://schemas.microsoft.com/office/drawing/2014/main" id="{7126E512-5DEE-A7CA-909C-5A9E3215F9CF}"/>
                    </a:ext>
                  </a:extLst>
                </p:cNvPr>
                <p:cNvSpPr/>
                <p:nvPr/>
              </p:nvSpPr>
              <p:spPr>
                <a:xfrm>
                  <a:off x="1020641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7" name="Forma libre 576">
                  <a:extLst>
                    <a:ext uri="{FF2B5EF4-FFF2-40B4-BE49-F238E27FC236}">
                      <a16:creationId xmlns:a16="http://schemas.microsoft.com/office/drawing/2014/main" id="{414FB6C1-FB14-D9F7-360B-22C97050FBE8}"/>
                    </a:ext>
                  </a:extLst>
                </p:cNvPr>
                <p:cNvSpPr/>
                <p:nvPr/>
              </p:nvSpPr>
              <p:spPr>
                <a:xfrm>
                  <a:off x="1023747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8" name="Forma libre 577">
                  <a:extLst>
                    <a:ext uri="{FF2B5EF4-FFF2-40B4-BE49-F238E27FC236}">
                      <a16:creationId xmlns:a16="http://schemas.microsoft.com/office/drawing/2014/main" id="{93957907-108E-E366-F809-C7EAFE336860}"/>
                    </a:ext>
                  </a:extLst>
                </p:cNvPr>
                <p:cNvSpPr/>
                <p:nvPr/>
              </p:nvSpPr>
              <p:spPr>
                <a:xfrm>
                  <a:off x="1026852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9" name="Forma libre 578">
                  <a:extLst>
                    <a:ext uri="{FF2B5EF4-FFF2-40B4-BE49-F238E27FC236}">
                      <a16:creationId xmlns:a16="http://schemas.microsoft.com/office/drawing/2014/main" id="{82E5C6B8-3075-D340-5DB8-3B8D7CE9F757}"/>
                    </a:ext>
                  </a:extLst>
                </p:cNvPr>
                <p:cNvSpPr/>
                <p:nvPr/>
              </p:nvSpPr>
              <p:spPr>
                <a:xfrm>
                  <a:off x="1029957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0" name="Forma libre 579">
                  <a:extLst>
                    <a:ext uri="{FF2B5EF4-FFF2-40B4-BE49-F238E27FC236}">
                      <a16:creationId xmlns:a16="http://schemas.microsoft.com/office/drawing/2014/main" id="{ABA1DBB0-628A-6CBD-3000-09ACD7267F55}"/>
                    </a:ext>
                  </a:extLst>
                </p:cNvPr>
                <p:cNvSpPr/>
                <p:nvPr/>
              </p:nvSpPr>
              <p:spPr>
                <a:xfrm>
                  <a:off x="1033062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534" name="Gráfico 4">
                <a:extLst>
                  <a:ext uri="{FF2B5EF4-FFF2-40B4-BE49-F238E27FC236}">
                    <a16:creationId xmlns:a16="http://schemas.microsoft.com/office/drawing/2014/main" id="{78D97B2B-588B-C3C3-E3D7-B71FFBA1F5B8}"/>
                  </a:ext>
                </a:extLst>
              </p:cNvPr>
              <p:cNvGrpSpPr/>
              <p:nvPr/>
            </p:nvGrpSpPr>
            <p:grpSpPr>
              <a:xfrm>
                <a:off x="10363644" y="1991550"/>
                <a:ext cx="698436" cy="15494"/>
                <a:chOff x="10363644" y="1991550"/>
                <a:chExt cx="698436" cy="15494"/>
              </a:xfrm>
              <a:solidFill>
                <a:srgbClr val="93AAC9"/>
              </a:solidFill>
            </p:grpSpPr>
            <p:sp>
              <p:nvSpPr>
                <p:cNvPr id="535" name="Forma libre 534">
                  <a:extLst>
                    <a:ext uri="{FF2B5EF4-FFF2-40B4-BE49-F238E27FC236}">
                      <a16:creationId xmlns:a16="http://schemas.microsoft.com/office/drawing/2014/main" id="{DB1C6466-1DB7-C8FE-F0C1-D63355240DF5}"/>
                    </a:ext>
                  </a:extLst>
                </p:cNvPr>
                <p:cNvSpPr/>
                <p:nvPr/>
              </p:nvSpPr>
              <p:spPr>
                <a:xfrm>
                  <a:off x="1036364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6" name="Forma libre 535">
                  <a:extLst>
                    <a:ext uri="{FF2B5EF4-FFF2-40B4-BE49-F238E27FC236}">
                      <a16:creationId xmlns:a16="http://schemas.microsoft.com/office/drawing/2014/main" id="{DF3F92BB-FD6E-A334-F219-9147E1FD14D2}"/>
                    </a:ext>
                  </a:extLst>
                </p:cNvPr>
                <p:cNvSpPr/>
                <p:nvPr/>
              </p:nvSpPr>
              <p:spPr>
                <a:xfrm>
                  <a:off x="1039469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7" name="Forma libre 536">
                  <a:extLst>
                    <a:ext uri="{FF2B5EF4-FFF2-40B4-BE49-F238E27FC236}">
                      <a16:creationId xmlns:a16="http://schemas.microsoft.com/office/drawing/2014/main" id="{57AB50F3-F58E-65E3-A998-6B4AF0E8650C}"/>
                    </a:ext>
                  </a:extLst>
                </p:cNvPr>
                <p:cNvSpPr/>
                <p:nvPr/>
              </p:nvSpPr>
              <p:spPr>
                <a:xfrm>
                  <a:off x="1042574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8" name="Forma libre 537">
                  <a:extLst>
                    <a:ext uri="{FF2B5EF4-FFF2-40B4-BE49-F238E27FC236}">
                      <a16:creationId xmlns:a16="http://schemas.microsoft.com/office/drawing/2014/main" id="{56040097-C0B4-2FA0-DB57-39801619C520}"/>
                    </a:ext>
                  </a:extLst>
                </p:cNvPr>
                <p:cNvSpPr/>
                <p:nvPr/>
              </p:nvSpPr>
              <p:spPr>
                <a:xfrm>
                  <a:off x="10456799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9" name="Forma libre 538">
                  <a:extLst>
                    <a:ext uri="{FF2B5EF4-FFF2-40B4-BE49-F238E27FC236}">
                      <a16:creationId xmlns:a16="http://schemas.microsoft.com/office/drawing/2014/main" id="{27BEF5F5-849F-1270-0EE6-553EE0153066}"/>
                    </a:ext>
                  </a:extLst>
                </p:cNvPr>
                <p:cNvSpPr/>
                <p:nvPr/>
              </p:nvSpPr>
              <p:spPr>
                <a:xfrm>
                  <a:off x="1048785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0" name="Forma libre 539">
                  <a:extLst>
                    <a:ext uri="{FF2B5EF4-FFF2-40B4-BE49-F238E27FC236}">
                      <a16:creationId xmlns:a16="http://schemas.microsoft.com/office/drawing/2014/main" id="{07AB76AF-E281-5FF2-5454-809CACEAF27E}"/>
                    </a:ext>
                  </a:extLst>
                </p:cNvPr>
                <p:cNvSpPr/>
                <p:nvPr/>
              </p:nvSpPr>
              <p:spPr>
                <a:xfrm>
                  <a:off x="1051883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1" name="Forma libre 540">
                  <a:extLst>
                    <a:ext uri="{FF2B5EF4-FFF2-40B4-BE49-F238E27FC236}">
                      <a16:creationId xmlns:a16="http://schemas.microsoft.com/office/drawing/2014/main" id="{4A830A73-42AF-70EA-D761-C3FA56E4C9F9}"/>
                    </a:ext>
                  </a:extLst>
                </p:cNvPr>
                <p:cNvSpPr/>
                <p:nvPr/>
              </p:nvSpPr>
              <p:spPr>
                <a:xfrm>
                  <a:off x="1054989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2" name="Forma libre 541">
                  <a:extLst>
                    <a:ext uri="{FF2B5EF4-FFF2-40B4-BE49-F238E27FC236}">
                      <a16:creationId xmlns:a16="http://schemas.microsoft.com/office/drawing/2014/main" id="{F22400BB-5010-391B-83B5-6790D117861E}"/>
                    </a:ext>
                  </a:extLst>
                </p:cNvPr>
                <p:cNvSpPr/>
                <p:nvPr/>
              </p:nvSpPr>
              <p:spPr>
                <a:xfrm>
                  <a:off x="1058094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3" name="Forma libre 542">
                  <a:extLst>
                    <a:ext uri="{FF2B5EF4-FFF2-40B4-BE49-F238E27FC236}">
                      <a16:creationId xmlns:a16="http://schemas.microsoft.com/office/drawing/2014/main" id="{EE3DD955-F142-E870-9E90-E4C12A5FF1E7}"/>
                    </a:ext>
                  </a:extLst>
                </p:cNvPr>
                <p:cNvSpPr/>
                <p:nvPr/>
              </p:nvSpPr>
              <p:spPr>
                <a:xfrm>
                  <a:off x="1061199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4" name="Forma libre 543">
                  <a:extLst>
                    <a:ext uri="{FF2B5EF4-FFF2-40B4-BE49-F238E27FC236}">
                      <a16:creationId xmlns:a16="http://schemas.microsoft.com/office/drawing/2014/main" id="{46A53C83-0BEC-9037-4B90-ECC43B01CD39}"/>
                    </a:ext>
                  </a:extLst>
                </p:cNvPr>
                <p:cNvSpPr/>
                <p:nvPr/>
              </p:nvSpPr>
              <p:spPr>
                <a:xfrm>
                  <a:off x="1064304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5" name="Forma libre 544">
                  <a:extLst>
                    <a:ext uri="{FF2B5EF4-FFF2-40B4-BE49-F238E27FC236}">
                      <a16:creationId xmlns:a16="http://schemas.microsoft.com/office/drawing/2014/main" id="{0A35ADB0-43CF-35C4-71DA-3A28CB28565A}"/>
                    </a:ext>
                  </a:extLst>
                </p:cNvPr>
                <p:cNvSpPr/>
                <p:nvPr/>
              </p:nvSpPr>
              <p:spPr>
                <a:xfrm>
                  <a:off x="10674096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6" name="Forma libre 545">
                  <a:extLst>
                    <a:ext uri="{FF2B5EF4-FFF2-40B4-BE49-F238E27FC236}">
                      <a16:creationId xmlns:a16="http://schemas.microsoft.com/office/drawing/2014/main" id="{661D174D-D4A6-2FE1-849E-CE855DFB1BB6}"/>
                    </a:ext>
                  </a:extLst>
                </p:cNvPr>
                <p:cNvSpPr/>
                <p:nvPr/>
              </p:nvSpPr>
              <p:spPr>
                <a:xfrm>
                  <a:off x="1070514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7" name="Forma libre 546">
                  <a:extLst>
                    <a:ext uri="{FF2B5EF4-FFF2-40B4-BE49-F238E27FC236}">
                      <a16:creationId xmlns:a16="http://schemas.microsoft.com/office/drawing/2014/main" id="{FB99DB8A-9FCF-EDFA-CCE6-44D1A851E8B1}"/>
                    </a:ext>
                  </a:extLst>
                </p:cNvPr>
                <p:cNvSpPr/>
                <p:nvPr/>
              </p:nvSpPr>
              <p:spPr>
                <a:xfrm>
                  <a:off x="1073613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8" name="Forma libre 547">
                  <a:extLst>
                    <a:ext uri="{FF2B5EF4-FFF2-40B4-BE49-F238E27FC236}">
                      <a16:creationId xmlns:a16="http://schemas.microsoft.com/office/drawing/2014/main" id="{E235AA38-38FE-AE14-923D-562EFEFFA6EA}"/>
                    </a:ext>
                  </a:extLst>
                </p:cNvPr>
                <p:cNvSpPr/>
                <p:nvPr/>
              </p:nvSpPr>
              <p:spPr>
                <a:xfrm>
                  <a:off x="1076718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49" name="Forma libre 548">
                  <a:extLst>
                    <a:ext uri="{FF2B5EF4-FFF2-40B4-BE49-F238E27FC236}">
                      <a16:creationId xmlns:a16="http://schemas.microsoft.com/office/drawing/2014/main" id="{4AD5E193-AC8E-4067-EA31-C366C2899E96}"/>
                    </a:ext>
                  </a:extLst>
                </p:cNvPr>
                <p:cNvSpPr/>
                <p:nvPr/>
              </p:nvSpPr>
              <p:spPr>
                <a:xfrm>
                  <a:off x="10798238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0" name="Forma libre 549">
                  <a:extLst>
                    <a:ext uri="{FF2B5EF4-FFF2-40B4-BE49-F238E27FC236}">
                      <a16:creationId xmlns:a16="http://schemas.microsoft.com/office/drawing/2014/main" id="{EB495E0C-BADF-779B-59AF-B95531986345}"/>
                    </a:ext>
                  </a:extLst>
                </p:cNvPr>
                <p:cNvSpPr/>
                <p:nvPr/>
              </p:nvSpPr>
              <p:spPr>
                <a:xfrm>
                  <a:off x="10829290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1" name="Forma libre 550">
                  <a:extLst>
                    <a:ext uri="{FF2B5EF4-FFF2-40B4-BE49-F238E27FC236}">
                      <a16:creationId xmlns:a16="http://schemas.microsoft.com/office/drawing/2014/main" id="{5C27EA77-0D19-D34A-8409-5659F442A051}"/>
                    </a:ext>
                  </a:extLst>
                </p:cNvPr>
                <p:cNvSpPr/>
                <p:nvPr/>
              </p:nvSpPr>
              <p:spPr>
                <a:xfrm>
                  <a:off x="1086034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2" name="Forma libre 551">
                  <a:extLst>
                    <a:ext uri="{FF2B5EF4-FFF2-40B4-BE49-F238E27FC236}">
                      <a16:creationId xmlns:a16="http://schemas.microsoft.com/office/drawing/2014/main" id="{0AC79668-E2CE-8562-20BA-13C20D2EB7C7}"/>
                    </a:ext>
                  </a:extLst>
                </p:cNvPr>
                <p:cNvSpPr/>
                <p:nvPr/>
              </p:nvSpPr>
              <p:spPr>
                <a:xfrm>
                  <a:off x="10891393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3" name="Forma libre 552">
                  <a:extLst>
                    <a:ext uri="{FF2B5EF4-FFF2-40B4-BE49-F238E27FC236}">
                      <a16:creationId xmlns:a16="http://schemas.microsoft.com/office/drawing/2014/main" id="{237E40DC-8595-A15B-7E8A-D21EA0DC5B60}"/>
                    </a:ext>
                  </a:extLst>
                </p:cNvPr>
                <p:cNvSpPr/>
                <p:nvPr/>
              </p:nvSpPr>
              <p:spPr>
                <a:xfrm>
                  <a:off x="10922381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4" name="Forma libre 553">
                  <a:extLst>
                    <a:ext uri="{FF2B5EF4-FFF2-40B4-BE49-F238E27FC236}">
                      <a16:creationId xmlns:a16="http://schemas.microsoft.com/office/drawing/2014/main" id="{EEBA3319-1DB9-36C5-FC24-EB772F54ABE4}"/>
                    </a:ext>
                  </a:extLst>
                </p:cNvPr>
                <p:cNvSpPr/>
                <p:nvPr/>
              </p:nvSpPr>
              <p:spPr>
                <a:xfrm>
                  <a:off x="10953432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5" name="Forma libre 554">
                  <a:extLst>
                    <a:ext uri="{FF2B5EF4-FFF2-40B4-BE49-F238E27FC236}">
                      <a16:creationId xmlns:a16="http://schemas.microsoft.com/office/drawing/2014/main" id="{014C2546-914B-A3CA-9296-79A98ACDE942}"/>
                    </a:ext>
                  </a:extLst>
                </p:cNvPr>
                <p:cNvSpPr/>
                <p:nvPr/>
              </p:nvSpPr>
              <p:spPr>
                <a:xfrm>
                  <a:off x="10984484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6" name="Forma libre 555">
                  <a:extLst>
                    <a:ext uri="{FF2B5EF4-FFF2-40B4-BE49-F238E27FC236}">
                      <a16:creationId xmlns:a16="http://schemas.microsoft.com/office/drawing/2014/main" id="{263A9119-B0EA-F405-1297-C9D79B6A8E1E}"/>
                    </a:ext>
                  </a:extLst>
                </p:cNvPr>
                <p:cNvSpPr/>
                <p:nvPr/>
              </p:nvSpPr>
              <p:spPr>
                <a:xfrm>
                  <a:off x="11015535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7" name="Forma libre 556">
                  <a:extLst>
                    <a:ext uri="{FF2B5EF4-FFF2-40B4-BE49-F238E27FC236}">
                      <a16:creationId xmlns:a16="http://schemas.microsoft.com/office/drawing/2014/main" id="{B9B1E399-DE50-2DCB-5168-133689077823}"/>
                    </a:ext>
                  </a:extLst>
                </p:cNvPr>
                <p:cNvSpPr/>
                <p:nvPr/>
              </p:nvSpPr>
              <p:spPr>
                <a:xfrm>
                  <a:off x="11046587" y="199155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</p:grpSp>
        <p:grpSp>
          <p:nvGrpSpPr>
            <p:cNvPr id="21" name="Gráfico 4">
              <a:extLst>
                <a:ext uri="{FF2B5EF4-FFF2-40B4-BE49-F238E27FC236}">
                  <a16:creationId xmlns:a16="http://schemas.microsoft.com/office/drawing/2014/main" id="{71CE2AB1-9666-05A4-EA44-EB33646059A1}"/>
                </a:ext>
              </a:extLst>
            </p:cNvPr>
            <p:cNvGrpSpPr/>
            <p:nvPr/>
          </p:nvGrpSpPr>
          <p:grpSpPr>
            <a:xfrm>
              <a:off x="6067869" y="2944685"/>
              <a:ext cx="4994211" cy="15494"/>
              <a:chOff x="6067869" y="2944685"/>
              <a:chExt cx="4994211" cy="15494"/>
            </a:xfrm>
            <a:solidFill>
              <a:srgbClr val="93AAC9"/>
            </a:solidFill>
          </p:grpSpPr>
          <p:grpSp>
            <p:nvGrpSpPr>
              <p:cNvPr id="360" name="Gráfico 4">
                <a:extLst>
                  <a:ext uri="{FF2B5EF4-FFF2-40B4-BE49-F238E27FC236}">
                    <a16:creationId xmlns:a16="http://schemas.microsoft.com/office/drawing/2014/main" id="{26BE7158-4C05-B479-73B9-D05AC4102EE9}"/>
                  </a:ext>
                </a:extLst>
              </p:cNvPr>
              <p:cNvGrpSpPr/>
              <p:nvPr/>
            </p:nvGrpSpPr>
            <p:grpSpPr>
              <a:xfrm>
                <a:off x="6067869" y="2944685"/>
                <a:ext cx="698436" cy="15494"/>
                <a:chOff x="6067869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505" name="Forma libre 504">
                  <a:extLst>
                    <a:ext uri="{FF2B5EF4-FFF2-40B4-BE49-F238E27FC236}">
                      <a16:creationId xmlns:a16="http://schemas.microsoft.com/office/drawing/2014/main" id="{A232A1C1-D6D0-38AC-B942-896FDFD7812A}"/>
                    </a:ext>
                  </a:extLst>
                </p:cNvPr>
                <p:cNvSpPr/>
                <p:nvPr/>
              </p:nvSpPr>
              <p:spPr>
                <a:xfrm>
                  <a:off x="606786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6" name="Forma libre 505">
                  <a:extLst>
                    <a:ext uri="{FF2B5EF4-FFF2-40B4-BE49-F238E27FC236}">
                      <a16:creationId xmlns:a16="http://schemas.microsoft.com/office/drawing/2014/main" id="{ABB49C3D-B0BD-AA82-8E71-1B1CF9D97949}"/>
                    </a:ext>
                  </a:extLst>
                </p:cNvPr>
                <p:cNvSpPr/>
                <p:nvPr/>
              </p:nvSpPr>
              <p:spPr>
                <a:xfrm>
                  <a:off x="609892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7" name="Forma libre 506">
                  <a:extLst>
                    <a:ext uri="{FF2B5EF4-FFF2-40B4-BE49-F238E27FC236}">
                      <a16:creationId xmlns:a16="http://schemas.microsoft.com/office/drawing/2014/main" id="{50140756-DA42-0139-521C-D4DA506718F8}"/>
                    </a:ext>
                  </a:extLst>
                </p:cNvPr>
                <p:cNvSpPr/>
                <p:nvPr/>
              </p:nvSpPr>
              <p:spPr>
                <a:xfrm>
                  <a:off x="612997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8" name="Forma libre 507">
                  <a:extLst>
                    <a:ext uri="{FF2B5EF4-FFF2-40B4-BE49-F238E27FC236}">
                      <a16:creationId xmlns:a16="http://schemas.microsoft.com/office/drawing/2014/main" id="{778FB82B-075C-E1E5-89A9-4FED2C0F35C0}"/>
                    </a:ext>
                  </a:extLst>
                </p:cNvPr>
                <p:cNvSpPr/>
                <p:nvPr/>
              </p:nvSpPr>
              <p:spPr>
                <a:xfrm>
                  <a:off x="616096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9" name="Forma libre 508">
                  <a:extLst>
                    <a:ext uri="{FF2B5EF4-FFF2-40B4-BE49-F238E27FC236}">
                      <a16:creationId xmlns:a16="http://schemas.microsoft.com/office/drawing/2014/main" id="{C62BD292-4304-BEAA-F283-A804E38B6A05}"/>
                    </a:ext>
                  </a:extLst>
                </p:cNvPr>
                <p:cNvSpPr/>
                <p:nvPr/>
              </p:nvSpPr>
              <p:spPr>
                <a:xfrm>
                  <a:off x="619201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0" name="Forma libre 509">
                  <a:extLst>
                    <a:ext uri="{FF2B5EF4-FFF2-40B4-BE49-F238E27FC236}">
                      <a16:creationId xmlns:a16="http://schemas.microsoft.com/office/drawing/2014/main" id="{EB1BC182-1417-44C2-7F91-0706D71C9C1C}"/>
                    </a:ext>
                  </a:extLst>
                </p:cNvPr>
                <p:cNvSpPr/>
                <p:nvPr/>
              </p:nvSpPr>
              <p:spPr>
                <a:xfrm>
                  <a:off x="622306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1" name="Forma libre 510">
                  <a:extLst>
                    <a:ext uri="{FF2B5EF4-FFF2-40B4-BE49-F238E27FC236}">
                      <a16:creationId xmlns:a16="http://schemas.microsoft.com/office/drawing/2014/main" id="{142DC230-987E-D2AA-EE4D-6A17C33ED9AB}"/>
                    </a:ext>
                  </a:extLst>
                </p:cNvPr>
                <p:cNvSpPr/>
                <p:nvPr/>
              </p:nvSpPr>
              <p:spPr>
                <a:xfrm>
                  <a:off x="625411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2" name="Forma libre 511">
                  <a:extLst>
                    <a:ext uri="{FF2B5EF4-FFF2-40B4-BE49-F238E27FC236}">
                      <a16:creationId xmlns:a16="http://schemas.microsoft.com/office/drawing/2014/main" id="{574FD960-B807-FAEB-F09B-FFD8CCBB6FDD}"/>
                    </a:ext>
                  </a:extLst>
                </p:cNvPr>
                <p:cNvSpPr/>
                <p:nvPr/>
              </p:nvSpPr>
              <p:spPr>
                <a:xfrm>
                  <a:off x="628516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3" name="Forma libre 512">
                  <a:extLst>
                    <a:ext uri="{FF2B5EF4-FFF2-40B4-BE49-F238E27FC236}">
                      <a16:creationId xmlns:a16="http://schemas.microsoft.com/office/drawing/2014/main" id="{C37C43D1-D286-993A-EA7D-BA03EBABBEC6}"/>
                    </a:ext>
                  </a:extLst>
                </p:cNvPr>
                <p:cNvSpPr/>
                <p:nvPr/>
              </p:nvSpPr>
              <p:spPr>
                <a:xfrm>
                  <a:off x="631621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4" name="Forma libre 513">
                  <a:extLst>
                    <a:ext uri="{FF2B5EF4-FFF2-40B4-BE49-F238E27FC236}">
                      <a16:creationId xmlns:a16="http://schemas.microsoft.com/office/drawing/2014/main" id="{6CD09D08-ACA3-BC3C-3D86-5A11051B7699}"/>
                    </a:ext>
                  </a:extLst>
                </p:cNvPr>
                <p:cNvSpPr/>
                <p:nvPr/>
              </p:nvSpPr>
              <p:spPr>
                <a:xfrm>
                  <a:off x="634726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5" name="Forma libre 514">
                  <a:extLst>
                    <a:ext uri="{FF2B5EF4-FFF2-40B4-BE49-F238E27FC236}">
                      <a16:creationId xmlns:a16="http://schemas.microsoft.com/office/drawing/2014/main" id="{896C4D8C-DC9C-C9BD-1FE6-4B21C4D580D3}"/>
                    </a:ext>
                  </a:extLst>
                </p:cNvPr>
                <p:cNvSpPr/>
                <p:nvPr/>
              </p:nvSpPr>
              <p:spPr>
                <a:xfrm>
                  <a:off x="637825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6" name="Forma libre 515">
                  <a:extLst>
                    <a:ext uri="{FF2B5EF4-FFF2-40B4-BE49-F238E27FC236}">
                      <a16:creationId xmlns:a16="http://schemas.microsoft.com/office/drawing/2014/main" id="{E0D3F678-2CF4-E795-16BC-1B4F734D02BE}"/>
                    </a:ext>
                  </a:extLst>
                </p:cNvPr>
                <p:cNvSpPr/>
                <p:nvPr/>
              </p:nvSpPr>
              <p:spPr>
                <a:xfrm>
                  <a:off x="640930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7" name="Forma libre 516">
                  <a:extLst>
                    <a:ext uri="{FF2B5EF4-FFF2-40B4-BE49-F238E27FC236}">
                      <a16:creationId xmlns:a16="http://schemas.microsoft.com/office/drawing/2014/main" id="{00081B26-330A-D4DF-8B85-EE9386063D09}"/>
                    </a:ext>
                  </a:extLst>
                </p:cNvPr>
                <p:cNvSpPr/>
                <p:nvPr/>
              </p:nvSpPr>
              <p:spPr>
                <a:xfrm>
                  <a:off x="644036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5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8" name="Forma libre 517">
                  <a:extLst>
                    <a:ext uri="{FF2B5EF4-FFF2-40B4-BE49-F238E27FC236}">
                      <a16:creationId xmlns:a16="http://schemas.microsoft.com/office/drawing/2014/main" id="{588E6B38-5DF2-5C73-CE73-11231F5D3F17}"/>
                    </a:ext>
                  </a:extLst>
                </p:cNvPr>
                <p:cNvSpPr/>
                <p:nvPr/>
              </p:nvSpPr>
              <p:spPr>
                <a:xfrm>
                  <a:off x="647141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9" name="Forma libre 518">
                  <a:extLst>
                    <a:ext uri="{FF2B5EF4-FFF2-40B4-BE49-F238E27FC236}">
                      <a16:creationId xmlns:a16="http://schemas.microsoft.com/office/drawing/2014/main" id="{893B7E54-DB8A-0C59-2A94-CE586B884C21}"/>
                    </a:ext>
                  </a:extLst>
                </p:cNvPr>
                <p:cNvSpPr/>
                <p:nvPr/>
              </p:nvSpPr>
              <p:spPr>
                <a:xfrm>
                  <a:off x="650246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0" name="Forma libre 519">
                  <a:extLst>
                    <a:ext uri="{FF2B5EF4-FFF2-40B4-BE49-F238E27FC236}">
                      <a16:creationId xmlns:a16="http://schemas.microsoft.com/office/drawing/2014/main" id="{FFAC9F2C-A18C-08D2-B0BC-3115913067E5}"/>
                    </a:ext>
                  </a:extLst>
                </p:cNvPr>
                <p:cNvSpPr/>
                <p:nvPr/>
              </p:nvSpPr>
              <p:spPr>
                <a:xfrm>
                  <a:off x="653351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1" name="Forma libre 520">
                  <a:extLst>
                    <a:ext uri="{FF2B5EF4-FFF2-40B4-BE49-F238E27FC236}">
                      <a16:creationId xmlns:a16="http://schemas.microsoft.com/office/drawing/2014/main" id="{DB8B844D-3048-67C7-7240-CA7D95BE06B0}"/>
                    </a:ext>
                  </a:extLst>
                </p:cNvPr>
                <p:cNvSpPr/>
                <p:nvPr/>
              </p:nvSpPr>
              <p:spPr>
                <a:xfrm>
                  <a:off x="656456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2" name="Forma libre 521">
                  <a:extLst>
                    <a:ext uri="{FF2B5EF4-FFF2-40B4-BE49-F238E27FC236}">
                      <a16:creationId xmlns:a16="http://schemas.microsoft.com/office/drawing/2014/main" id="{A70A76A4-D960-9040-63C7-7EED2D7AEE68}"/>
                    </a:ext>
                  </a:extLst>
                </p:cNvPr>
                <p:cNvSpPr/>
                <p:nvPr/>
              </p:nvSpPr>
              <p:spPr>
                <a:xfrm>
                  <a:off x="659555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3" name="Forma libre 522">
                  <a:extLst>
                    <a:ext uri="{FF2B5EF4-FFF2-40B4-BE49-F238E27FC236}">
                      <a16:creationId xmlns:a16="http://schemas.microsoft.com/office/drawing/2014/main" id="{995520A0-5D5C-EBC4-9B7A-2A0718061FAD}"/>
                    </a:ext>
                  </a:extLst>
                </p:cNvPr>
                <p:cNvSpPr/>
                <p:nvPr/>
              </p:nvSpPr>
              <p:spPr>
                <a:xfrm>
                  <a:off x="662660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4" name="Forma libre 523">
                  <a:extLst>
                    <a:ext uri="{FF2B5EF4-FFF2-40B4-BE49-F238E27FC236}">
                      <a16:creationId xmlns:a16="http://schemas.microsoft.com/office/drawing/2014/main" id="{7B6D321A-4666-A6F8-082B-2535B00DA7F6}"/>
                    </a:ext>
                  </a:extLst>
                </p:cNvPr>
                <p:cNvSpPr/>
                <p:nvPr/>
              </p:nvSpPr>
              <p:spPr>
                <a:xfrm>
                  <a:off x="665765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5" name="Forma libre 524">
                  <a:extLst>
                    <a:ext uri="{FF2B5EF4-FFF2-40B4-BE49-F238E27FC236}">
                      <a16:creationId xmlns:a16="http://schemas.microsoft.com/office/drawing/2014/main" id="{9557590D-8F8D-DB13-65F2-9182BA25E70B}"/>
                    </a:ext>
                  </a:extLst>
                </p:cNvPr>
                <p:cNvSpPr/>
                <p:nvPr/>
              </p:nvSpPr>
              <p:spPr>
                <a:xfrm>
                  <a:off x="668870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6" name="Forma libre 525">
                  <a:extLst>
                    <a:ext uri="{FF2B5EF4-FFF2-40B4-BE49-F238E27FC236}">
                      <a16:creationId xmlns:a16="http://schemas.microsoft.com/office/drawing/2014/main" id="{F6523AD3-42EA-1448-31EB-8A88E8D83D16}"/>
                    </a:ext>
                  </a:extLst>
                </p:cNvPr>
                <p:cNvSpPr/>
                <p:nvPr/>
              </p:nvSpPr>
              <p:spPr>
                <a:xfrm>
                  <a:off x="671976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7" name="Forma libre 526">
                  <a:extLst>
                    <a:ext uri="{FF2B5EF4-FFF2-40B4-BE49-F238E27FC236}">
                      <a16:creationId xmlns:a16="http://schemas.microsoft.com/office/drawing/2014/main" id="{DCE8EBF8-DCDF-BA0D-190C-9D2A21485C23}"/>
                    </a:ext>
                  </a:extLst>
                </p:cNvPr>
                <p:cNvSpPr/>
                <p:nvPr/>
              </p:nvSpPr>
              <p:spPr>
                <a:xfrm>
                  <a:off x="675081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1" name="Gráfico 4">
                <a:extLst>
                  <a:ext uri="{FF2B5EF4-FFF2-40B4-BE49-F238E27FC236}">
                    <a16:creationId xmlns:a16="http://schemas.microsoft.com/office/drawing/2014/main" id="{089363E1-0514-35A2-42E8-DE029C73D411}"/>
                  </a:ext>
                </a:extLst>
              </p:cNvPr>
              <p:cNvGrpSpPr/>
              <p:nvPr/>
            </p:nvGrpSpPr>
            <p:grpSpPr>
              <a:xfrm>
                <a:off x="6783832" y="2944685"/>
                <a:ext cx="698436" cy="15494"/>
                <a:chOff x="6783832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482" name="Forma libre 481">
                  <a:extLst>
                    <a:ext uri="{FF2B5EF4-FFF2-40B4-BE49-F238E27FC236}">
                      <a16:creationId xmlns:a16="http://schemas.microsoft.com/office/drawing/2014/main" id="{D61367BB-C987-ED19-9B20-4530CC032587}"/>
                    </a:ext>
                  </a:extLst>
                </p:cNvPr>
                <p:cNvSpPr/>
                <p:nvPr/>
              </p:nvSpPr>
              <p:spPr>
                <a:xfrm>
                  <a:off x="678383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3" name="Forma libre 482">
                  <a:extLst>
                    <a:ext uri="{FF2B5EF4-FFF2-40B4-BE49-F238E27FC236}">
                      <a16:creationId xmlns:a16="http://schemas.microsoft.com/office/drawing/2014/main" id="{2F4916FE-A4F3-D7E5-6267-69A42EA255AC}"/>
                    </a:ext>
                  </a:extLst>
                </p:cNvPr>
                <p:cNvSpPr/>
                <p:nvPr/>
              </p:nvSpPr>
              <p:spPr>
                <a:xfrm>
                  <a:off x="681488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4" name="Forma libre 483">
                  <a:extLst>
                    <a:ext uri="{FF2B5EF4-FFF2-40B4-BE49-F238E27FC236}">
                      <a16:creationId xmlns:a16="http://schemas.microsoft.com/office/drawing/2014/main" id="{10A02E2A-6703-A201-3F42-191911A598C6}"/>
                    </a:ext>
                  </a:extLst>
                </p:cNvPr>
                <p:cNvSpPr/>
                <p:nvPr/>
              </p:nvSpPr>
              <p:spPr>
                <a:xfrm>
                  <a:off x="684593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5" name="Forma libre 484">
                  <a:extLst>
                    <a:ext uri="{FF2B5EF4-FFF2-40B4-BE49-F238E27FC236}">
                      <a16:creationId xmlns:a16="http://schemas.microsoft.com/office/drawing/2014/main" id="{A137C3EF-EB28-AF70-EE9D-B15BCF92BD39}"/>
                    </a:ext>
                  </a:extLst>
                </p:cNvPr>
                <p:cNvSpPr/>
                <p:nvPr/>
              </p:nvSpPr>
              <p:spPr>
                <a:xfrm>
                  <a:off x="687698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6" name="Forma libre 485">
                  <a:extLst>
                    <a:ext uri="{FF2B5EF4-FFF2-40B4-BE49-F238E27FC236}">
                      <a16:creationId xmlns:a16="http://schemas.microsoft.com/office/drawing/2014/main" id="{B92F7DB3-0B8F-F6E2-9236-66CEA05425BB}"/>
                    </a:ext>
                  </a:extLst>
                </p:cNvPr>
                <p:cNvSpPr/>
                <p:nvPr/>
              </p:nvSpPr>
              <p:spPr>
                <a:xfrm>
                  <a:off x="690797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7" name="Forma libre 486">
                  <a:extLst>
                    <a:ext uri="{FF2B5EF4-FFF2-40B4-BE49-F238E27FC236}">
                      <a16:creationId xmlns:a16="http://schemas.microsoft.com/office/drawing/2014/main" id="{9E41E6A3-EB7E-E5F2-93AA-507FF6922939}"/>
                    </a:ext>
                  </a:extLst>
                </p:cNvPr>
                <p:cNvSpPr/>
                <p:nvPr/>
              </p:nvSpPr>
              <p:spPr>
                <a:xfrm>
                  <a:off x="693902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8" name="Forma libre 487">
                  <a:extLst>
                    <a:ext uri="{FF2B5EF4-FFF2-40B4-BE49-F238E27FC236}">
                      <a16:creationId xmlns:a16="http://schemas.microsoft.com/office/drawing/2014/main" id="{CC60C727-50A9-13D9-8405-09988801166C}"/>
                    </a:ext>
                  </a:extLst>
                </p:cNvPr>
                <p:cNvSpPr/>
                <p:nvPr/>
              </p:nvSpPr>
              <p:spPr>
                <a:xfrm>
                  <a:off x="697007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9" name="Forma libre 488">
                  <a:extLst>
                    <a:ext uri="{FF2B5EF4-FFF2-40B4-BE49-F238E27FC236}">
                      <a16:creationId xmlns:a16="http://schemas.microsoft.com/office/drawing/2014/main" id="{CDF2CCA7-D219-C4EF-C040-6060CA789381}"/>
                    </a:ext>
                  </a:extLst>
                </p:cNvPr>
                <p:cNvSpPr/>
                <p:nvPr/>
              </p:nvSpPr>
              <p:spPr>
                <a:xfrm>
                  <a:off x="700112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0" name="Forma libre 489">
                  <a:extLst>
                    <a:ext uri="{FF2B5EF4-FFF2-40B4-BE49-F238E27FC236}">
                      <a16:creationId xmlns:a16="http://schemas.microsoft.com/office/drawing/2014/main" id="{C175F1F7-DE6D-0607-6F43-10B8688E3854}"/>
                    </a:ext>
                  </a:extLst>
                </p:cNvPr>
                <p:cNvSpPr/>
                <p:nvPr/>
              </p:nvSpPr>
              <p:spPr>
                <a:xfrm>
                  <a:off x="703218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1" name="Forma libre 490">
                  <a:extLst>
                    <a:ext uri="{FF2B5EF4-FFF2-40B4-BE49-F238E27FC236}">
                      <a16:creationId xmlns:a16="http://schemas.microsoft.com/office/drawing/2014/main" id="{F570838C-9243-F22C-1C16-265E0BE97338}"/>
                    </a:ext>
                  </a:extLst>
                </p:cNvPr>
                <p:cNvSpPr/>
                <p:nvPr/>
              </p:nvSpPr>
              <p:spPr>
                <a:xfrm>
                  <a:off x="706323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2" name="Forma libre 491">
                  <a:extLst>
                    <a:ext uri="{FF2B5EF4-FFF2-40B4-BE49-F238E27FC236}">
                      <a16:creationId xmlns:a16="http://schemas.microsoft.com/office/drawing/2014/main" id="{D033B3E2-4321-D03B-1545-021994178E98}"/>
                    </a:ext>
                  </a:extLst>
                </p:cNvPr>
                <p:cNvSpPr/>
                <p:nvPr/>
              </p:nvSpPr>
              <p:spPr>
                <a:xfrm>
                  <a:off x="709422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3" name="Forma libre 492">
                  <a:extLst>
                    <a:ext uri="{FF2B5EF4-FFF2-40B4-BE49-F238E27FC236}">
                      <a16:creationId xmlns:a16="http://schemas.microsoft.com/office/drawing/2014/main" id="{D1F1C6B3-28EF-D2E9-FCE7-936D34D08520}"/>
                    </a:ext>
                  </a:extLst>
                </p:cNvPr>
                <p:cNvSpPr/>
                <p:nvPr/>
              </p:nvSpPr>
              <p:spPr>
                <a:xfrm>
                  <a:off x="712527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4" name="Forma libre 493">
                  <a:extLst>
                    <a:ext uri="{FF2B5EF4-FFF2-40B4-BE49-F238E27FC236}">
                      <a16:creationId xmlns:a16="http://schemas.microsoft.com/office/drawing/2014/main" id="{4B156D15-6F03-8605-3E24-D18C1981395A}"/>
                    </a:ext>
                  </a:extLst>
                </p:cNvPr>
                <p:cNvSpPr/>
                <p:nvPr/>
              </p:nvSpPr>
              <p:spPr>
                <a:xfrm>
                  <a:off x="715632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5" name="Forma libre 494">
                  <a:extLst>
                    <a:ext uri="{FF2B5EF4-FFF2-40B4-BE49-F238E27FC236}">
                      <a16:creationId xmlns:a16="http://schemas.microsoft.com/office/drawing/2014/main" id="{BB29C44C-9BF5-CAFA-91D9-B1A040EDEC44}"/>
                    </a:ext>
                  </a:extLst>
                </p:cNvPr>
                <p:cNvSpPr/>
                <p:nvPr/>
              </p:nvSpPr>
              <p:spPr>
                <a:xfrm>
                  <a:off x="718737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6" name="Forma libre 495">
                  <a:extLst>
                    <a:ext uri="{FF2B5EF4-FFF2-40B4-BE49-F238E27FC236}">
                      <a16:creationId xmlns:a16="http://schemas.microsoft.com/office/drawing/2014/main" id="{43288510-52EF-10CE-A279-C64548E30D09}"/>
                    </a:ext>
                  </a:extLst>
                </p:cNvPr>
                <p:cNvSpPr/>
                <p:nvPr/>
              </p:nvSpPr>
              <p:spPr>
                <a:xfrm>
                  <a:off x="721842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7" name="Forma libre 496">
                  <a:extLst>
                    <a:ext uri="{FF2B5EF4-FFF2-40B4-BE49-F238E27FC236}">
                      <a16:creationId xmlns:a16="http://schemas.microsoft.com/office/drawing/2014/main" id="{BF4B8A57-46C9-AFD7-7027-A4FAF21DE2E1}"/>
                    </a:ext>
                  </a:extLst>
                </p:cNvPr>
                <p:cNvSpPr/>
                <p:nvPr/>
              </p:nvSpPr>
              <p:spPr>
                <a:xfrm>
                  <a:off x="724947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8" name="Forma libre 497">
                  <a:extLst>
                    <a:ext uri="{FF2B5EF4-FFF2-40B4-BE49-F238E27FC236}">
                      <a16:creationId xmlns:a16="http://schemas.microsoft.com/office/drawing/2014/main" id="{3837CD83-6FD2-601A-6E5A-A560BA060BBA}"/>
                    </a:ext>
                  </a:extLst>
                </p:cNvPr>
                <p:cNvSpPr/>
                <p:nvPr/>
              </p:nvSpPr>
              <p:spPr>
                <a:xfrm>
                  <a:off x="728052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9" name="Forma libre 498">
                  <a:extLst>
                    <a:ext uri="{FF2B5EF4-FFF2-40B4-BE49-F238E27FC236}">
                      <a16:creationId xmlns:a16="http://schemas.microsoft.com/office/drawing/2014/main" id="{2A525D00-5541-D245-B19C-93A034C9EF25}"/>
                    </a:ext>
                  </a:extLst>
                </p:cNvPr>
                <p:cNvSpPr/>
                <p:nvPr/>
              </p:nvSpPr>
              <p:spPr>
                <a:xfrm>
                  <a:off x="731151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0" name="Forma libre 499">
                  <a:extLst>
                    <a:ext uri="{FF2B5EF4-FFF2-40B4-BE49-F238E27FC236}">
                      <a16:creationId xmlns:a16="http://schemas.microsoft.com/office/drawing/2014/main" id="{D074BF72-176B-D277-ECFD-C75C039ACAD4}"/>
                    </a:ext>
                  </a:extLst>
                </p:cNvPr>
                <p:cNvSpPr/>
                <p:nvPr/>
              </p:nvSpPr>
              <p:spPr>
                <a:xfrm>
                  <a:off x="734256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1" name="Forma libre 500">
                  <a:extLst>
                    <a:ext uri="{FF2B5EF4-FFF2-40B4-BE49-F238E27FC236}">
                      <a16:creationId xmlns:a16="http://schemas.microsoft.com/office/drawing/2014/main" id="{9EDF8D84-F546-30AA-7D24-23561C7EF78E}"/>
                    </a:ext>
                  </a:extLst>
                </p:cNvPr>
                <p:cNvSpPr/>
                <p:nvPr/>
              </p:nvSpPr>
              <p:spPr>
                <a:xfrm>
                  <a:off x="737362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2" name="Forma libre 501">
                  <a:extLst>
                    <a:ext uri="{FF2B5EF4-FFF2-40B4-BE49-F238E27FC236}">
                      <a16:creationId xmlns:a16="http://schemas.microsoft.com/office/drawing/2014/main" id="{3A2B151F-4A7E-3DC4-EEE2-F5F932758730}"/>
                    </a:ext>
                  </a:extLst>
                </p:cNvPr>
                <p:cNvSpPr/>
                <p:nvPr/>
              </p:nvSpPr>
              <p:spPr>
                <a:xfrm>
                  <a:off x="740467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3" name="Forma libre 502">
                  <a:extLst>
                    <a:ext uri="{FF2B5EF4-FFF2-40B4-BE49-F238E27FC236}">
                      <a16:creationId xmlns:a16="http://schemas.microsoft.com/office/drawing/2014/main" id="{0FFB1059-BCCE-0B4A-E52C-514830671769}"/>
                    </a:ext>
                  </a:extLst>
                </p:cNvPr>
                <p:cNvSpPr/>
                <p:nvPr/>
              </p:nvSpPr>
              <p:spPr>
                <a:xfrm>
                  <a:off x="743572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4" name="Forma libre 503">
                  <a:extLst>
                    <a:ext uri="{FF2B5EF4-FFF2-40B4-BE49-F238E27FC236}">
                      <a16:creationId xmlns:a16="http://schemas.microsoft.com/office/drawing/2014/main" id="{36F6260F-1C79-0D97-8DB8-0703145E5C20}"/>
                    </a:ext>
                  </a:extLst>
                </p:cNvPr>
                <p:cNvSpPr/>
                <p:nvPr/>
              </p:nvSpPr>
              <p:spPr>
                <a:xfrm>
                  <a:off x="746677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2" name="Gráfico 4">
                <a:extLst>
                  <a:ext uri="{FF2B5EF4-FFF2-40B4-BE49-F238E27FC236}">
                    <a16:creationId xmlns:a16="http://schemas.microsoft.com/office/drawing/2014/main" id="{B39C440B-D265-33CD-A605-B330EE9B04AF}"/>
                  </a:ext>
                </a:extLst>
              </p:cNvPr>
              <p:cNvGrpSpPr/>
              <p:nvPr/>
            </p:nvGrpSpPr>
            <p:grpSpPr>
              <a:xfrm>
                <a:off x="7499794" y="2944685"/>
                <a:ext cx="698436" cy="15494"/>
                <a:chOff x="7499794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459" name="Forma libre 458">
                  <a:extLst>
                    <a:ext uri="{FF2B5EF4-FFF2-40B4-BE49-F238E27FC236}">
                      <a16:creationId xmlns:a16="http://schemas.microsoft.com/office/drawing/2014/main" id="{36B0EE8E-4E5F-4F86-5908-C954365ED25B}"/>
                    </a:ext>
                  </a:extLst>
                </p:cNvPr>
                <p:cNvSpPr/>
                <p:nvPr/>
              </p:nvSpPr>
              <p:spPr>
                <a:xfrm>
                  <a:off x="749979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0" name="Forma libre 459">
                  <a:extLst>
                    <a:ext uri="{FF2B5EF4-FFF2-40B4-BE49-F238E27FC236}">
                      <a16:creationId xmlns:a16="http://schemas.microsoft.com/office/drawing/2014/main" id="{49B9143D-2855-7C5C-109E-1CDE6EE7BEF4}"/>
                    </a:ext>
                  </a:extLst>
                </p:cNvPr>
                <p:cNvSpPr/>
                <p:nvPr/>
              </p:nvSpPr>
              <p:spPr>
                <a:xfrm>
                  <a:off x="753084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1" name="Forma libre 460">
                  <a:extLst>
                    <a:ext uri="{FF2B5EF4-FFF2-40B4-BE49-F238E27FC236}">
                      <a16:creationId xmlns:a16="http://schemas.microsoft.com/office/drawing/2014/main" id="{39A6F1C8-1FE0-3BC7-0086-B1C9BF4C56BE}"/>
                    </a:ext>
                  </a:extLst>
                </p:cNvPr>
                <p:cNvSpPr/>
                <p:nvPr/>
              </p:nvSpPr>
              <p:spPr>
                <a:xfrm>
                  <a:off x="756189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2" name="Forma libre 461">
                  <a:extLst>
                    <a:ext uri="{FF2B5EF4-FFF2-40B4-BE49-F238E27FC236}">
                      <a16:creationId xmlns:a16="http://schemas.microsoft.com/office/drawing/2014/main" id="{4D2EDD1E-C7FF-D3A6-D34E-F9ADF997D0F2}"/>
                    </a:ext>
                  </a:extLst>
                </p:cNvPr>
                <p:cNvSpPr/>
                <p:nvPr/>
              </p:nvSpPr>
              <p:spPr>
                <a:xfrm>
                  <a:off x="759294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3" name="Forma libre 462">
                  <a:extLst>
                    <a:ext uri="{FF2B5EF4-FFF2-40B4-BE49-F238E27FC236}">
                      <a16:creationId xmlns:a16="http://schemas.microsoft.com/office/drawing/2014/main" id="{F2A1EF8A-C845-7C6F-4159-0477FA34871D}"/>
                    </a:ext>
                  </a:extLst>
                </p:cNvPr>
                <p:cNvSpPr/>
                <p:nvPr/>
              </p:nvSpPr>
              <p:spPr>
                <a:xfrm>
                  <a:off x="762393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4" name="Forma libre 463">
                  <a:extLst>
                    <a:ext uri="{FF2B5EF4-FFF2-40B4-BE49-F238E27FC236}">
                      <a16:creationId xmlns:a16="http://schemas.microsoft.com/office/drawing/2014/main" id="{4C87CBA9-2DBB-B7EF-E590-A7D737AE40EE}"/>
                    </a:ext>
                  </a:extLst>
                </p:cNvPr>
                <p:cNvSpPr/>
                <p:nvPr/>
              </p:nvSpPr>
              <p:spPr>
                <a:xfrm>
                  <a:off x="765498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5" name="Forma libre 464">
                  <a:extLst>
                    <a:ext uri="{FF2B5EF4-FFF2-40B4-BE49-F238E27FC236}">
                      <a16:creationId xmlns:a16="http://schemas.microsoft.com/office/drawing/2014/main" id="{26B537B8-8768-BEFF-BC19-1D1D392DDD75}"/>
                    </a:ext>
                  </a:extLst>
                </p:cNvPr>
                <p:cNvSpPr/>
                <p:nvPr/>
              </p:nvSpPr>
              <p:spPr>
                <a:xfrm>
                  <a:off x="768603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6" name="Forma libre 465">
                  <a:extLst>
                    <a:ext uri="{FF2B5EF4-FFF2-40B4-BE49-F238E27FC236}">
                      <a16:creationId xmlns:a16="http://schemas.microsoft.com/office/drawing/2014/main" id="{02026A58-C42B-7CD2-1399-FF22A0C59EE8}"/>
                    </a:ext>
                  </a:extLst>
                </p:cNvPr>
                <p:cNvSpPr/>
                <p:nvPr/>
              </p:nvSpPr>
              <p:spPr>
                <a:xfrm>
                  <a:off x="771709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7" name="Forma libre 466">
                  <a:extLst>
                    <a:ext uri="{FF2B5EF4-FFF2-40B4-BE49-F238E27FC236}">
                      <a16:creationId xmlns:a16="http://schemas.microsoft.com/office/drawing/2014/main" id="{F288701B-BAB8-3F8F-285D-1CA788B59D47}"/>
                    </a:ext>
                  </a:extLst>
                </p:cNvPr>
                <p:cNvSpPr/>
                <p:nvPr/>
              </p:nvSpPr>
              <p:spPr>
                <a:xfrm>
                  <a:off x="774814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8" name="Forma libre 467">
                  <a:extLst>
                    <a:ext uri="{FF2B5EF4-FFF2-40B4-BE49-F238E27FC236}">
                      <a16:creationId xmlns:a16="http://schemas.microsoft.com/office/drawing/2014/main" id="{03066A67-CCC9-13F2-7310-071B637DF2DC}"/>
                    </a:ext>
                  </a:extLst>
                </p:cNvPr>
                <p:cNvSpPr/>
                <p:nvPr/>
              </p:nvSpPr>
              <p:spPr>
                <a:xfrm>
                  <a:off x="777919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9" name="Forma libre 468">
                  <a:extLst>
                    <a:ext uri="{FF2B5EF4-FFF2-40B4-BE49-F238E27FC236}">
                      <a16:creationId xmlns:a16="http://schemas.microsoft.com/office/drawing/2014/main" id="{16B8C487-2828-CCC0-5FBC-778F3E3F3D79}"/>
                    </a:ext>
                  </a:extLst>
                </p:cNvPr>
                <p:cNvSpPr/>
                <p:nvPr/>
              </p:nvSpPr>
              <p:spPr>
                <a:xfrm>
                  <a:off x="781024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0" name="Forma libre 469">
                  <a:extLst>
                    <a:ext uri="{FF2B5EF4-FFF2-40B4-BE49-F238E27FC236}">
                      <a16:creationId xmlns:a16="http://schemas.microsoft.com/office/drawing/2014/main" id="{3919BC79-3DDC-143D-7F02-EC9E0675031B}"/>
                    </a:ext>
                  </a:extLst>
                </p:cNvPr>
                <p:cNvSpPr/>
                <p:nvPr/>
              </p:nvSpPr>
              <p:spPr>
                <a:xfrm>
                  <a:off x="784123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1" name="Forma libre 470">
                  <a:extLst>
                    <a:ext uri="{FF2B5EF4-FFF2-40B4-BE49-F238E27FC236}">
                      <a16:creationId xmlns:a16="http://schemas.microsoft.com/office/drawing/2014/main" id="{C373A3CB-F3BF-6418-F6A5-F869E37CB502}"/>
                    </a:ext>
                  </a:extLst>
                </p:cNvPr>
                <p:cNvSpPr/>
                <p:nvPr/>
              </p:nvSpPr>
              <p:spPr>
                <a:xfrm>
                  <a:off x="787228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2" name="Forma libre 471">
                  <a:extLst>
                    <a:ext uri="{FF2B5EF4-FFF2-40B4-BE49-F238E27FC236}">
                      <a16:creationId xmlns:a16="http://schemas.microsoft.com/office/drawing/2014/main" id="{B1E8AFB7-9532-422A-0AB4-C50112669560}"/>
                    </a:ext>
                  </a:extLst>
                </p:cNvPr>
                <p:cNvSpPr/>
                <p:nvPr/>
              </p:nvSpPr>
              <p:spPr>
                <a:xfrm>
                  <a:off x="790333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3" name="Forma libre 472">
                  <a:extLst>
                    <a:ext uri="{FF2B5EF4-FFF2-40B4-BE49-F238E27FC236}">
                      <a16:creationId xmlns:a16="http://schemas.microsoft.com/office/drawing/2014/main" id="{0CF8CC1C-EE3D-8A11-6DD6-17081A4A447D}"/>
                    </a:ext>
                  </a:extLst>
                </p:cNvPr>
                <p:cNvSpPr/>
                <p:nvPr/>
              </p:nvSpPr>
              <p:spPr>
                <a:xfrm>
                  <a:off x="793438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4" name="Forma libre 473">
                  <a:extLst>
                    <a:ext uri="{FF2B5EF4-FFF2-40B4-BE49-F238E27FC236}">
                      <a16:creationId xmlns:a16="http://schemas.microsoft.com/office/drawing/2014/main" id="{520A45E5-3B92-4EBF-CC8F-0ED202F658A7}"/>
                    </a:ext>
                  </a:extLst>
                </p:cNvPr>
                <p:cNvSpPr/>
                <p:nvPr/>
              </p:nvSpPr>
              <p:spPr>
                <a:xfrm>
                  <a:off x="796543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5" name="Forma libre 474">
                  <a:extLst>
                    <a:ext uri="{FF2B5EF4-FFF2-40B4-BE49-F238E27FC236}">
                      <a16:creationId xmlns:a16="http://schemas.microsoft.com/office/drawing/2014/main" id="{1612F55C-027C-1146-F01C-FE3C5F78576C}"/>
                    </a:ext>
                  </a:extLst>
                </p:cNvPr>
                <p:cNvSpPr/>
                <p:nvPr/>
              </p:nvSpPr>
              <p:spPr>
                <a:xfrm>
                  <a:off x="799649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6" name="Forma libre 475">
                  <a:extLst>
                    <a:ext uri="{FF2B5EF4-FFF2-40B4-BE49-F238E27FC236}">
                      <a16:creationId xmlns:a16="http://schemas.microsoft.com/office/drawing/2014/main" id="{E65FE9E4-4691-9AE9-090A-5F77A7670CCF}"/>
                    </a:ext>
                  </a:extLst>
                </p:cNvPr>
                <p:cNvSpPr/>
                <p:nvPr/>
              </p:nvSpPr>
              <p:spPr>
                <a:xfrm>
                  <a:off x="802747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7" name="Forma libre 476">
                  <a:extLst>
                    <a:ext uri="{FF2B5EF4-FFF2-40B4-BE49-F238E27FC236}">
                      <a16:creationId xmlns:a16="http://schemas.microsoft.com/office/drawing/2014/main" id="{3AEEB09E-76E6-530A-6868-B40593DB9463}"/>
                    </a:ext>
                  </a:extLst>
                </p:cNvPr>
                <p:cNvSpPr/>
                <p:nvPr/>
              </p:nvSpPr>
              <p:spPr>
                <a:xfrm>
                  <a:off x="805853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8" name="Forma libre 477">
                  <a:extLst>
                    <a:ext uri="{FF2B5EF4-FFF2-40B4-BE49-F238E27FC236}">
                      <a16:creationId xmlns:a16="http://schemas.microsoft.com/office/drawing/2014/main" id="{22FBC7FE-F069-F3E9-D4F2-23E9D4A3FB1E}"/>
                    </a:ext>
                  </a:extLst>
                </p:cNvPr>
                <p:cNvSpPr/>
                <p:nvPr/>
              </p:nvSpPr>
              <p:spPr>
                <a:xfrm>
                  <a:off x="808958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9" name="Forma libre 478">
                  <a:extLst>
                    <a:ext uri="{FF2B5EF4-FFF2-40B4-BE49-F238E27FC236}">
                      <a16:creationId xmlns:a16="http://schemas.microsoft.com/office/drawing/2014/main" id="{FCB6D850-6E30-0167-335A-3B0E55507AAF}"/>
                    </a:ext>
                  </a:extLst>
                </p:cNvPr>
                <p:cNvSpPr/>
                <p:nvPr/>
              </p:nvSpPr>
              <p:spPr>
                <a:xfrm>
                  <a:off x="812063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0" name="Forma libre 479">
                  <a:extLst>
                    <a:ext uri="{FF2B5EF4-FFF2-40B4-BE49-F238E27FC236}">
                      <a16:creationId xmlns:a16="http://schemas.microsoft.com/office/drawing/2014/main" id="{B3B28597-CEA3-7013-1754-C1AC5D42AB80}"/>
                    </a:ext>
                  </a:extLst>
                </p:cNvPr>
                <p:cNvSpPr/>
                <p:nvPr/>
              </p:nvSpPr>
              <p:spPr>
                <a:xfrm>
                  <a:off x="815168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1" name="Forma libre 480">
                  <a:extLst>
                    <a:ext uri="{FF2B5EF4-FFF2-40B4-BE49-F238E27FC236}">
                      <a16:creationId xmlns:a16="http://schemas.microsoft.com/office/drawing/2014/main" id="{B886ED7E-F33C-4A37-2CEB-CF06BB2F13A4}"/>
                    </a:ext>
                  </a:extLst>
                </p:cNvPr>
                <p:cNvSpPr/>
                <p:nvPr/>
              </p:nvSpPr>
              <p:spPr>
                <a:xfrm>
                  <a:off x="818273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3" name="Gráfico 4">
                <a:extLst>
                  <a:ext uri="{FF2B5EF4-FFF2-40B4-BE49-F238E27FC236}">
                    <a16:creationId xmlns:a16="http://schemas.microsoft.com/office/drawing/2014/main" id="{F349008D-4DB5-3B42-CE61-6C497CC6FF99}"/>
                  </a:ext>
                </a:extLst>
              </p:cNvPr>
              <p:cNvGrpSpPr/>
              <p:nvPr/>
            </p:nvGrpSpPr>
            <p:grpSpPr>
              <a:xfrm>
                <a:off x="8215757" y="2944685"/>
                <a:ext cx="698436" cy="15494"/>
                <a:chOff x="8215757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436" name="Forma libre 435">
                  <a:extLst>
                    <a:ext uri="{FF2B5EF4-FFF2-40B4-BE49-F238E27FC236}">
                      <a16:creationId xmlns:a16="http://schemas.microsoft.com/office/drawing/2014/main" id="{B4EEE926-7323-2F4A-253F-5998FC887912}"/>
                    </a:ext>
                  </a:extLst>
                </p:cNvPr>
                <p:cNvSpPr/>
                <p:nvPr/>
              </p:nvSpPr>
              <p:spPr>
                <a:xfrm>
                  <a:off x="821575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7" name="Forma libre 436">
                  <a:extLst>
                    <a:ext uri="{FF2B5EF4-FFF2-40B4-BE49-F238E27FC236}">
                      <a16:creationId xmlns:a16="http://schemas.microsoft.com/office/drawing/2014/main" id="{8AEA9826-34B1-0162-8782-20279B67D116}"/>
                    </a:ext>
                  </a:extLst>
                </p:cNvPr>
                <p:cNvSpPr/>
                <p:nvPr/>
              </p:nvSpPr>
              <p:spPr>
                <a:xfrm>
                  <a:off x="824680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8" name="Forma libre 437">
                  <a:extLst>
                    <a:ext uri="{FF2B5EF4-FFF2-40B4-BE49-F238E27FC236}">
                      <a16:creationId xmlns:a16="http://schemas.microsoft.com/office/drawing/2014/main" id="{7170F9DC-0B71-5F5F-A936-59D88B77D57C}"/>
                    </a:ext>
                  </a:extLst>
                </p:cNvPr>
                <p:cNvSpPr/>
                <p:nvPr/>
              </p:nvSpPr>
              <p:spPr>
                <a:xfrm>
                  <a:off x="827785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9" name="Forma libre 438">
                  <a:extLst>
                    <a:ext uri="{FF2B5EF4-FFF2-40B4-BE49-F238E27FC236}">
                      <a16:creationId xmlns:a16="http://schemas.microsoft.com/office/drawing/2014/main" id="{15A9A1E4-096E-2A72-30E3-B315815DE86A}"/>
                    </a:ext>
                  </a:extLst>
                </p:cNvPr>
                <p:cNvSpPr/>
                <p:nvPr/>
              </p:nvSpPr>
              <p:spPr>
                <a:xfrm>
                  <a:off x="830891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0" name="Forma libre 439">
                  <a:extLst>
                    <a:ext uri="{FF2B5EF4-FFF2-40B4-BE49-F238E27FC236}">
                      <a16:creationId xmlns:a16="http://schemas.microsoft.com/office/drawing/2014/main" id="{7AD3F320-EEFD-C2DB-D71A-36D041683C7F}"/>
                    </a:ext>
                  </a:extLst>
                </p:cNvPr>
                <p:cNvSpPr/>
                <p:nvPr/>
              </p:nvSpPr>
              <p:spPr>
                <a:xfrm>
                  <a:off x="833989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1" name="Forma libre 440">
                  <a:extLst>
                    <a:ext uri="{FF2B5EF4-FFF2-40B4-BE49-F238E27FC236}">
                      <a16:creationId xmlns:a16="http://schemas.microsoft.com/office/drawing/2014/main" id="{D63288C1-B1CF-80CE-05B8-0BAD6330B12A}"/>
                    </a:ext>
                  </a:extLst>
                </p:cNvPr>
                <p:cNvSpPr/>
                <p:nvPr/>
              </p:nvSpPr>
              <p:spPr>
                <a:xfrm>
                  <a:off x="837095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2" name="Forma libre 441">
                  <a:extLst>
                    <a:ext uri="{FF2B5EF4-FFF2-40B4-BE49-F238E27FC236}">
                      <a16:creationId xmlns:a16="http://schemas.microsoft.com/office/drawing/2014/main" id="{7C95F2E5-6E98-5C19-BE93-4134774BC2DA}"/>
                    </a:ext>
                  </a:extLst>
                </p:cNvPr>
                <p:cNvSpPr/>
                <p:nvPr/>
              </p:nvSpPr>
              <p:spPr>
                <a:xfrm>
                  <a:off x="840200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3" name="Forma libre 442">
                  <a:extLst>
                    <a:ext uri="{FF2B5EF4-FFF2-40B4-BE49-F238E27FC236}">
                      <a16:creationId xmlns:a16="http://schemas.microsoft.com/office/drawing/2014/main" id="{E0498336-2757-9AB9-15D9-025083285039}"/>
                    </a:ext>
                  </a:extLst>
                </p:cNvPr>
                <p:cNvSpPr/>
                <p:nvPr/>
              </p:nvSpPr>
              <p:spPr>
                <a:xfrm>
                  <a:off x="843305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4" name="Forma libre 443">
                  <a:extLst>
                    <a:ext uri="{FF2B5EF4-FFF2-40B4-BE49-F238E27FC236}">
                      <a16:creationId xmlns:a16="http://schemas.microsoft.com/office/drawing/2014/main" id="{A1E19566-E3B6-2DC1-8180-491D274D455A}"/>
                    </a:ext>
                  </a:extLst>
                </p:cNvPr>
                <p:cNvSpPr/>
                <p:nvPr/>
              </p:nvSpPr>
              <p:spPr>
                <a:xfrm>
                  <a:off x="846410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5" name="Forma libre 444">
                  <a:extLst>
                    <a:ext uri="{FF2B5EF4-FFF2-40B4-BE49-F238E27FC236}">
                      <a16:creationId xmlns:a16="http://schemas.microsoft.com/office/drawing/2014/main" id="{D7817F22-673B-86B0-4EC0-52B074FFA518}"/>
                    </a:ext>
                  </a:extLst>
                </p:cNvPr>
                <p:cNvSpPr/>
                <p:nvPr/>
              </p:nvSpPr>
              <p:spPr>
                <a:xfrm>
                  <a:off x="849515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6" name="Forma libre 445">
                  <a:extLst>
                    <a:ext uri="{FF2B5EF4-FFF2-40B4-BE49-F238E27FC236}">
                      <a16:creationId xmlns:a16="http://schemas.microsoft.com/office/drawing/2014/main" id="{728E8377-F5EA-0D91-F2DF-CF77FD656A44}"/>
                    </a:ext>
                  </a:extLst>
                </p:cNvPr>
                <p:cNvSpPr/>
                <p:nvPr/>
              </p:nvSpPr>
              <p:spPr>
                <a:xfrm>
                  <a:off x="852620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7" name="Forma libre 446">
                  <a:extLst>
                    <a:ext uri="{FF2B5EF4-FFF2-40B4-BE49-F238E27FC236}">
                      <a16:creationId xmlns:a16="http://schemas.microsoft.com/office/drawing/2014/main" id="{A6811BFA-EF5A-4F00-E792-D7A29347174D}"/>
                    </a:ext>
                  </a:extLst>
                </p:cNvPr>
                <p:cNvSpPr/>
                <p:nvPr/>
              </p:nvSpPr>
              <p:spPr>
                <a:xfrm>
                  <a:off x="855719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8" name="Forma libre 447">
                  <a:extLst>
                    <a:ext uri="{FF2B5EF4-FFF2-40B4-BE49-F238E27FC236}">
                      <a16:creationId xmlns:a16="http://schemas.microsoft.com/office/drawing/2014/main" id="{BD3B53C8-E561-8E79-7D4D-2F685DE2751E}"/>
                    </a:ext>
                  </a:extLst>
                </p:cNvPr>
                <p:cNvSpPr/>
                <p:nvPr/>
              </p:nvSpPr>
              <p:spPr>
                <a:xfrm>
                  <a:off x="858824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9" name="Forma libre 448">
                  <a:extLst>
                    <a:ext uri="{FF2B5EF4-FFF2-40B4-BE49-F238E27FC236}">
                      <a16:creationId xmlns:a16="http://schemas.microsoft.com/office/drawing/2014/main" id="{18AD68C1-5274-FD21-217B-A055FEDE179C}"/>
                    </a:ext>
                  </a:extLst>
                </p:cNvPr>
                <p:cNvSpPr/>
                <p:nvPr/>
              </p:nvSpPr>
              <p:spPr>
                <a:xfrm>
                  <a:off x="861929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0" name="Forma libre 449">
                  <a:extLst>
                    <a:ext uri="{FF2B5EF4-FFF2-40B4-BE49-F238E27FC236}">
                      <a16:creationId xmlns:a16="http://schemas.microsoft.com/office/drawing/2014/main" id="{F8BD88EA-5923-DD17-E494-F5C9ACDAF951}"/>
                    </a:ext>
                  </a:extLst>
                </p:cNvPr>
                <p:cNvSpPr/>
                <p:nvPr/>
              </p:nvSpPr>
              <p:spPr>
                <a:xfrm>
                  <a:off x="865035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1" name="Forma libre 450">
                  <a:extLst>
                    <a:ext uri="{FF2B5EF4-FFF2-40B4-BE49-F238E27FC236}">
                      <a16:creationId xmlns:a16="http://schemas.microsoft.com/office/drawing/2014/main" id="{C417E630-3BCC-D7B9-3E9B-F7C1D907E537}"/>
                    </a:ext>
                  </a:extLst>
                </p:cNvPr>
                <p:cNvSpPr/>
                <p:nvPr/>
              </p:nvSpPr>
              <p:spPr>
                <a:xfrm>
                  <a:off x="868140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2" name="Forma libre 451">
                  <a:extLst>
                    <a:ext uri="{FF2B5EF4-FFF2-40B4-BE49-F238E27FC236}">
                      <a16:creationId xmlns:a16="http://schemas.microsoft.com/office/drawing/2014/main" id="{21A803DA-8247-D26B-0A29-B98663FB24A7}"/>
                    </a:ext>
                  </a:extLst>
                </p:cNvPr>
                <p:cNvSpPr/>
                <p:nvPr/>
              </p:nvSpPr>
              <p:spPr>
                <a:xfrm>
                  <a:off x="871245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3" name="Forma libre 452">
                  <a:extLst>
                    <a:ext uri="{FF2B5EF4-FFF2-40B4-BE49-F238E27FC236}">
                      <a16:creationId xmlns:a16="http://schemas.microsoft.com/office/drawing/2014/main" id="{FCD049D7-FCB4-C9BD-E69F-0C5BB488CD35}"/>
                    </a:ext>
                  </a:extLst>
                </p:cNvPr>
                <p:cNvSpPr/>
                <p:nvPr/>
              </p:nvSpPr>
              <p:spPr>
                <a:xfrm>
                  <a:off x="874350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4" name="Forma libre 453">
                  <a:extLst>
                    <a:ext uri="{FF2B5EF4-FFF2-40B4-BE49-F238E27FC236}">
                      <a16:creationId xmlns:a16="http://schemas.microsoft.com/office/drawing/2014/main" id="{1C5B277B-FF6A-B33A-E830-F1FF3E504E99}"/>
                    </a:ext>
                  </a:extLst>
                </p:cNvPr>
                <p:cNvSpPr/>
                <p:nvPr/>
              </p:nvSpPr>
              <p:spPr>
                <a:xfrm>
                  <a:off x="877449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5" name="Forma libre 454">
                  <a:extLst>
                    <a:ext uri="{FF2B5EF4-FFF2-40B4-BE49-F238E27FC236}">
                      <a16:creationId xmlns:a16="http://schemas.microsoft.com/office/drawing/2014/main" id="{6AC249BA-85C2-B045-A5D0-EC494F847DA4}"/>
                    </a:ext>
                  </a:extLst>
                </p:cNvPr>
                <p:cNvSpPr/>
                <p:nvPr/>
              </p:nvSpPr>
              <p:spPr>
                <a:xfrm>
                  <a:off x="880554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6" name="Forma libre 455">
                  <a:extLst>
                    <a:ext uri="{FF2B5EF4-FFF2-40B4-BE49-F238E27FC236}">
                      <a16:creationId xmlns:a16="http://schemas.microsoft.com/office/drawing/2014/main" id="{2F0FC5D4-5512-FD74-4243-774BB66E80B1}"/>
                    </a:ext>
                  </a:extLst>
                </p:cNvPr>
                <p:cNvSpPr/>
                <p:nvPr/>
              </p:nvSpPr>
              <p:spPr>
                <a:xfrm>
                  <a:off x="883659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7" name="Forma libre 456">
                  <a:extLst>
                    <a:ext uri="{FF2B5EF4-FFF2-40B4-BE49-F238E27FC236}">
                      <a16:creationId xmlns:a16="http://schemas.microsoft.com/office/drawing/2014/main" id="{68697089-51ED-AA65-517A-416BF739D1DF}"/>
                    </a:ext>
                  </a:extLst>
                </p:cNvPr>
                <p:cNvSpPr/>
                <p:nvPr/>
              </p:nvSpPr>
              <p:spPr>
                <a:xfrm>
                  <a:off x="886764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8" name="Forma libre 457">
                  <a:extLst>
                    <a:ext uri="{FF2B5EF4-FFF2-40B4-BE49-F238E27FC236}">
                      <a16:creationId xmlns:a16="http://schemas.microsoft.com/office/drawing/2014/main" id="{64942275-F855-77BC-9FBD-B83BF682165F}"/>
                    </a:ext>
                  </a:extLst>
                </p:cNvPr>
                <p:cNvSpPr/>
                <p:nvPr/>
              </p:nvSpPr>
              <p:spPr>
                <a:xfrm>
                  <a:off x="889869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4" name="Gráfico 4">
                <a:extLst>
                  <a:ext uri="{FF2B5EF4-FFF2-40B4-BE49-F238E27FC236}">
                    <a16:creationId xmlns:a16="http://schemas.microsoft.com/office/drawing/2014/main" id="{8F476A58-4C66-9157-DC9F-639EA183098E}"/>
                  </a:ext>
                </a:extLst>
              </p:cNvPr>
              <p:cNvGrpSpPr/>
              <p:nvPr/>
            </p:nvGrpSpPr>
            <p:grpSpPr>
              <a:xfrm>
                <a:off x="8931719" y="2944685"/>
                <a:ext cx="698436" cy="15494"/>
                <a:chOff x="8931719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413" name="Forma libre 412">
                  <a:extLst>
                    <a:ext uri="{FF2B5EF4-FFF2-40B4-BE49-F238E27FC236}">
                      <a16:creationId xmlns:a16="http://schemas.microsoft.com/office/drawing/2014/main" id="{20A8531D-48B5-CCA0-DB28-4E0A6A42C8A9}"/>
                    </a:ext>
                  </a:extLst>
                </p:cNvPr>
                <p:cNvSpPr/>
                <p:nvPr/>
              </p:nvSpPr>
              <p:spPr>
                <a:xfrm>
                  <a:off x="893171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4" name="Forma libre 413">
                  <a:extLst>
                    <a:ext uri="{FF2B5EF4-FFF2-40B4-BE49-F238E27FC236}">
                      <a16:creationId xmlns:a16="http://schemas.microsoft.com/office/drawing/2014/main" id="{1F378025-FF85-2596-985B-DADE3644515B}"/>
                    </a:ext>
                  </a:extLst>
                </p:cNvPr>
                <p:cNvSpPr/>
                <p:nvPr/>
              </p:nvSpPr>
              <p:spPr>
                <a:xfrm>
                  <a:off x="896277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5" name="Forma libre 414">
                  <a:extLst>
                    <a:ext uri="{FF2B5EF4-FFF2-40B4-BE49-F238E27FC236}">
                      <a16:creationId xmlns:a16="http://schemas.microsoft.com/office/drawing/2014/main" id="{92E90DB6-471B-75A0-B8E2-876F878660D6}"/>
                    </a:ext>
                  </a:extLst>
                </p:cNvPr>
                <p:cNvSpPr/>
                <p:nvPr/>
              </p:nvSpPr>
              <p:spPr>
                <a:xfrm>
                  <a:off x="899382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6" name="Forma libre 415">
                  <a:extLst>
                    <a:ext uri="{FF2B5EF4-FFF2-40B4-BE49-F238E27FC236}">
                      <a16:creationId xmlns:a16="http://schemas.microsoft.com/office/drawing/2014/main" id="{FF444E44-F7CE-9A0A-580C-DED7E1580D5A}"/>
                    </a:ext>
                  </a:extLst>
                </p:cNvPr>
                <p:cNvSpPr/>
                <p:nvPr/>
              </p:nvSpPr>
              <p:spPr>
                <a:xfrm>
                  <a:off x="902487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7" name="Forma libre 416">
                  <a:extLst>
                    <a:ext uri="{FF2B5EF4-FFF2-40B4-BE49-F238E27FC236}">
                      <a16:creationId xmlns:a16="http://schemas.microsoft.com/office/drawing/2014/main" id="{4D3FACFC-B879-237F-330F-4A51FECD32FE}"/>
                    </a:ext>
                  </a:extLst>
                </p:cNvPr>
                <p:cNvSpPr/>
                <p:nvPr/>
              </p:nvSpPr>
              <p:spPr>
                <a:xfrm>
                  <a:off x="905586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8" name="Forma libre 417">
                  <a:extLst>
                    <a:ext uri="{FF2B5EF4-FFF2-40B4-BE49-F238E27FC236}">
                      <a16:creationId xmlns:a16="http://schemas.microsoft.com/office/drawing/2014/main" id="{E9FB3ACB-3189-68C3-7709-01E8707BD5C3}"/>
                    </a:ext>
                  </a:extLst>
                </p:cNvPr>
                <p:cNvSpPr/>
                <p:nvPr/>
              </p:nvSpPr>
              <p:spPr>
                <a:xfrm>
                  <a:off x="908691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9" name="Forma libre 418">
                  <a:extLst>
                    <a:ext uri="{FF2B5EF4-FFF2-40B4-BE49-F238E27FC236}">
                      <a16:creationId xmlns:a16="http://schemas.microsoft.com/office/drawing/2014/main" id="{C4E527D6-6CDF-B421-579F-291DC2EA7862}"/>
                    </a:ext>
                  </a:extLst>
                </p:cNvPr>
                <p:cNvSpPr/>
                <p:nvPr/>
              </p:nvSpPr>
              <p:spPr>
                <a:xfrm>
                  <a:off x="911796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0" name="Forma libre 419">
                  <a:extLst>
                    <a:ext uri="{FF2B5EF4-FFF2-40B4-BE49-F238E27FC236}">
                      <a16:creationId xmlns:a16="http://schemas.microsoft.com/office/drawing/2014/main" id="{375315EF-C98A-C21B-F165-8FA371B0476B}"/>
                    </a:ext>
                  </a:extLst>
                </p:cNvPr>
                <p:cNvSpPr/>
                <p:nvPr/>
              </p:nvSpPr>
              <p:spPr>
                <a:xfrm>
                  <a:off x="914901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1" name="Forma libre 420">
                  <a:extLst>
                    <a:ext uri="{FF2B5EF4-FFF2-40B4-BE49-F238E27FC236}">
                      <a16:creationId xmlns:a16="http://schemas.microsoft.com/office/drawing/2014/main" id="{5A74898D-5FA1-A772-0C53-196FF3C1561C}"/>
                    </a:ext>
                  </a:extLst>
                </p:cNvPr>
                <p:cNvSpPr/>
                <p:nvPr/>
              </p:nvSpPr>
              <p:spPr>
                <a:xfrm>
                  <a:off x="918006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2" name="Forma libre 421">
                  <a:extLst>
                    <a:ext uri="{FF2B5EF4-FFF2-40B4-BE49-F238E27FC236}">
                      <a16:creationId xmlns:a16="http://schemas.microsoft.com/office/drawing/2014/main" id="{21ABE2A1-9B58-2E1D-B581-8BB1FF9E5163}"/>
                    </a:ext>
                  </a:extLst>
                </p:cNvPr>
                <p:cNvSpPr/>
                <p:nvPr/>
              </p:nvSpPr>
              <p:spPr>
                <a:xfrm>
                  <a:off x="921111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3" name="Forma libre 422">
                  <a:extLst>
                    <a:ext uri="{FF2B5EF4-FFF2-40B4-BE49-F238E27FC236}">
                      <a16:creationId xmlns:a16="http://schemas.microsoft.com/office/drawing/2014/main" id="{E6C41CD8-BD45-33D2-57AC-817E5A8D6468}"/>
                    </a:ext>
                  </a:extLst>
                </p:cNvPr>
                <p:cNvSpPr/>
                <p:nvPr/>
              </p:nvSpPr>
              <p:spPr>
                <a:xfrm>
                  <a:off x="924217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4" name="Forma libre 423">
                  <a:extLst>
                    <a:ext uri="{FF2B5EF4-FFF2-40B4-BE49-F238E27FC236}">
                      <a16:creationId xmlns:a16="http://schemas.microsoft.com/office/drawing/2014/main" id="{880BCD02-D6BD-1F7B-3F5B-30B9518E3F54}"/>
                    </a:ext>
                  </a:extLst>
                </p:cNvPr>
                <p:cNvSpPr/>
                <p:nvPr/>
              </p:nvSpPr>
              <p:spPr>
                <a:xfrm>
                  <a:off x="927315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5" name="Forma libre 424">
                  <a:extLst>
                    <a:ext uri="{FF2B5EF4-FFF2-40B4-BE49-F238E27FC236}">
                      <a16:creationId xmlns:a16="http://schemas.microsoft.com/office/drawing/2014/main" id="{31AD2A9E-0730-A9CE-8661-905A5B944642}"/>
                    </a:ext>
                  </a:extLst>
                </p:cNvPr>
                <p:cNvSpPr/>
                <p:nvPr/>
              </p:nvSpPr>
              <p:spPr>
                <a:xfrm>
                  <a:off x="930421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6" name="Forma libre 425">
                  <a:extLst>
                    <a:ext uri="{FF2B5EF4-FFF2-40B4-BE49-F238E27FC236}">
                      <a16:creationId xmlns:a16="http://schemas.microsoft.com/office/drawing/2014/main" id="{B2E2E7ED-43C4-CA63-3264-91C04A9DC09F}"/>
                    </a:ext>
                  </a:extLst>
                </p:cNvPr>
                <p:cNvSpPr/>
                <p:nvPr/>
              </p:nvSpPr>
              <p:spPr>
                <a:xfrm>
                  <a:off x="933526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7" name="Forma libre 426">
                  <a:extLst>
                    <a:ext uri="{FF2B5EF4-FFF2-40B4-BE49-F238E27FC236}">
                      <a16:creationId xmlns:a16="http://schemas.microsoft.com/office/drawing/2014/main" id="{AC650011-9A30-3CD0-5145-4C750DF98369}"/>
                    </a:ext>
                  </a:extLst>
                </p:cNvPr>
                <p:cNvSpPr/>
                <p:nvPr/>
              </p:nvSpPr>
              <p:spPr>
                <a:xfrm>
                  <a:off x="936631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8" name="Forma libre 427">
                  <a:extLst>
                    <a:ext uri="{FF2B5EF4-FFF2-40B4-BE49-F238E27FC236}">
                      <a16:creationId xmlns:a16="http://schemas.microsoft.com/office/drawing/2014/main" id="{9D23AA00-EADE-5F8B-9AF9-EEDC6408EA6E}"/>
                    </a:ext>
                  </a:extLst>
                </p:cNvPr>
                <p:cNvSpPr/>
                <p:nvPr/>
              </p:nvSpPr>
              <p:spPr>
                <a:xfrm>
                  <a:off x="939736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9" name="Forma libre 428">
                  <a:extLst>
                    <a:ext uri="{FF2B5EF4-FFF2-40B4-BE49-F238E27FC236}">
                      <a16:creationId xmlns:a16="http://schemas.microsoft.com/office/drawing/2014/main" id="{69DFF4C1-C467-4073-7C5E-843C3FD78949}"/>
                    </a:ext>
                  </a:extLst>
                </p:cNvPr>
                <p:cNvSpPr/>
                <p:nvPr/>
              </p:nvSpPr>
              <p:spPr>
                <a:xfrm>
                  <a:off x="942841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0" name="Forma libre 429">
                  <a:extLst>
                    <a:ext uri="{FF2B5EF4-FFF2-40B4-BE49-F238E27FC236}">
                      <a16:creationId xmlns:a16="http://schemas.microsoft.com/office/drawing/2014/main" id="{8663CD22-45F5-5903-8DCC-D2EA22E20510}"/>
                    </a:ext>
                  </a:extLst>
                </p:cNvPr>
                <p:cNvSpPr/>
                <p:nvPr/>
              </p:nvSpPr>
              <p:spPr>
                <a:xfrm>
                  <a:off x="945946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1" name="Forma libre 430">
                  <a:extLst>
                    <a:ext uri="{FF2B5EF4-FFF2-40B4-BE49-F238E27FC236}">
                      <a16:creationId xmlns:a16="http://schemas.microsoft.com/office/drawing/2014/main" id="{98274E7E-EB77-5C12-F38B-9BBD70B4DE95}"/>
                    </a:ext>
                  </a:extLst>
                </p:cNvPr>
                <p:cNvSpPr/>
                <p:nvPr/>
              </p:nvSpPr>
              <p:spPr>
                <a:xfrm>
                  <a:off x="949045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2" name="Forma libre 431">
                  <a:extLst>
                    <a:ext uri="{FF2B5EF4-FFF2-40B4-BE49-F238E27FC236}">
                      <a16:creationId xmlns:a16="http://schemas.microsoft.com/office/drawing/2014/main" id="{7ECCD509-BA98-E4C9-585F-AC83F5BDA032}"/>
                    </a:ext>
                  </a:extLst>
                </p:cNvPr>
                <p:cNvSpPr/>
                <p:nvPr/>
              </p:nvSpPr>
              <p:spPr>
                <a:xfrm>
                  <a:off x="952150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3" name="Forma libre 432">
                  <a:extLst>
                    <a:ext uri="{FF2B5EF4-FFF2-40B4-BE49-F238E27FC236}">
                      <a16:creationId xmlns:a16="http://schemas.microsoft.com/office/drawing/2014/main" id="{CA0FA7B7-A128-88A9-E63F-F79A71D39CCF}"/>
                    </a:ext>
                  </a:extLst>
                </p:cNvPr>
                <p:cNvSpPr/>
                <p:nvPr/>
              </p:nvSpPr>
              <p:spPr>
                <a:xfrm>
                  <a:off x="955255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4" name="Forma libre 433">
                  <a:extLst>
                    <a:ext uri="{FF2B5EF4-FFF2-40B4-BE49-F238E27FC236}">
                      <a16:creationId xmlns:a16="http://schemas.microsoft.com/office/drawing/2014/main" id="{AE1C12F9-9357-74F5-2D9D-DB4ABF6DC6AB}"/>
                    </a:ext>
                  </a:extLst>
                </p:cNvPr>
                <p:cNvSpPr/>
                <p:nvPr/>
              </p:nvSpPr>
              <p:spPr>
                <a:xfrm>
                  <a:off x="958361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5" name="Forma libre 434">
                  <a:extLst>
                    <a:ext uri="{FF2B5EF4-FFF2-40B4-BE49-F238E27FC236}">
                      <a16:creationId xmlns:a16="http://schemas.microsoft.com/office/drawing/2014/main" id="{3186FD85-0DCC-6522-6EC9-647E1241459A}"/>
                    </a:ext>
                  </a:extLst>
                </p:cNvPr>
                <p:cNvSpPr/>
                <p:nvPr/>
              </p:nvSpPr>
              <p:spPr>
                <a:xfrm>
                  <a:off x="961466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5" name="Gráfico 4">
                <a:extLst>
                  <a:ext uri="{FF2B5EF4-FFF2-40B4-BE49-F238E27FC236}">
                    <a16:creationId xmlns:a16="http://schemas.microsoft.com/office/drawing/2014/main" id="{D787D415-998E-892A-C7D2-0FB24C5AA5FF}"/>
                  </a:ext>
                </a:extLst>
              </p:cNvPr>
              <p:cNvGrpSpPr/>
              <p:nvPr/>
            </p:nvGrpSpPr>
            <p:grpSpPr>
              <a:xfrm>
                <a:off x="9647682" y="2944685"/>
                <a:ext cx="698436" cy="15494"/>
                <a:chOff x="9647682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390" name="Forma libre 389">
                  <a:extLst>
                    <a:ext uri="{FF2B5EF4-FFF2-40B4-BE49-F238E27FC236}">
                      <a16:creationId xmlns:a16="http://schemas.microsoft.com/office/drawing/2014/main" id="{8E22C690-4D85-A543-DB11-8D487ABD1879}"/>
                    </a:ext>
                  </a:extLst>
                </p:cNvPr>
                <p:cNvSpPr/>
                <p:nvPr/>
              </p:nvSpPr>
              <p:spPr>
                <a:xfrm>
                  <a:off x="964768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1" name="Forma libre 390">
                  <a:extLst>
                    <a:ext uri="{FF2B5EF4-FFF2-40B4-BE49-F238E27FC236}">
                      <a16:creationId xmlns:a16="http://schemas.microsoft.com/office/drawing/2014/main" id="{2FDAE626-D251-9A06-BD01-6A31C424C43F}"/>
                    </a:ext>
                  </a:extLst>
                </p:cNvPr>
                <p:cNvSpPr/>
                <p:nvPr/>
              </p:nvSpPr>
              <p:spPr>
                <a:xfrm>
                  <a:off x="967873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2" name="Forma libre 391">
                  <a:extLst>
                    <a:ext uri="{FF2B5EF4-FFF2-40B4-BE49-F238E27FC236}">
                      <a16:creationId xmlns:a16="http://schemas.microsoft.com/office/drawing/2014/main" id="{AFCB4B0A-8B2D-F34E-4282-D9657FBE440D}"/>
                    </a:ext>
                  </a:extLst>
                </p:cNvPr>
                <p:cNvSpPr/>
                <p:nvPr/>
              </p:nvSpPr>
              <p:spPr>
                <a:xfrm>
                  <a:off x="970978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3" name="Forma libre 392">
                  <a:extLst>
                    <a:ext uri="{FF2B5EF4-FFF2-40B4-BE49-F238E27FC236}">
                      <a16:creationId xmlns:a16="http://schemas.microsoft.com/office/drawing/2014/main" id="{3F328E42-7ECA-F386-3BF8-EC3708FB2611}"/>
                    </a:ext>
                  </a:extLst>
                </p:cNvPr>
                <p:cNvSpPr/>
                <p:nvPr/>
              </p:nvSpPr>
              <p:spPr>
                <a:xfrm>
                  <a:off x="974083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4" name="Forma libre 393">
                  <a:extLst>
                    <a:ext uri="{FF2B5EF4-FFF2-40B4-BE49-F238E27FC236}">
                      <a16:creationId xmlns:a16="http://schemas.microsoft.com/office/drawing/2014/main" id="{915777F3-B3C9-A1A8-56DE-1C70B43DB00B}"/>
                    </a:ext>
                  </a:extLst>
                </p:cNvPr>
                <p:cNvSpPr/>
                <p:nvPr/>
              </p:nvSpPr>
              <p:spPr>
                <a:xfrm>
                  <a:off x="977188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5" name="Forma libre 394">
                  <a:extLst>
                    <a:ext uri="{FF2B5EF4-FFF2-40B4-BE49-F238E27FC236}">
                      <a16:creationId xmlns:a16="http://schemas.microsoft.com/office/drawing/2014/main" id="{8071656B-6416-9CB2-5391-EBF31D8AA522}"/>
                    </a:ext>
                  </a:extLst>
                </p:cNvPr>
                <p:cNvSpPr/>
                <p:nvPr/>
              </p:nvSpPr>
              <p:spPr>
                <a:xfrm>
                  <a:off x="980287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6" name="Forma libre 395">
                  <a:extLst>
                    <a:ext uri="{FF2B5EF4-FFF2-40B4-BE49-F238E27FC236}">
                      <a16:creationId xmlns:a16="http://schemas.microsoft.com/office/drawing/2014/main" id="{3B9FC243-2881-0A4E-0B2B-B1E0643B6FD9}"/>
                    </a:ext>
                  </a:extLst>
                </p:cNvPr>
                <p:cNvSpPr/>
                <p:nvPr/>
              </p:nvSpPr>
              <p:spPr>
                <a:xfrm>
                  <a:off x="983392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7" name="Forma libre 396">
                  <a:extLst>
                    <a:ext uri="{FF2B5EF4-FFF2-40B4-BE49-F238E27FC236}">
                      <a16:creationId xmlns:a16="http://schemas.microsoft.com/office/drawing/2014/main" id="{20635868-A513-512D-65BB-50E8CAD28CF4}"/>
                    </a:ext>
                  </a:extLst>
                </p:cNvPr>
                <p:cNvSpPr/>
                <p:nvPr/>
              </p:nvSpPr>
              <p:spPr>
                <a:xfrm>
                  <a:off x="986497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8" name="Forma libre 397">
                  <a:extLst>
                    <a:ext uri="{FF2B5EF4-FFF2-40B4-BE49-F238E27FC236}">
                      <a16:creationId xmlns:a16="http://schemas.microsoft.com/office/drawing/2014/main" id="{D96F4850-4271-46FD-AC30-52EB69566B77}"/>
                    </a:ext>
                  </a:extLst>
                </p:cNvPr>
                <p:cNvSpPr/>
                <p:nvPr/>
              </p:nvSpPr>
              <p:spPr>
                <a:xfrm>
                  <a:off x="989603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9" name="Forma libre 398">
                  <a:extLst>
                    <a:ext uri="{FF2B5EF4-FFF2-40B4-BE49-F238E27FC236}">
                      <a16:creationId xmlns:a16="http://schemas.microsoft.com/office/drawing/2014/main" id="{3ADACD17-16E1-6159-36CD-A583685D65C5}"/>
                    </a:ext>
                  </a:extLst>
                </p:cNvPr>
                <p:cNvSpPr/>
                <p:nvPr/>
              </p:nvSpPr>
              <p:spPr>
                <a:xfrm>
                  <a:off x="992708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0" name="Forma libre 399">
                  <a:extLst>
                    <a:ext uri="{FF2B5EF4-FFF2-40B4-BE49-F238E27FC236}">
                      <a16:creationId xmlns:a16="http://schemas.microsoft.com/office/drawing/2014/main" id="{B2235011-0955-8FE4-E620-AB5E0691C46D}"/>
                    </a:ext>
                  </a:extLst>
                </p:cNvPr>
                <p:cNvSpPr/>
                <p:nvPr/>
              </p:nvSpPr>
              <p:spPr>
                <a:xfrm>
                  <a:off x="995813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1" name="Forma libre 400">
                  <a:extLst>
                    <a:ext uri="{FF2B5EF4-FFF2-40B4-BE49-F238E27FC236}">
                      <a16:creationId xmlns:a16="http://schemas.microsoft.com/office/drawing/2014/main" id="{D76A6411-3334-1643-0E15-07657AEE6EC6}"/>
                    </a:ext>
                  </a:extLst>
                </p:cNvPr>
                <p:cNvSpPr/>
                <p:nvPr/>
              </p:nvSpPr>
              <p:spPr>
                <a:xfrm>
                  <a:off x="998912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2" name="Forma libre 401">
                  <a:extLst>
                    <a:ext uri="{FF2B5EF4-FFF2-40B4-BE49-F238E27FC236}">
                      <a16:creationId xmlns:a16="http://schemas.microsoft.com/office/drawing/2014/main" id="{71EA7F39-CBA2-9E8C-40C9-E9D6B6588CEB}"/>
                    </a:ext>
                  </a:extLst>
                </p:cNvPr>
                <p:cNvSpPr/>
                <p:nvPr/>
              </p:nvSpPr>
              <p:spPr>
                <a:xfrm>
                  <a:off x="1002017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3" name="Forma libre 402">
                  <a:extLst>
                    <a:ext uri="{FF2B5EF4-FFF2-40B4-BE49-F238E27FC236}">
                      <a16:creationId xmlns:a16="http://schemas.microsoft.com/office/drawing/2014/main" id="{B01E398D-B2B7-C02F-7240-1ECD73C7CA43}"/>
                    </a:ext>
                  </a:extLst>
                </p:cNvPr>
                <p:cNvSpPr/>
                <p:nvPr/>
              </p:nvSpPr>
              <p:spPr>
                <a:xfrm>
                  <a:off x="1005122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4" name="Forma libre 403">
                  <a:extLst>
                    <a:ext uri="{FF2B5EF4-FFF2-40B4-BE49-F238E27FC236}">
                      <a16:creationId xmlns:a16="http://schemas.microsoft.com/office/drawing/2014/main" id="{8270662A-D753-FD2C-FEFF-7DEFEFD08F50}"/>
                    </a:ext>
                  </a:extLst>
                </p:cNvPr>
                <p:cNvSpPr/>
                <p:nvPr/>
              </p:nvSpPr>
              <p:spPr>
                <a:xfrm>
                  <a:off x="1008227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5" name="Forma libre 404">
                  <a:extLst>
                    <a:ext uri="{FF2B5EF4-FFF2-40B4-BE49-F238E27FC236}">
                      <a16:creationId xmlns:a16="http://schemas.microsoft.com/office/drawing/2014/main" id="{A9D025A5-4669-82B2-13F1-0A14980A8795}"/>
                    </a:ext>
                  </a:extLst>
                </p:cNvPr>
                <p:cNvSpPr/>
                <p:nvPr/>
              </p:nvSpPr>
              <p:spPr>
                <a:xfrm>
                  <a:off x="1011332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6" name="Forma libre 405">
                  <a:extLst>
                    <a:ext uri="{FF2B5EF4-FFF2-40B4-BE49-F238E27FC236}">
                      <a16:creationId xmlns:a16="http://schemas.microsoft.com/office/drawing/2014/main" id="{D0288F56-A74E-9F4B-22C9-300CDEA35340}"/>
                    </a:ext>
                  </a:extLst>
                </p:cNvPr>
                <p:cNvSpPr/>
                <p:nvPr/>
              </p:nvSpPr>
              <p:spPr>
                <a:xfrm>
                  <a:off x="1014437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7" name="Forma libre 406">
                  <a:extLst>
                    <a:ext uri="{FF2B5EF4-FFF2-40B4-BE49-F238E27FC236}">
                      <a16:creationId xmlns:a16="http://schemas.microsoft.com/office/drawing/2014/main" id="{A153016D-E0DD-9A6F-BADF-D5E54EB49DF1}"/>
                    </a:ext>
                  </a:extLst>
                </p:cNvPr>
                <p:cNvSpPr/>
                <p:nvPr/>
              </p:nvSpPr>
              <p:spPr>
                <a:xfrm>
                  <a:off x="1017543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8" name="Forma libre 407">
                  <a:extLst>
                    <a:ext uri="{FF2B5EF4-FFF2-40B4-BE49-F238E27FC236}">
                      <a16:creationId xmlns:a16="http://schemas.microsoft.com/office/drawing/2014/main" id="{B70A7ABF-E549-46EF-FA69-64E7E02F4C0F}"/>
                    </a:ext>
                  </a:extLst>
                </p:cNvPr>
                <p:cNvSpPr/>
                <p:nvPr/>
              </p:nvSpPr>
              <p:spPr>
                <a:xfrm>
                  <a:off x="1020641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9" name="Forma libre 408">
                  <a:extLst>
                    <a:ext uri="{FF2B5EF4-FFF2-40B4-BE49-F238E27FC236}">
                      <a16:creationId xmlns:a16="http://schemas.microsoft.com/office/drawing/2014/main" id="{A8DAA198-46DC-5442-6919-5B1B08DACE23}"/>
                    </a:ext>
                  </a:extLst>
                </p:cNvPr>
                <p:cNvSpPr/>
                <p:nvPr/>
              </p:nvSpPr>
              <p:spPr>
                <a:xfrm>
                  <a:off x="1023747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0" name="Forma libre 409">
                  <a:extLst>
                    <a:ext uri="{FF2B5EF4-FFF2-40B4-BE49-F238E27FC236}">
                      <a16:creationId xmlns:a16="http://schemas.microsoft.com/office/drawing/2014/main" id="{244FDA73-82EC-23B5-A677-7E1C504511DE}"/>
                    </a:ext>
                  </a:extLst>
                </p:cNvPr>
                <p:cNvSpPr/>
                <p:nvPr/>
              </p:nvSpPr>
              <p:spPr>
                <a:xfrm>
                  <a:off x="1026852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1" name="Forma libre 410">
                  <a:extLst>
                    <a:ext uri="{FF2B5EF4-FFF2-40B4-BE49-F238E27FC236}">
                      <a16:creationId xmlns:a16="http://schemas.microsoft.com/office/drawing/2014/main" id="{BC1D03BE-DE54-EABC-28AB-3AB55B53E17F}"/>
                    </a:ext>
                  </a:extLst>
                </p:cNvPr>
                <p:cNvSpPr/>
                <p:nvPr/>
              </p:nvSpPr>
              <p:spPr>
                <a:xfrm>
                  <a:off x="1029957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2" name="Forma libre 411">
                  <a:extLst>
                    <a:ext uri="{FF2B5EF4-FFF2-40B4-BE49-F238E27FC236}">
                      <a16:creationId xmlns:a16="http://schemas.microsoft.com/office/drawing/2014/main" id="{BE2C9BC9-3E80-86D4-55DE-18CEA8091FD8}"/>
                    </a:ext>
                  </a:extLst>
                </p:cNvPr>
                <p:cNvSpPr/>
                <p:nvPr/>
              </p:nvSpPr>
              <p:spPr>
                <a:xfrm>
                  <a:off x="1033062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66" name="Gráfico 4">
                <a:extLst>
                  <a:ext uri="{FF2B5EF4-FFF2-40B4-BE49-F238E27FC236}">
                    <a16:creationId xmlns:a16="http://schemas.microsoft.com/office/drawing/2014/main" id="{68778EDF-9A43-75FF-6A5C-34F30C273EC5}"/>
                  </a:ext>
                </a:extLst>
              </p:cNvPr>
              <p:cNvGrpSpPr/>
              <p:nvPr/>
            </p:nvGrpSpPr>
            <p:grpSpPr>
              <a:xfrm>
                <a:off x="10363644" y="2944685"/>
                <a:ext cx="698436" cy="15494"/>
                <a:chOff x="10363644" y="2944685"/>
                <a:chExt cx="698436" cy="15494"/>
              </a:xfrm>
              <a:solidFill>
                <a:srgbClr val="93AAC9"/>
              </a:solidFill>
            </p:grpSpPr>
            <p:sp>
              <p:nvSpPr>
                <p:cNvPr id="367" name="Forma libre 366">
                  <a:extLst>
                    <a:ext uri="{FF2B5EF4-FFF2-40B4-BE49-F238E27FC236}">
                      <a16:creationId xmlns:a16="http://schemas.microsoft.com/office/drawing/2014/main" id="{A3A17FED-8AED-4299-ED49-EFB3A4DC2C2C}"/>
                    </a:ext>
                  </a:extLst>
                </p:cNvPr>
                <p:cNvSpPr/>
                <p:nvPr/>
              </p:nvSpPr>
              <p:spPr>
                <a:xfrm>
                  <a:off x="1036364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68" name="Forma libre 367">
                  <a:extLst>
                    <a:ext uri="{FF2B5EF4-FFF2-40B4-BE49-F238E27FC236}">
                      <a16:creationId xmlns:a16="http://schemas.microsoft.com/office/drawing/2014/main" id="{8DE46665-13A0-5A6B-8DE5-2E6C57D13224}"/>
                    </a:ext>
                  </a:extLst>
                </p:cNvPr>
                <p:cNvSpPr/>
                <p:nvPr/>
              </p:nvSpPr>
              <p:spPr>
                <a:xfrm>
                  <a:off x="1039469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69" name="Forma libre 368">
                  <a:extLst>
                    <a:ext uri="{FF2B5EF4-FFF2-40B4-BE49-F238E27FC236}">
                      <a16:creationId xmlns:a16="http://schemas.microsoft.com/office/drawing/2014/main" id="{079AECF0-51BA-EDE1-F847-D8876D85797E}"/>
                    </a:ext>
                  </a:extLst>
                </p:cNvPr>
                <p:cNvSpPr/>
                <p:nvPr/>
              </p:nvSpPr>
              <p:spPr>
                <a:xfrm>
                  <a:off x="1042574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0" name="Forma libre 369">
                  <a:extLst>
                    <a:ext uri="{FF2B5EF4-FFF2-40B4-BE49-F238E27FC236}">
                      <a16:creationId xmlns:a16="http://schemas.microsoft.com/office/drawing/2014/main" id="{8699A9B2-54C0-B26A-E6BE-0E408C8D44BE}"/>
                    </a:ext>
                  </a:extLst>
                </p:cNvPr>
                <p:cNvSpPr/>
                <p:nvPr/>
              </p:nvSpPr>
              <p:spPr>
                <a:xfrm>
                  <a:off x="10456799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1" name="Forma libre 370">
                  <a:extLst>
                    <a:ext uri="{FF2B5EF4-FFF2-40B4-BE49-F238E27FC236}">
                      <a16:creationId xmlns:a16="http://schemas.microsoft.com/office/drawing/2014/main" id="{7EE81500-D864-9BD1-4C62-C8DB74F43CC6}"/>
                    </a:ext>
                  </a:extLst>
                </p:cNvPr>
                <p:cNvSpPr/>
                <p:nvPr/>
              </p:nvSpPr>
              <p:spPr>
                <a:xfrm>
                  <a:off x="1048785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2" name="Forma libre 371">
                  <a:extLst>
                    <a:ext uri="{FF2B5EF4-FFF2-40B4-BE49-F238E27FC236}">
                      <a16:creationId xmlns:a16="http://schemas.microsoft.com/office/drawing/2014/main" id="{BCA180A8-7E12-C91D-B4A3-17C37B2CB635}"/>
                    </a:ext>
                  </a:extLst>
                </p:cNvPr>
                <p:cNvSpPr/>
                <p:nvPr/>
              </p:nvSpPr>
              <p:spPr>
                <a:xfrm>
                  <a:off x="1051883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3" name="Forma libre 372">
                  <a:extLst>
                    <a:ext uri="{FF2B5EF4-FFF2-40B4-BE49-F238E27FC236}">
                      <a16:creationId xmlns:a16="http://schemas.microsoft.com/office/drawing/2014/main" id="{CE425495-A658-0515-A5E4-8D86016D0C85}"/>
                    </a:ext>
                  </a:extLst>
                </p:cNvPr>
                <p:cNvSpPr/>
                <p:nvPr/>
              </p:nvSpPr>
              <p:spPr>
                <a:xfrm>
                  <a:off x="1054989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4" name="Forma libre 373">
                  <a:extLst>
                    <a:ext uri="{FF2B5EF4-FFF2-40B4-BE49-F238E27FC236}">
                      <a16:creationId xmlns:a16="http://schemas.microsoft.com/office/drawing/2014/main" id="{C36D76A5-9B50-494C-CECF-D6CED65CEEA1}"/>
                    </a:ext>
                  </a:extLst>
                </p:cNvPr>
                <p:cNvSpPr/>
                <p:nvPr/>
              </p:nvSpPr>
              <p:spPr>
                <a:xfrm>
                  <a:off x="1058094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5" name="Forma libre 374">
                  <a:extLst>
                    <a:ext uri="{FF2B5EF4-FFF2-40B4-BE49-F238E27FC236}">
                      <a16:creationId xmlns:a16="http://schemas.microsoft.com/office/drawing/2014/main" id="{B3E31AF2-B637-7837-663F-AE80BD1ADD85}"/>
                    </a:ext>
                  </a:extLst>
                </p:cNvPr>
                <p:cNvSpPr/>
                <p:nvPr/>
              </p:nvSpPr>
              <p:spPr>
                <a:xfrm>
                  <a:off x="1061199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6" name="Forma libre 375">
                  <a:extLst>
                    <a:ext uri="{FF2B5EF4-FFF2-40B4-BE49-F238E27FC236}">
                      <a16:creationId xmlns:a16="http://schemas.microsoft.com/office/drawing/2014/main" id="{E922A707-67F0-BC8E-559B-9CFA3B00B505}"/>
                    </a:ext>
                  </a:extLst>
                </p:cNvPr>
                <p:cNvSpPr/>
                <p:nvPr/>
              </p:nvSpPr>
              <p:spPr>
                <a:xfrm>
                  <a:off x="1064304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7" name="Forma libre 376">
                  <a:extLst>
                    <a:ext uri="{FF2B5EF4-FFF2-40B4-BE49-F238E27FC236}">
                      <a16:creationId xmlns:a16="http://schemas.microsoft.com/office/drawing/2014/main" id="{798D263F-CC5D-3110-0FFA-EC7DE05B058A}"/>
                    </a:ext>
                  </a:extLst>
                </p:cNvPr>
                <p:cNvSpPr/>
                <p:nvPr/>
              </p:nvSpPr>
              <p:spPr>
                <a:xfrm>
                  <a:off x="10674096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8" name="Forma libre 377">
                  <a:extLst>
                    <a:ext uri="{FF2B5EF4-FFF2-40B4-BE49-F238E27FC236}">
                      <a16:creationId xmlns:a16="http://schemas.microsoft.com/office/drawing/2014/main" id="{DFAB9E14-3550-370D-5AE9-34DDA3F43C2A}"/>
                    </a:ext>
                  </a:extLst>
                </p:cNvPr>
                <p:cNvSpPr/>
                <p:nvPr/>
              </p:nvSpPr>
              <p:spPr>
                <a:xfrm>
                  <a:off x="1070514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9" name="Forma libre 378">
                  <a:extLst>
                    <a:ext uri="{FF2B5EF4-FFF2-40B4-BE49-F238E27FC236}">
                      <a16:creationId xmlns:a16="http://schemas.microsoft.com/office/drawing/2014/main" id="{848ADC5F-F0A9-C92B-FA69-CCE5545D3A74}"/>
                    </a:ext>
                  </a:extLst>
                </p:cNvPr>
                <p:cNvSpPr/>
                <p:nvPr/>
              </p:nvSpPr>
              <p:spPr>
                <a:xfrm>
                  <a:off x="1073613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0" name="Forma libre 379">
                  <a:extLst>
                    <a:ext uri="{FF2B5EF4-FFF2-40B4-BE49-F238E27FC236}">
                      <a16:creationId xmlns:a16="http://schemas.microsoft.com/office/drawing/2014/main" id="{B32C0261-75C3-7355-7160-6657D2901CCC}"/>
                    </a:ext>
                  </a:extLst>
                </p:cNvPr>
                <p:cNvSpPr/>
                <p:nvPr/>
              </p:nvSpPr>
              <p:spPr>
                <a:xfrm>
                  <a:off x="1076718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1" name="Forma libre 380">
                  <a:extLst>
                    <a:ext uri="{FF2B5EF4-FFF2-40B4-BE49-F238E27FC236}">
                      <a16:creationId xmlns:a16="http://schemas.microsoft.com/office/drawing/2014/main" id="{434A5702-7F4D-0E62-67D6-38A54D163E47}"/>
                    </a:ext>
                  </a:extLst>
                </p:cNvPr>
                <p:cNvSpPr/>
                <p:nvPr/>
              </p:nvSpPr>
              <p:spPr>
                <a:xfrm>
                  <a:off x="10798238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2" name="Forma libre 381">
                  <a:extLst>
                    <a:ext uri="{FF2B5EF4-FFF2-40B4-BE49-F238E27FC236}">
                      <a16:creationId xmlns:a16="http://schemas.microsoft.com/office/drawing/2014/main" id="{ADC4D415-6A41-61E6-B9DF-2370E1D60444}"/>
                    </a:ext>
                  </a:extLst>
                </p:cNvPr>
                <p:cNvSpPr/>
                <p:nvPr/>
              </p:nvSpPr>
              <p:spPr>
                <a:xfrm>
                  <a:off x="10829290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3" name="Forma libre 382">
                  <a:extLst>
                    <a:ext uri="{FF2B5EF4-FFF2-40B4-BE49-F238E27FC236}">
                      <a16:creationId xmlns:a16="http://schemas.microsoft.com/office/drawing/2014/main" id="{FE283CFE-A72E-D609-8286-7E7A348D7216}"/>
                    </a:ext>
                  </a:extLst>
                </p:cNvPr>
                <p:cNvSpPr/>
                <p:nvPr/>
              </p:nvSpPr>
              <p:spPr>
                <a:xfrm>
                  <a:off x="1086034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4" name="Forma libre 383">
                  <a:extLst>
                    <a:ext uri="{FF2B5EF4-FFF2-40B4-BE49-F238E27FC236}">
                      <a16:creationId xmlns:a16="http://schemas.microsoft.com/office/drawing/2014/main" id="{20793406-4400-3D0E-6D0B-BD5AC6FDE492}"/>
                    </a:ext>
                  </a:extLst>
                </p:cNvPr>
                <p:cNvSpPr/>
                <p:nvPr/>
              </p:nvSpPr>
              <p:spPr>
                <a:xfrm>
                  <a:off x="10891393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5" name="Forma libre 384">
                  <a:extLst>
                    <a:ext uri="{FF2B5EF4-FFF2-40B4-BE49-F238E27FC236}">
                      <a16:creationId xmlns:a16="http://schemas.microsoft.com/office/drawing/2014/main" id="{8785EFA2-CAED-F4F0-EF6A-1E8DD437B5FD}"/>
                    </a:ext>
                  </a:extLst>
                </p:cNvPr>
                <p:cNvSpPr/>
                <p:nvPr/>
              </p:nvSpPr>
              <p:spPr>
                <a:xfrm>
                  <a:off x="10922381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6" name="Forma libre 385">
                  <a:extLst>
                    <a:ext uri="{FF2B5EF4-FFF2-40B4-BE49-F238E27FC236}">
                      <a16:creationId xmlns:a16="http://schemas.microsoft.com/office/drawing/2014/main" id="{21DA4209-4895-0116-A615-804A8B608118}"/>
                    </a:ext>
                  </a:extLst>
                </p:cNvPr>
                <p:cNvSpPr/>
                <p:nvPr/>
              </p:nvSpPr>
              <p:spPr>
                <a:xfrm>
                  <a:off x="10953432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7" name="Forma libre 386">
                  <a:extLst>
                    <a:ext uri="{FF2B5EF4-FFF2-40B4-BE49-F238E27FC236}">
                      <a16:creationId xmlns:a16="http://schemas.microsoft.com/office/drawing/2014/main" id="{59DDA616-4285-91B7-AB9D-1B318141EE60}"/>
                    </a:ext>
                  </a:extLst>
                </p:cNvPr>
                <p:cNvSpPr/>
                <p:nvPr/>
              </p:nvSpPr>
              <p:spPr>
                <a:xfrm>
                  <a:off x="10984484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8" name="Forma libre 387">
                  <a:extLst>
                    <a:ext uri="{FF2B5EF4-FFF2-40B4-BE49-F238E27FC236}">
                      <a16:creationId xmlns:a16="http://schemas.microsoft.com/office/drawing/2014/main" id="{B80E5549-9127-D736-341F-DF8E5FFBDAC8}"/>
                    </a:ext>
                  </a:extLst>
                </p:cNvPr>
                <p:cNvSpPr/>
                <p:nvPr/>
              </p:nvSpPr>
              <p:spPr>
                <a:xfrm>
                  <a:off x="11015535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69" y="0"/>
                        <a:pt x="7747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9" name="Forma libre 388">
                  <a:extLst>
                    <a:ext uri="{FF2B5EF4-FFF2-40B4-BE49-F238E27FC236}">
                      <a16:creationId xmlns:a16="http://schemas.microsoft.com/office/drawing/2014/main" id="{1CB1E810-54CD-39D8-4BA8-FD6DBBB11F2F}"/>
                    </a:ext>
                  </a:extLst>
                </p:cNvPr>
                <p:cNvSpPr/>
                <p:nvPr/>
              </p:nvSpPr>
              <p:spPr>
                <a:xfrm>
                  <a:off x="11046587" y="294468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8"/>
                        <a:pt x="3470" y="0"/>
                        <a:pt x="7748" y="0"/>
                      </a:cubicBezTo>
                      <a:cubicBezTo>
                        <a:pt x="12026" y="0"/>
                        <a:pt x="15494" y="3468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</p:grpSp>
        <p:grpSp>
          <p:nvGrpSpPr>
            <p:cNvPr id="22" name="Gráfico 4">
              <a:extLst>
                <a:ext uri="{FF2B5EF4-FFF2-40B4-BE49-F238E27FC236}">
                  <a16:creationId xmlns:a16="http://schemas.microsoft.com/office/drawing/2014/main" id="{3D4383B6-1BCB-182C-BDE2-B58EAEDA74DF}"/>
                </a:ext>
              </a:extLst>
            </p:cNvPr>
            <p:cNvGrpSpPr/>
            <p:nvPr/>
          </p:nvGrpSpPr>
          <p:grpSpPr>
            <a:xfrm>
              <a:off x="6067869" y="3897820"/>
              <a:ext cx="4994211" cy="15494"/>
              <a:chOff x="6067869" y="3897820"/>
              <a:chExt cx="4994211" cy="15494"/>
            </a:xfrm>
            <a:solidFill>
              <a:srgbClr val="93AAC9"/>
            </a:solidFill>
          </p:grpSpPr>
          <p:grpSp>
            <p:nvGrpSpPr>
              <p:cNvPr id="192" name="Gráfico 4">
                <a:extLst>
                  <a:ext uri="{FF2B5EF4-FFF2-40B4-BE49-F238E27FC236}">
                    <a16:creationId xmlns:a16="http://schemas.microsoft.com/office/drawing/2014/main" id="{D8B22E00-E76F-0170-0B1C-A101AC1DCF3B}"/>
                  </a:ext>
                </a:extLst>
              </p:cNvPr>
              <p:cNvGrpSpPr/>
              <p:nvPr/>
            </p:nvGrpSpPr>
            <p:grpSpPr>
              <a:xfrm>
                <a:off x="6067869" y="3897820"/>
                <a:ext cx="698436" cy="15494"/>
                <a:chOff x="6067869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337" name="Forma libre 336">
                  <a:extLst>
                    <a:ext uri="{FF2B5EF4-FFF2-40B4-BE49-F238E27FC236}">
                      <a16:creationId xmlns:a16="http://schemas.microsoft.com/office/drawing/2014/main" id="{C73A7FB6-3937-CD16-1C00-412B02E0B4DE}"/>
                    </a:ext>
                  </a:extLst>
                </p:cNvPr>
                <p:cNvSpPr/>
                <p:nvPr/>
              </p:nvSpPr>
              <p:spPr>
                <a:xfrm>
                  <a:off x="606786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8" name="Forma libre 337">
                  <a:extLst>
                    <a:ext uri="{FF2B5EF4-FFF2-40B4-BE49-F238E27FC236}">
                      <a16:creationId xmlns:a16="http://schemas.microsoft.com/office/drawing/2014/main" id="{2FD670E3-5F0A-E5AA-D290-F1AB9366AA66}"/>
                    </a:ext>
                  </a:extLst>
                </p:cNvPr>
                <p:cNvSpPr/>
                <p:nvPr/>
              </p:nvSpPr>
              <p:spPr>
                <a:xfrm>
                  <a:off x="609892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9" name="Forma libre 338">
                  <a:extLst>
                    <a:ext uri="{FF2B5EF4-FFF2-40B4-BE49-F238E27FC236}">
                      <a16:creationId xmlns:a16="http://schemas.microsoft.com/office/drawing/2014/main" id="{43BA68FA-0AA6-8394-7A46-4F611541946C}"/>
                    </a:ext>
                  </a:extLst>
                </p:cNvPr>
                <p:cNvSpPr/>
                <p:nvPr/>
              </p:nvSpPr>
              <p:spPr>
                <a:xfrm>
                  <a:off x="612997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0" name="Forma libre 339">
                  <a:extLst>
                    <a:ext uri="{FF2B5EF4-FFF2-40B4-BE49-F238E27FC236}">
                      <a16:creationId xmlns:a16="http://schemas.microsoft.com/office/drawing/2014/main" id="{E41C82BA-FE2A-AD5D-C5FB-AAF575237E3A}"/>
                    </a:ext>
                  </a:extLst>
                </p:cNvPr>
                <p:cNvSpPr/>
                <p:nvPr/>
              </p:nvSpPr>
              <p:spPr>
                <a:xfrm>
                  <a:off x="616096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1" name="Forma libre 340">
                  <a:extLst>
                    <a:ext uri="{FF2B5EF4-FFF2-40B4-BE49-F238E27FC236}">
                      <a16:creationId xmlns:a16="http://schemas.microsoft.com/office/drawing/2014/main" id="{BF81D97C-88A7-3EDA-6757-FA7972ED0D1C}"/>
                    </a:ext>
                  </a:extLst>
                </p:cNvPr>
                <p:cNvSpPr/>
                <p:nvPr/>
              </p:nvSpPr>
              <p:spPr>
                <a:xfrm>
                  <a:off x="619201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2" name="Forma libre 341">
                  <a:extLst>
                    <a:ext uri="{FF2B5EF4-FFF2-40B4-BE49-F238E27FC236}">
                      <a16:creationId xmlns:a16="http://schemas.microsoft.com/office/drawing/2014/main" id="{4733A953-3E89-4AA5-0E55-3B4695B99944}"/>
                    </a:ext>
                  </a:extLst>
                </p:cNvPr>
                <p:cNvSpPr/>
                <p:nvPr/>
              </p:nvSpPr>
              <p:spPr>
                <a:xfrm>
                  <a:off x="622306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3" name="Forma libre 342">
                  <a:extLst>
                    <a:ext uri="{FF2B5EF4-FFF2-40B4-BE49-F238E27FC236}">
                      <a16:creationId xmlns:a16="http://schemas.microsoft.com/office/drawing/2014/main" id="{9BDEDBD4-AF1C-683D-E1D4-474B17D6FADD}"/>
                    </a:ext>
                  </a:extLst>
                </p:cNvPr>
                <p:cNvSpPr/>
                <p:nvPr/>
              </p:nvSpPr>
              <p:spPr>
                <a:xfrm>
                  <a:off x="625411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4" name="Forma libre 343">
                  <a:extLst>
                    <a:ext uri="{FF2B5EF4-FFF2-40B4-BE49-F238E27FC236}">
                      <a16:creationId xmlns:a16="http://schemas.microsoft.com/office/drawing/2014/main" id="{7EB38AE2-6B05-9ADA-8FB3-75300C1F054D}"/>
                    </a:ext>
                  </a:extLst>
                </p:cNvPr>
                <p:cNvSpPr/>
                <p:nvPr/>
              </p:nvSpPr>
              <p:spPr>
                <a:xfrm>
                  <a:off x="628516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5" name="Forma libre 344">
                  <a:extLst>
                    <a:ext uri="{FF2B5EF4-FFF2-40B4-BE49-F238E27FC236}">
                      <a16:creationId xmlns:a16="http://schemas.microsoft.com/office/drawing/2014/main" id="{809E55ED-1B4A-9745-18ED-D9D2D87FD30F}"/>
                    </a:ext>
                  </a:extLst>
                </p:cNvPr>
                <p:cNvSpPr/>
                <p:nvPr/>
              </p:nvSpPr>
              <p:spPr>
                <a:xfrm>
                  <a:off x="631621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6" name="Forma libre 345">
                  <a:extLst>
                    <a:ext uri="{FF2B5EF4-FFF2-40B4-BE49-F238E27FC236}">
                      <a16:creationId xmlns:a16="http://schemas.microsoft.com/office/drawing/2014/main" id="{4AC4A5F2-C4E1-CE23-F742-48F12F1ACCBC}"/>
                    </a:ext>
                  </a:extLst>
                </p:cNvPr>
                <p:cNvSpPr/>
                <p:nvPr/>
              </p:nvSpPr>
              <p:spPr>
                <a:xfrm>
                  <a:off x="634726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7" name="Forma libre 346">
                  <a:extLst>
                    <a:ext uri="{FF2B5EF4-FFF2-40B4-BE49-F238E27FC236}">
                      <a16:creationId xmlns:a16="http://schemas.microsoft.com/office/drawing/2014/main" id="{DB42C830-9368-857C-9245-DF95DE335821}"/>
                    </a:ext>
                  </a:extLst>
                </p:cNvPr>
                <p:cNvSpPr/>
                <p:nvPr/>
              </p:nvSpPr>
              <p:spPr>
                <a:xfrm>
                  <a:off x="637825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8" name="Forma libre 347">
                  <a:extLst>
                    <a:ext uri="{FF2B5EF4-FFF2-40B4-BE49-F238E27FC236}">
                      <a16:creationId xmlns:a16="http://schemas.microsoft.com/office/drawing/2014/main" id="{37EF0BDB-B3E1-9C98-A528-14E3E4FCB148}"/>
                    </a:ext>
                  </a:extLst>
                </p:cNvPr>
                <p:cNvSpPr/>
                <p:nvPr/>
              </p:nvSpPr>
              <p:spPr>
                <a:xfrm>
                  <a:off x="640930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9" name="Forma libre 348">
                  <a:extLst>
                    <a:ext uri="{FF2B5EF4-FFF2-40B4-BE49-F238E27FC236}">
                      <a16:creationId xmlns:a16="http://schemas.microsoft.com/office/drawing/2014/main" id="{C2203EFF-CD49-C5A7-7771-0C1AEA3835E2}"/>
                    </a:ext>
                  </a:extLst>
                </p:cNvPr>
                <p:cNvSpPr/>
                <p:nvPr/>
              </p:nvSpPr>
              <p:spPr>
                <a:xfrm>
                  <a:off x="644036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0" name="Forma libre 349">
                  <a:extLst>
                    <a:ext uri="{FF2B5EF4-FFF2-40B4-BE49-F238E27FC236}">
                      <a16:creationId xmlns:a16="http://schemas.microsoft.com/office/drawing/2014/main" id="{B1749CDA-7B1E-A815-47DC-DB03AB6A70AE}"/>
                    </a:ext>
                  </a:extLst>
                </p:cNvPr>
                <p:cNvSpPr/>
                <p:nvPr/>
              </p:nvSpPr>
              <p:spPr>
                <a:xfrm>
                  <a:off x="647141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7" y="15494"/>
                      </a:cubicBezTo>
                      <a:cubicBezTo>
                        <a:pt x="3469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1" name="Forma libre 350">
                  <a:extLst>
                    <a:ext uri="{FF2B5EF4-FFF2-40B4-BE49-F238E27FC236}">
                      <a16:creationId xmlns:a16="http://schemas.microsoft.com/office/drawing/2014/main" id="{A8DB82D2-B8FD-551A-A308-75237C9441D8}"/>
                    </a:ext>
                  </a:extLst>
                </p:cNvPr>
                <p:cNvSpPr/>
                <p:nvPr/>
              </p:nvSpPr>
              <p:spPr>
                <a:xfrm>
                  <a:off x="650246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2" name="Forma libre 351">
                  <a:extLst>
                    <a:ext uri="{FF2B5EF4-FFF2-40B4-BE49-F238E27FC236}">
                      <a16:creationId xmlns:a16="http://schemas.microsoft.com/office/drawing/2014/main" id="{3542052C-C574-33A9-1D2E-5A8D6E583CEC}"/>
                    </a:ext>
                  </a:extLst>
                </p:cNvPr>
                <p:cNvSpPr/>
                <p:nvPr/>
              </p:nvSpPr>
              <p:spPr>
                <a:xfrm>
                  <a:off x="653351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3" name="Forma libre 352">
                  <a:extLst>
                    <a:ext uri="{FF2B5EF4-FFF2-40B4-BE49-F238E27FC236}">
                      <a16:creationId xmlns:a16="http://schemas.microsoft.com/office/drawing/2014/main" id="{6D41477C-2B71-41F9-5DC5-E0826241841E}"/>
                    </a:ext>
                  </a:extLst>
                </p:cNvPr>
                <p:cNvSpPr/>
                <p:nvPr/>
              </p:nvSpPr>
              <p:spPr>
                <a:xfrm>
                  <a:off x="656456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4" name="Forma libre 353">
                  <a:extLst>
                    <a:ext uri="{FF2B5EF4-FFF2-40B4-BE49-F238E27FC236}">
                      <a16:creationId xmlns:a16="http://schemas.microsoft.com/office/drawing/2014/main" id="{FEC5548E-C201-6E2A-6BCF-B394CBD73880}"/>
                    </a:ext>
                  </a:extLst>
                </p:cNvPr>
                <p:cNvSpPr/>
                <p:nvPr/>
              </p:nvSpPr>
              <p:spPr>
                <a:xfrm>
                  <a:off x="659555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5" name="Forma libre 354">
                  <a:extLst>
                    <a:ext uri="{FF2B5EF4-FFF2-40B4-BE49-F238E27FC236}">
                      <a16:creationId xmlns:a16="http://schemas.microsoft.com/office/drawing/2014/main" id="{A7215AF4-8F17-4CF7-8523-55FB32C085F8}"/>
                    </a:ext>
                  </a:extLst>
                </p:cNvPr>
                <p:cNvSpPr/>
                <p:nvPr/>
              </p:nvSpPr>
              <p:spPr>
                <a:xfrm>
                  <a:off x="662660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6" name="Forma libre 355">
                  <a:extLst>
                    <a:ext uri="{FF2B5EF4-FFF2-40B4-BE49-F238E27FC236}">
                      <a16:creationId xmlns:a16="http://schemas.microsoft.com/office/drawing/2014/main" id="{B354EE9B-AA5F-8942-84DF-A4083842ABF2}"/>
                    </a:ext>
                  </a:extLst>
                </p:cNvPr>
                <p:cNvSpPr/>
                <p:nvPr/>
              </p:nvSpPr>
              <p:spPr>
                <a:xfrm>
                  <a:off x="665765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7" name="Forma libre 356">
                  <a:extLst>
                    <a:ext uri="{FF2B5EF4-FFF2-40B4-BE49-F238E27FC236}">
                      <a16:creationId xmlns:a16="http://schemas.microsoft.com/office/drawing/2014/main" id="{8E754700-A91F-2BDB-F5FA-C56CF319859D}"/>
                    </a:ext>
                  </a:extLst>
                </p:cNvPr>
                <p:cNvSpPr/>
                <p:nvPr/>
              </p:nvSpPr>
              <p:spPr>
                <a:xfrm>
                  <a:off x="668870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8" name="Forma libre 357">
                  <a:extLst>
                    <a:ext uri="{FF2B5EF4-FFF2-40B4-BE49-F238E27FC236}">
                      <a16:creationId xmlns:a16="http://schemas.microsoft.com/office/drawing/2014/main" id="{9A9C0348-AB1C-DA4B-4281-35A135AFD1B4}"/>
                    </a:ext>
                  </a:extLst>
                </p:cNvPr>
                <p:cNvSpPr/>
                <p:nvPr/>
              </p:nvSpPr>
              <p:spPr>
                <a:xfrm>
                  <a:off x="671976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9" name="Forma libre 358">
                  <a:extLst>
                    <a:ext uri="{FF2B5EF4-FFF2-40B4-BE49-F238E27FC236}">
                      <a16:creationId xmlns:a16="http://schemas.microsoft.com/office/drawing/2014/main" id="{137A648C-75D8-8861-9FF2-F3F15FC19D60}"/>
                    </a:ext>
                  </a:extLst>
                </p:cNvPr>
                <p:cNvSpPr/>
                <p:nvPr/>
              </p:nvSpPr>
              <p:spPr>
                <a:xfrm>
                  <a:off x="675081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3" name="Gráfico 4">
                <a:extLst>
                  <a:ext uri="{FF2B5EF4-FFF2-40B4-BE49-F238E27FC236}">
                    <a16:creationId xmlns:a16="http://schemas.microsoft.com/office/drawing/2014/main" id="{FE1D74C7-44F5-C2EF-F963-1A4FB64AAA1D}"/>
                  </a:ext>
                </a:extLst>
              </p:cNvPr>
              <p:cNvGrpSpPr/>
              <p:nvPr/>
            </p:nvGrpSpPr>
            <p:grpSpPr>
              <a:xfrm>
                <a:off x="6783832" y="3897820"/>
                <a:ext cx="698436" cy="15494"/>
                <a:chOff x="6783832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314" name="Forma libre 313">
                  <a:extLst>
                    <a:ext uri="{FF2B5EF4-FFF2-40B4-BE49-F238E27FC236}">
                      <a16:creationId xmlns:a16="http://schemas.microsoft.com/office/drawing/2014/main" id="{973F8D91-1719-4724-DF50-374E15A38387}"/>
                    </a:ext>
                  </a:extLst>
                </p:cNvPr>
                <p:cNvSpPr/>
                <p:nvPr/>
              </p:nvSpPr>
              <p:spPr>
                <a:xfrm>
                  <a:off x="678383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5" name="Forma libre 314">
                  <a:extLst>
                    <a:ext uri="{FF2B5EF4-FFF2-40B4-BE49-F238E27FC236}">
                      <a16:creationId xmlns:a16="http://schemas.microsoft.com/office/drawing/2014/main" id="{A91580B4-03CC-5B51-372A-C1412FC1EBF8}"/>
                    </a:ext>
                  </a:extLst>
                </p:cNvPr>
                <p:cNvSpPr/>
                <p:nvPr/>
              </p:nvSpPr>
              <p:spPr>
                <a:xfrm>
                  <a:off x="681488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6" name="Forma libre 315">
                  <a:extLst>
                    <a:ext uri="{FF2B5EF4-FFF2-40B4-BE49-F238E27FC236}">
                      <a16:creationId xmlns:a16="http://schemas.microsoft.com/office/drawing/2014/main" id="{93775FD2-A847-BB59-415A-AFD1453951C8}"/>
                    </a:ext>
                  </a:extLst>
                </p:cNvPr>
                <p:cNvSpPr/>
                <p:nvPr/>
              </p:nvSpPr>
              <p:spPr>
                <a:xfrm>
                  <a:off x="684593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7" name="Forma libre 316">
                  <a:extLst>
                    <a:ext uri="{FF2B5EF4-FFF2-40B4-BE49-F238E27FC236}">
                      <a16:creationId xmlns:a16="http://schemas.microsoft.com/office/drawing/2014/main" id="{1FDF15DD-5D51-F44B-E114-3F75F3A5124F}"/>
                    </a:ext>
                  </a:extLst>
                </p:cNvPr>
                <p:cNvSpPr/>
                <p:nvPr/>
              </p:nvSpPr>
              <p:spPr>
                <a:xfrm>
                  <a:off x="687698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8" name="Forma libre 317">
                  <a:extLst>
                    <a:ext uri="{FF2B5EF4-FFF2-40B4-BE49-F238E27FC236}">
                      <a16:creationId xmlns:a16="http://schemas.microsoft.com/office/drawing/2014/main" id="{C6620920-617C-98FB-E979-064EDCD4E799}"/>
                    </a:ext>
                  </a:extLst>
                </p:cNvPr>
                <p:cNvSpPr/>
                <p:nvPr/>
              </p:nvSpPr>
              <p:spPr>
                <a:xfrm>
                  <a:off x="690797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9" name="Forma libre 318">
                  <a:extLst>
                    <a:ext uri="{FF2B5EF4-FFF2-40B4-BE49-F238E27FC236}">
                      <a16:creationId xmlns:a16="http://schemas.microsoft.com/office/drawing/2014/main" id="{9B0DC57D-8732-FD93-E1F0-945E61D78620}"/>
                    </a:ext>
                  </a:extLst>
                </p:cNvPr>
                <p:cNvSpPr/>
                <p:nvPr/>
              </p:nvSpPr>
              <p:spPr>
                <a:xfrm>
                  <a:off x="693902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0" name="Forma libre 319">
                  <a:extLst>
                    <a:ext uri="{FF2B5EF4-FFF2-40B4-BE49-F238E27FC236}">
                      <a16:creationId xmlns:a16="http://schemas.microsoft.com/office/drawing/2014/main" id="{F5DA81E8-CE05-1B7F-3CAF-5FD59B716D38}"/>
                    </a:ext>
                  </a:extLst>
                </p:cNvPr>
                <p:cNvSpPr/>
                <p:nvPr/>
              </p:nvSpPr>
              <p:spPr>
                <a:xfrm>
                  <a:off x="697007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1" name="Forma libre 320">
                  <a:extLst>
                    <a:ext uri="{FF2B5EF4-FFF2-40B4-BE49-F238E27FC236}">
                      <a16:creationId xmlns:a16="http://schemas.microsoft.com/office/drawing/2014/main" id="{438FE715-830D-C426-5625-8F5F5ED195F3}"/>
                    </a:ext>
                  </a:extLst>
                </p:cNvPr>
                <p:cNvSpPr/>
                <p:nvPr/>
              </p:nvSpPr>
              <p:spPr>
                <a:xfrm>
                  <a:off x="700112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2" name="Forma libre 321">
                  <a:extLst>
                    <a:ext uri="{FF2B5EF4-FFF2-40B4-BE49-F238E27FC236}">
                      <a16:creationId xmlns:a16="http://schemas.microsoft.com/office/drawing/2014/main" id="{43CF6EBF-3982-DC69-8FBF-5DAEE32DDA4A}"/>
                    </a:ext>
                  </a:extLst>
                </p:cNvPr>
                <p:cNvSpPr/>
                <p:nvPr/>
              </p:nvSpPr>
              <p:spPr>
                <a:xfrm>
                  <a:off x="703218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3" name="Forma libre 322">
                  <a:extLst>
                    <a:ext uri="{FF2B5EF4-FFF2-40B4-BE49-F238E27FC236}">
                      <a16:creationId xmlns:a16="http://schemas.microsoft.com/office/drawing/2014/main" id="{E22B8910-65F5-D353-9359-457989F56D47}"/>
                    </a:ext>
                  </a:extLst>
                </p:cNvPr>
                <p:cNvSpPr/>
                <p:nvPr/>
              </p:nvSpPr>
              <p:spPr>
                <a:xfrm>
                  <a:off x="706323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4" name="Forma libre 323">
                  <a:extLst>
                    <a:ext uri="{FF2B5EF4-FFF2-40B4-BE49-F238E27FC236}">
                      <a16:creationId xmlns:a16="http://schemas.microsoft.com/office/drawing/2014/main" id="{F6FC004E-2317-A662-8F2C-E054792DB09D}"/>
                    </a:ext>
                  </a:extLst>
                </p:cNvPr>
                <p:cNvSpPr/>
                <p:nvPr/>
              </p:nvSpPr>
              <p:spPr>
                <a:xfrm>
                  <a:off x="709422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5" name="Forma libre 324">
                  <a:extLst>
                    <a:ext uri="{FF2B5EF4-FFF2-40B4-BE49-F238E27FC236}">
                      <a16:creationId xmlns:a16="http://schemas.microsoft.com/office/drawing/2014/main" id="{09F3019A-D414-422F-615D-986CDA20045E}"/>
                    </a:ext>
                  </a:extLst>
                </p:cNvPr>
                <p:cNvSpPr/>
                <p:nvPr/>
              </p:nvSpPr>
              <p:spPr>
                <a:xfrm>
                  <a:off x="712527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6" name="Forma libre 325">
                  <a:extLst>
                    <a:ext uri="{FF2B5EF4-FFF2-40B4-BE49-F238E27FC236}">
                      <a16:creationId xmlns:a16="http://schemas.microsoft.com/office/drawing/2014/main" id="{F0E1FACD-F0E7-D82F-C297-CEAFF96A4F57}"/>
                    </a:ext>
                  </a:extLst>
                </p:cNvPr>
                <p:cNvSpPr/>
                <p:nvPr/>
              </p:nvSpPr>
              <p:spPr>
                <a:xfrm>
                  <a:off x="715632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7" name="Forma libre 326">
                  <a:extLst>
                    <a:ext uri="{FF2B5EF4-FFF2-40B4-BE49-F238E27FC236}">
                      <a16:creationId xmlns:a16="http://schemas.microsoft.com/office/drawing/2014/main" id="{AB3D9B20-F1FE-E904-CA43-40FB8C5062F7}"/>
                    </a:ext>
                  </a:extLst>
                </p:cNvPr>
                <p:cNvSpPr/>
                <p:nvPr/>
              </p:nvSpPr>
              <p:spPr>
                <a:xfrm>
                  <a:off x="718737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8" name="Forma libre 327">
                  <a:extLst>
                    <a:ext uri="{FF2B5EF4-FFF2-40B4-BE49-F238E27FC236}">
                      <a16:creationId xmlns:a16="http://schemas.microsoft.com/office/drawing/2014/main" id="{BE3F3EBB-0398-9C5B-D9C2-D1941A6BD8FE}"/>
                    </a:ext>
                  </a:extLst>
                </p:cNvPr>
                <p:cNvSpPr/>
                <p:nvPr/>
              </p:nvSpPr>
              <p:spPr>
                <a:xfrm>
                  <a:off x="721842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9" name="Forma libre 328">
                  <a:extLst>
                    <a:ext uri="{FF2B5EF4-FFF2-40B4-BE49-F238E27FC236}">
                      <a16:creationId xmlns:a16="http://schemas.microsoft.com/office/drawing/2014/main" id="{D8FFDCD8-F2EC-A3F7-7B4D-2880EAA0C06E}"/>
                    </a:ext>
                  </a:extLst>
                </p:cNvPr>
                <p:cNvSpPr/>
                <p:nvPr/>
              </p:nvSpPr>
              <p:spPr>
                <a:xfrm>
                  <a:off x="724947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0" name="Forma libre 329">
                  <a:extLst>
                    <a:ext uri="{FF2B5EF4-FFF2-40B4-BE49-F238E27FC236}">
                      <a16:creationId xmlns:a16="http://schemas.microsoft.com/office/drawing/2014/main" id="{9FC45BE8-51DE-0293-7BE3-520B5A919EE9}"/>
                    </a:ext>
                  </a:extLst>
                </p:cNvPr>
                <p:cNvSpPr/>
                <p:nvPr/>
              </p:nvSpPr>
              <p:spPr>
                <a:xfrm>
                  <a:off x="728052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1" name="Forma libre 330">
                  <a:extLst>
                    <a:ext uri="{FF2B5EF4-FFF2-40B4-BE49-F238E27FC236}">
                      <a16:creationId xmlns:a16="http://schemas.microsoft.com/office/drawing/2014/main" id="{F373212C-BDC5-22A8-F2D6-4D12BD614854}"/>
                    </a:ext>
                  </a:extLst>
                </p:cNvPr>
                <p:cNvSpPr/>
                <p:nvPr/>
              </p:nvSpPr>
              <p:spPr>
                <a:xfrm>
                  <a:off x="731151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2" name="Forma libre 331">
                  <a:extLst>
                    <a:ext uri="{FF2B5EF4-FFF2-40B4-BE49-F238E27FC236}">
                      <a16:creationId xmlns:a16="http://schemas.microsoft.com/office/drawing/2014/main" id="{0D6D460C-8267-2C60-5382-F49121942C0F}"/>
                    </a:ext>
                  </a:extLst>
                </p:cNvPr>
                <p:cNvSpPr/>
                <p:nvPr/>
              </p:nvSpPr>
              <p:spPr>
                <a:xfrm>
                  <a:off x="734256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3" name="Forma libre 332">
                  <a:extLst>
                    <a:ext uri="{FF2B5EF4-FFF2-40B4-BE49-F238E27FC236}">
                      <a16:creationId xmlns:a16="http://schemas.microsoft.com/office/drawing/2014/main" id="{5E421614-F33D-F613-96C7-0E1EE30DD68F}"/>
                    </a:ext>
                  </a:extLst>
                </p:cNvPr>
                <p:cNvSpPr/>
                <p:nvPr/>
              </p:nvSpPr>
              <p:spPr>
                <a:xfrm>
                  <a:off x="737362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4" name="Forma libre 333">
                  <a:extLst>
                    <a:ext uri="{FF2B5EF4-FFF2-40B4-BE49-F238E27FC236}">
                      <a16:creationId xmlns:a16="http://schemas.microsoft.com/office/drawing/2014/main" id="{CDE800C7-77A8-7CE0-A9FE-95CA5494FCEF}"/>
                    </a:ext>
                  </a:extLst>
                </p:cNvPr>
                <p:cNvSpPr/>
                <p:nvPr/>
              </p:nvSpPr>
              <p:spPr>
                <a:xfrm>
                  <a:off x="740467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5" name="Forma libre 334">
                  <a:extLst>
                    <a:ext uri="{FF2B5EF4-FFF2-40B4-BE49-F238E27FC236}">
                      <a16:creationId xmlns:a16="http://schemas.microsoft.com/office/drawing/2014/main" id="{C3FF0303-726C-D9A7-1C28-06CFD5A688C3}"/>
                    </a:ext>
                  </a:extLst>
                </p:cNvPr>
                <p:cNvSpPr/>
                <p:nvPr/>
              </p:nvSpPr>
              <p:spPr>
                <a:xfrm>
                  <a:off x="743572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6" name="Forma libre 335">
                  <a:extLst>
                    <a:ext uri="{FF2B5EF4-FFF2-40B4-BE49-F238E27FC236}">
                      <a16:creationId xmlns:a16="http://schemas.microsoft.com/office/drawing/2014/main" id="{E09A869E-AD24-F0CE-3098-C7A16D5E1886}"/>
                    </a:ext>
                  </a:extLst>
                </p:cNvPr>
                <p:cNvSpPr/>
                <p:nvPr/>
              </p:nvSpPr>
              <p:spPr>
                <a:xfrm>
                  <a:off x="746677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4" name="Gráfico 4">
                <a:extLst>
                  <a:ext uri="{FF2B5EF4-FFF2-40B4-BE49-F238E27FC236}">
                    <a16:creationId xmlns:a16="http://schemas.microsoft.com/office/drawing/2014/main" id="{7AA65397-A7C1-B416-2517-00C148A9578F}"/>
                  </a:ext>
                </a:extLst>
              </p:cNvPr>
              <p:cNvGrpSpPr/>
              <p:nvPr/>
            </p:nvGrpSpPr>
            <p:grpSpPr>
              <a:xfrm>
                <a:off x="7499794" y="3897820"/>
                <a:ext cx="698436" cy="15494"/>
                <a:chOff x="7499794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291" name="Forma libre 290">
                  <a:extLst>
                    <a:ext uri="{FF2B5EF4-FFF2-40B4-BE49-F238E27FC236}">
                      <a16:creationId xmlns:a16="http://schemas.microsoft.com/office/drawing/2014/main" id="{C02792CE-94EB-8A80-EEE0-9DF7879B41CE}"/>
                    </a:ext>
                  </a:extLst>
                </p:cNvPr>
                <p:cNvSpPr/>
                <p:nvPr/>
              </p:nvSpPr>
              <p:spPr>
                <a:xfrm>
                  <a:off x="749979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2" name="Forma libre 291">
                  <a:extLst>
                    <a:ext uri="{FF2B5EF4-FFF2-40B4-BE49-F238E27FC236}">
                      <a16:creationId xmlns:a16="http://schemas.microsoft.com/office/drawing/2014/main" id="{81FC7B56-8E79-6CAE-8A58-EAEFC83F2FF6}"/>
                    </a:ext>
                  </a:extLst>
                </p:cNvPr>
                <p:cNvSpPr/>
                <p:nvPr/>
              </p:nvSpPr>
              <p:spPr>
                <a:xfrm>
                  <a:off x="753084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3" name="Forma libre 292">
                  <a:extLst>
                    <a:ext uri="{FF2B5EF4-FFF2-40B4-BE49-F238E27FC236}">
                      <a16:creationId xmlns:a16="http://schemas.microsoft.com/office/drawing/2014/main" id="{3DAE4A46-983E-16D5-7856-647BD983058E}"/>
                    </a:ext>
                  </a:extLst>
                </p:cNvPr>
                <p:cNvSpPr/>
                <p:nvPr/>
              </p:nvSpPr>
              <p:spPr>
                <a:xfrm>
                  <a:off x="756189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4" name="Forma libre 293">
                  <a:extLst>
                    <a:ext uri="{FF2B5EF4-FFF2-40B4-BE49-F238E27FC236}">
                      <a16:creationId xmlns:a16="http://schemas.microsoft.com/office/drawing/2014/main" id="{B9AAEE62-6650-6F6F-EA31-3457189BED2E}"/>
                    </a:ext>
                  </a:extLst>
                </p:cNvPr>
                <p:cNvSpPr/>
                <p:nvPr/>
              </p:nvSpPr>
              <p:spPr>
                <a:xfrm>
                  <a:off x="759294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5" name="Forma libre 294">
                  <a:extLst>
                    <a:ext uri="{FF2B5EF4-FFF2-40B4-BE49-F238E27FC236}">
                      <a16:creationId xmlns:a16="http://schemas.microsoft.com/office/drawing/2014/main" id="{BA411D31-56EF-58A2-AC87-6703B23B97F8}"/>
                    </a:ext>
                  </a:extLst>
                </p:cNvPr>
                <p:cNvSpPr/>
                <p:nvPr/>
              </p:nvSpPr>
              <p:spPr>
                <a:xfrm>
                  <a:off x="762393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6" name="Forma libre 295">
                  <a:extLst>
                    <a:ext uri="{FF2B5EF4-FFF2-40B4-BE49-F238E27FC236}">
                      <a16:creationId xmlns:a16="http://schemas.microsoft.com/office/drawing/2014/main" id="{F6B81C1B-CA5F-33D3-B865-FD7655FD37CF}"/>
                    </a:ext>
                  </a:extLst>
                </p:cNvPr>
                <p:cNvSpPr/>
                <p:nvPr/>
              </p:nvSpPr>
              <p:spPr>
                <a:xfrm>
                  <a:off x="765498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7" name="Forma libre 296">
                  <a:extLst>
                    <a:ext uri="{FF2B5EF4-FFF2-40B4-BE49-F238E27FC236}">
                      <a16:creationId xmlns:a16="http://schemas.microsoft.com/office/drawing/2014/main" id="{0B8B4C70-B5E2-50BE-A330-7D84E4D46499}"/>
                    </a:ext>
                  </a:extLst>
                </p:cNvPr>
                <p:cNvSpPr/>
                <p:nvPr/>
              </p:nvSpPr>
              <p:spPr>
                <a:xfrm>
                  <a:off x="768603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8" name="Forma libre 297">
                  <a:extLst>
                    <a:ext uri="{FF2B5EF4-FFF2-40B4-BE49-F238E27FC236}">
                      <a16:creationId xmlns:a16="http://schemas.microsoft.com/office/drawing/2014/main" id="{23C4A5F5-C6C3-441F-E2AA-2DAE924DCAC3}"/>
                    </a:ext>
                  </a:extLst>
                </p:cNvPr>
                <p:cNvSpPr/>
                <p:nvPr/>
              </p:nvSpPr>
              <p:spPr>
                <a:xfrm>
                  <a:off x="771709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9" name="Forma libre 298">
                  <a:extLst>
                    <a:ext uri="{FF2B5EF4-FFF2-40B4-BE49-F238E27FC236}">
                      <a16:creationId xmlns:a16="http://schemas.microsoft.com/office/drawing/2014/main" id="{CDE4BBAA-8BB6-4240-2B6F-B3E9E36DBBC2}"/>
                    </a:ext>
                  </a:extLst>
                </p:cNvPr>
                <p:cNvSpPr/>
                <p:nvPr/>
              </p:nvSpPr>
              <p:spPr>
                <a:xfrm>
                  <a:off x="774814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0" name="Forma libre 299">
                  <a:extLst>
                    <a:ext uri="{FF2B5EF4-FFF2-40B4-BE49-F238E27FC236}">
                      <a16:creationId xmlns:a16="http://schemas.microsoft.com/office/drawing/2014/main" id="{338F94BA-6DBB-824D-EDB1-A15693A67B98}"/>
                    </a:ext>
                  </a:extLst>
                </p:cNvPr>
                <p:cNvSpPr/>
                <p:nvPr/>
              </p:nvSpPr>
              <p:spPr>
                <a:xfrm>
                  <a:off x="777919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1" name="Forma libre 300">
                  <a:extLst>
                    <a:ext uri="{FF2B5EF4-FFF2-40B4-BE49-F238E27FC236}">
                      <a16:creationId xmlns:a16="http://schemas.microsoft.com/office/drawing/2014/main" id="{173AF060-F299-72BF-1366-23D286877675}"/>
                    </a:ext>
                  </a:extLst>
                </p:cNvPr>
                <p:cNvSpPr/>
                <p:nvPr/>
              </p:nvSpPr>
              <p:spPr>
                <a:xfrm>
                  <a:off x="781024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2" name="Forma libre 301">
                  <a:extLst>
                    <a:ext uri="{FF2B5EF4-FFF2-40B4-BE49-F238E27FC236}">
                      <a16:creationId xmlns:a16="http://schemas.microsoft.com/office/drawing/2014/main" id="{13A4BAA2-23BF-6BDD-CE5B-6C0BEF1AA615}"/>
                    </a:ext>
                  </a:extLst>
                </p:cNvPr>
                <p:cNvSpPr/>
                <p:nvPr/>
              </p:nvSpPr>
              <p:spPr>
                <a:xfrm>
                  <a:off x="784123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3" name="Forma libre 302">
                  <a:extLst>
                    <a:ext uri="{FF2B5EF4-FFF2-40B4-BE49-F238E27FC236}">
                      <a16:creationId xmlns:a16="http://schemas.microsoft.com/office/drawing/2014/main" id="{B9AD9830-AF4A-3E6C-45A3-23E4AB89EBC2}"/>
                    </a:ext>
                  </a:extLst>
                </p:cNvPr>
                <p:cNvSpPr/>
                <p:nvPr/>
              </p:nvSpPr>
              <p:spPr>
                <a:xfrm>
                  <a:off x="787228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4" name="Forma libre 303">
                  <a:extLst>
                    <a:ext uri="{FF2B5EF4-FFF2-40B4-BE49-F238E27FC236}">
                      <a16:creationId xmlns:a16="http://schemas.microsoft.com/office/drawing/2014/main" id="{313A6FD5-21AC-0358-735B-8A4103EEFDA8}"/>
                    </a:ext>
                  </a:extLst>
                </p:cNvPr>
                <p:cNvSpPr/>
                <p:nvPr/>
              </p:nvSpPr>
              <p:spPr>
                <a:xfrm>
                  <a:off x="790333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5" name="Forma libre 304">
                  <a:extLst>
                    <a:ext uri="{FF2B5EF4-FFF2-40B4-BE49-F238E27FC236}">
                      <a16:creationId xmlns:a16="http://schemas.microsoft.com/office/drawing/2014/main" id="{B6E982DE-8568-95A4-9686-7C1FB23726CC}"/>
                    </a:ext>
                  </a:extLst>
                </p:cNvPr>
                <p:cNvSpPr/>
                <p:nvPr/>
              </p:nvSpPr>
              <p:spPr>
                <a:xfrm>
                  <a:off x="793438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6" name="Forma libre 305">
                  <a:extLst>
                    <a:ext uri="{FF2B5EF4-FFF2-40B4-BE49-F238E27FC236}">
                      <a16:creationId xmlns:a16="http://schemas.microsoft.com/office/drawing/2014/main" id="{09426E06-3D1F-619D-A0DB-241A73DD47C3}"/>
                    </a:ext>
                  </a:extLst>
                </p:cNvPr>
                <p:cNvSpPr/>
                <p:nvPr/>
              </p:nvSpPr>
              <p:spPr>
                <a:xfrm>
                  <a:off x="796543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7" name="Forma libre 306">
                  <a:extLst>
                    <a:ext uri="{FF2B5EF4-FFF2-40B4-BE49-F238E27FC236}">
                      <a16:creationId xmlns:a16="http://schemas.microsoft.com/office/drawing/2014/main" id="{9162FFE3-2272-3903-2BD2-B949BA7381ED}"/>
                    </a:ext>
                  </a:extLst>
                </p:cNvPr>
                <p:cNvSpPr/>
                <p:nvPr/>
              </p:nvSpPr>
              <p:spPr>
                <a:xfrm>
                  <a:off x="799649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8" name="Forma libre 307">
                  <a:extLst>
                    <a:ext uri="{FF2B5EF4-FFF2-40B4-BE49-F238E27FC236}">
                      <a16:creationId xmlns:a16="http://schemas.microsoft.com/office/drawing/2014/main" id="{41CEABA0-5B00-7097-C74C-6F94C1DFB1D9}"/>
                    </a:ext>
                  </a:extLst>
                </p:cNvPr>
                <p:cNvSpPr/>
                <p:nvPr/>
              </p:nvSpPr>
              <p:spPr>
                <a:xfrm>
                  <a:off x="802747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09" name="Forma libre 308">
                  <a:extLst>
                    <a:ext uri="{FF2B5EF4-FFF2-40B4-BE49-F238E27FC236}">
                      <a16:creationId xmlns:a16="http://schemas.microsoft.com/office/drawing/2014/main" id="{00BC6E48-9172-BAA3-3CC7-FE2C80EC33CE}"/>
                    </a:ext>
                  </a:extLst>
                </p:cNvPr>
                <p:cNvSpPr/>
                <p:nvPr/>
              </p:nvSpPr>
              <p:spPr>
                <a:xfrm>
                  <a:off x="805853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0" name="Forma libre 309">
                  <a:extLst>
                    <a:ext uri="{FF2B5EF4-FFF2-40B4-BE49-F238E27FC236}">
                      <a16:creationId xmlns:a16="http://schemas.microsoft.com/office/drawing/2014/main" id="{7E0419D1-866F-8A32-119D-6C48C9AA93EF}"/>
                    </a:ext>
                  </a:extLst>
                </p:cNvPr>
                <p:cNvSpPr/>
                <p:nvPr/>
              </p:nvSpPr>
              <p:spPr>
                <a:xfrm>
                  <a:off x="808958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1" name="Forma libre 310">
                  <a:extLst>
                    <a:ext uri="{FF2B5EF4-FFF2-40B4-BE49-F238E27FC236}">
                      <a16:creationId xmlns:a16="http://schemas.microsoft.com/office/drawing/2014/main" id="{626EB817-A570-1CB3-11FC-B7F8C7C5475D}"/>
                    </a:ext>
                  </a:extLst>
                </p:cNvPr>
                <p:cNvSpPr/>
                <p:nvPr/>
              </p:nvSpPr>
              <p:spPr>
                <a:xfrm>
                  <a:off x="812063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2" name="Forma libre 311">
                  <a:extLst>
                    <a:ext uri="{FF2B5EF4-FFF2-40B4-BE49-F238E27FC236}">
                      <a16:creationId xmlns:a16="http://schemas.microsoft.com/office/drawing/2014/main" id="{C542AD65-9663-31C4-C4D2-2C9E19B210C9}"/>
                    </a:ext>
                  </a:extLst>
                </p:cNvPr>
                <p:cNvSpPr/>
                <p:nvPr/>
              </p:nvSpPr>
              <p:spPr>
                <a:xfrm>
                  <a:off x="815168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13" name="Forma libre 312">
                  <a:extLst>
                    <a:ext uri="{FF2B5EF4-FFF2-40B4-BE49-F238E27FC236}">
                      <a16:creationId xmlns:a16="http://schemas.microsoft.com/office/drawing/2014/main" id="{30F23055-DDFB-2D98-1FEB-2E6A65CCFBEF}"/>
                    </a:ext>
                  </a:extLst>
                </p:cNvPr>
                <p:cNvSpPr/>
                <p:nvPr/>
              </p:nvSpPr>
              <p:spPr>
                <a:xfrm>
                  <a:off x="818273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5" name="Gráfico 4">
                <a:extLst>
                  <a:ext uri="{FF2B5EF4-FFF2-40B4-BE49-F238E27FC236}">
                    <a16:creationId xmlns:a16="http://schemas.microsoft.com/office/drawing/2014/main" id="{D0C080CD-AA58-4AD8-DB69-B29DB5B35BAF}"/>
                  </a:ext>
                </a:extLst>
              </p:cNvPr>
              <p:cNvGrpSpPr/>
              <p:nvPr/>
            </p:nvGrpSpPr>
            <p:grpSpPr>
              <a:xfrm>
                <a:off x="8215757" y="3897820"/>
                <a:ext cx="698436" cy="15494"/>
                <a:chOff x="8215757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268" name="Forma libre 267">
                  <a:extLst>
                    <a:ext uri="{FF2B5EF4-FFF2-40B4-BE49-F238E27FC236}">
                      <a16:creationId xmlns:a16="http://schemas.microsoft.com/office/drawing/2014/main" id="{8C836CAA-9D6F-650F-8C55-17947CCE40C1}"/>
                    </a:ext>
                  </a:extLst>
                </p:cNvPr>
                <p:cNvSpPr/>
                <p:nvPr/>
              </p:nvSpPr>
              <p:spPr>
                <a:xfrm>
                  <a:off x="821575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9" name="Forma libre 268">
                  <a:extLst>
                    <a:ext uri="{FF2B5EF4-FFF2-40B4-BE49-F238E27FC236}">
                      <a16:creationId xmlns:a16="http://schemas.microsoft.com/office/drawing/2014/main" id="{33B78BC9-B777-8CD7-1881-504970CE7333}"/>
                    </a:ext>
                  </a:extLst>
                </p:cNvPr>
                <p:cNvSpPr/>
                <p:nvPr/>
              </p:nvSpPr>
              <p:spPr>
                <a:xfrm>
                  <a:off x="824680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0" name="Forma libre 269">
                  <a:extLst>
                    <a:ext uri="{FF2B5EF4-FFF2-40B4-BE49-F238E27FC236}">
                      <a16:creationId xmlns:a16="http://schemas.microsoft.com/office/drawing/2014/main" id="{4B687CDD-62C9-38A2-5638-F55E5AF72234}"/>
                    </a:ext>
                  </a:extLst>
                </p:cNvPr>
                <p:cNvSpPr/>
                <p:nvPr/>
              </p:nvSpPr>
              <p:spPr>
                <a:xfrm>
                  <a:off x="827785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1" name="Forma libre 270">
                  <a:extLst>
                    <a:ext uri="{FF2B5EF4-FFF2-40B4-BE49-F238E27FC236}">
                      <a16:creationId xmlns:a16="http://schemas.microsoft.com/office/drawing/2014/main" id="{D50C9A4E-8EC4-F292-FB21-DFAEF6EF20F1}"/>
                    </a:ext>
                  </a:extLst>
                </p:cNvPr>
                <p:cNvSpPr/>
                <p:nvPr/>
              </p:nvSpPr>
              <p:spPr>
                <a:xfrm>
                  <a:off x="830891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2" name="Forma libre 271">
                  <a:extLst>
                    <a:ext uri="{FF2B5EF4-FFF2-40B4-BE49-F238E27FC236}">
                      <a16:creationId xmlns:a16="http://schemas.microsoft.com/office/drawing/2014/main" id="{D93E5CCD-80BC-9FA9-1A3C-DFF91C29A9B1}"/>
                    </a:ext>
                  </a:extLst>
                </p:cNvPr>
                <p:cNvSpPr/>
                <p:nvPr/>
              </p:nvSpPr>
              <p:spPr>
                <a:xfrm>
                  <a:off x="833989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3" name="Forma libre 272">
                  <a:extLst>
                    <a:ext uri="{FF2B5EF4-FFF2-40B4-BE49-F238E27FC236}">
                      <a16:creationId xmlns:a16="http://schemas.microsoft.com/office/drawing/2014/main" id="{8CBF05D1-1A9A-B725-7F02-604AE1CD253B}"/>
                    </a:ext>
                  </a:extLst>
                </p:cNvPr>
                <p:cNvSpPr/>
                <p:nvPr/>
              </p:nvSpPr>
              <p:spPr>
                <a:xfrm>
                  <a:off x="837095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4" name="Forma libre 273">
                  <a:extLst>
                    <a:ext uri="{FF2B5EF4-FFF2-40B4-BE49-F238E27FC236}">
                      <a16:creationId xmlns:a16="http://schemas.microsoft.com/office/drawing/2014/main" id="{F959E98A-21D8-5F4E-F528-889B07326389}"/>
                    </a:ext>
                  </a:extLst>
                </p:cNvPr>
                <p:cNvSpPr/>
                <p:nvPr/>
              </p:nvSpPr>
              <p:spPr>
                <a:xfrm>
                  <a:off x="840200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5" name="Forma libre 274">
                  <a:extLst>
                    <a:ext uri="{FF2B5EF4-FFF2-40B4-BE49-F238E27FC236}">
                      <a16:creationId xmlns:a16="http://schemas.microsoft.com/office/drawing/2014/main" id="{63B2DFD3-CD76-302D-FCB4-1CBBA16051D5}"/>
                    </a:ext>
                  </a:extLst>
                </p:cNvPr>
                <p:cNvSpPr/>
                <p:nvPr/>
              </p:nvSpPr>
              <p:spPr>
                <a:xfrm>
                  <a:off x="843305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6" name="Forma libre 275">
                  <a:extLst>
                    <a:ext uri="{FF2B5EF4-FFF2-40B4-BE49-F238E27FC236}">
                      <a16:creationId xmlns:a16="http://schemas.microsoft.com/office/drawing/2014/main" id="{FA2489FF-8F6E-508A-4E6E-D1DE0B44CB7F}"/>
                    </a:ext>
                  </a:extLst>
                </p:cNvPr>
                <p:cNvSpPr/>
                <p:nvPr/>
              </p:nvSpPr>
              <p:spPr>
                <a:xfrm>
                  <a:off x="846410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7" name="Forma libre 276">
                  <a:extLst>
                    <a:ext uri="{FF2B5EF4-FFF2-40B4-BE49-F238E27FC236}">
                      <a16:creationId xmlns:a16="http://schemas.microsoft.com/office/drawing/2014/main" id="{63321C0D-F48D-0893-4160-2ACBF11DE44C}"/>
                    </a:ext>
                  </a:extLst>
                </p:cNvPr>
                <p:cNvSpPr/>
                <p:nvPr/>
              </p:nvSpPr>
              <p:spPr>
                <a:xfrm>
                  <a:off x="849515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8" name="Forma libre 277">
                  <a:extLst>
                    <a:ext uri="{FF2B5EF4-FFF2-40B4-BE49-F238E27FC236}">
                      <a16:creationId xmlns:a16="http://schemas.microsoft.com/office/drawing/2014/main" id="{B6D030BA-42F5-5578-4D6B-F49B6C2664AE}"/>
                    </a:ext>
                  </a:extLst>
                </p:cNvPr>
                <p:cNvSpPr/>
                <p:nvPr/>
              </p:nvSpPr>
              <p:spPr>
                <a:xfrm>
                  <a:off x="852620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79" name="Forma libre 278">
                  <a:extLst>
                    <a:ext uri="{FF2B5EF4-FFF2-40B4-BE49-F238E27FC236}">
                      <a16:creationId xmlns:a16="http://schemas.microsoft.com/office/drawing/2014/main" id="{51802E5B-5972-F7BB-6632-06A47D8F0D5C}"/>
                    </a:ext>
                  </a:extLst>
                </p:cNvPr>
                <p:cNvSpPr/>
                <p:nvPr/>
              </p:nvSpPr>
              <p:spPr>
                <a:xfrm>
                  <a:off x="855719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0" name="Forma libre 279">
                  <a:extLst>
                    <a:ext uri="{FF2B5EF4-FFF2-40B4-BE49-F238E27FC236}">
                      <a16:creationId xmlns:a16="http://schemas.microsoft.com/office/drawing/2014/main" id="{8A469B45-0277-37B4-C23E-8E4857F456AB}"/>
                    </a:ext>
                  </a:extLst>
                </p:cNvPr>
                <p:cNvSpPr/>
                <p:nvPr/>
              </p:nvSpPr>
              <p:spPr>
                <a:xfrm>
                  <a:off x="858824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1" name="Forma libre 280">
                  <a:extLst>
                    <a:ext uri="{FF2B5EF4-FFF2-40B4-BE49-F238E27FC236}">
                      <a16:creationId xmlns:a16="http://schemas.microsoft.com/office/drawing/2014/main" id="{B14264FB-7823-101A-403E-21202F17455E}"/>
                    </a:ext>
                  </a:extLst>
                </p:cNvPr>
                <p:cNvSpPr/>
                <p:nvPr/>
              </p:nvSpPr>
              <p:spPr>
                <a:xfrm>
                  <a:off x="861929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2" name="Forma libre 281">
                  <a:extLst>
                    <a:ext uri="{FF2B5EF4-FFF2-40B4-BE49-F238E27FC236}">
                      <a16:creationId xmlns:a16="http://schemas.microsoft.com/office/drawing/2014/main" id="{28D36E76-B745-5CE0-A650-38EB20D68DF9}"/>
                    </a:ext>
                  </a:extLst>
                </p:cNvPr>
                <p:cNvSpPr/>
                <p:nvPr/>
              </p:nvSpPr>
              <p:spPr>
                <a:xfrm>
                  <a:off x="865035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3" name="Forma libre 282">
                  <a:extLst>
                    <a:ext uri="{FF2B5EF4-FFF2-40B4-BE49-F238E27FC236}">
                      <a16:creationId xmlns:a16="http://schemas.microsoft.com/office/drawing/2014/main" id="{65337270-81A6-2C19-BAD2-F1C17E8BF899}"/>
                    </a:ext>
                  </a:extLst>
                </p:cNvPr>
                <p:cNvSpPr/>
                <p:nvPr/>
              </p:nvSpPr>
              <p:spPr>
                <a:xfrm>
                  <a:off x="868140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4" name="Forma libre 283">
                  <a:extLst>
                    <a:ext uri="{FF2B5EF4-FFF2-40B4-BE49-F238E27FC236}">
                      <a16:creationId xmlns:a16="http://schemas.microsoft.com/office/drawing/2014/main" id="{85835573-D60A-2380-6AF3-8C71F7D86E1B}"/>
                    </a:ext>
                  </a:extLst>
                </p:cNvPr>
                <p:cNvSpPr/>
                <p:nvPr/>
              </p:nvSpPr>
              <p:spPr>
                <a:xfrm>
                  <a:off x="871245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5" name="Forma libre 284">
                  <a:extLst>
                    <a:ext uri="{FF2B5EF4-FFF2-40B4-BE49-F238E27FC236}">
                      <a16:creationId xmlns:a16="http://schemas.microsoft.com/office/drawing/2014/main" id="{BF506BE0-A73B-88DF-A4F4-271744DC8A42}"/>
                    </a:ext>
                  </a:extLst>
                </p:cNvPr>
                <p:cNvSpPr/>
                <p:nvPr/>
              </p:nvSpPr>
              <p:spPr>
                <a:xfrm>
                  <a:off x="874350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6" name="Forma libre 285">
                  <a:extLst>
                    <a:ext uri="{FF2B5EF4-FFF2-40B4-BE49-F238E27FC236}">
                      <a16:creationId xmlns:a16="http://schemas.microsoft.com/office/drawing/2014/main" id="{17C4B234-A8A0-9D7F-CD49-BF9C0F5EF6B4}"/>
                    </a:ext>
                  </a:extLst>
                </p:cNvPr>
                <p:cNvSpPr/>
                <p:nvPr/>
              </p:nvSpPr>
              <p:spPr>
                <a:xfrm>
                  <a:off x="877449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7" name="Forma libre 286">
                  <a:extLst>
                    <a:ext uri="{FF2B5EF4-FFF2-40B4-BE49-F238E27FC236}">
                      <a16:creationId xmlns:a16="http://schemas.microsoft.com/office/drawing/2014/main" id="{104CF2B1-FE96-451A-929D-CD57D13FCB8B}"/>
                    </a:ext>
                  </a:extLst>
                </p:cNvPr>
                <p:cNvSpPr/>
                <p:nvPr/>
              </p:nvSpPr>
              <p:spPr>
                <a:xfrm>
                  <a:off x="880554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8" name="Forma libre 287">
                  <a:extLst>
                    <a:ext uri="{FF2B5EF4-FFF2-40B4-BE49-F238E27FC236}">
                      <a16:creationId xmlns:a16="http://schemas.microsoft.com/office/drawing/2014/main" id="{56A2BAC8-1A84-0228-E1B2-51068D60D10B}"/>
                    </a:ext>
                  </a:extLst>
                </p:cNvPr>
                <p:cNvSpPr/>
                <p:nvPr/>
              </p:nvSpPr>
              <p:spPr>
                <a:xfrm>
                  <a:off x="883659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89" name="Forma libre 288">
                  <a:extLst>
                    <a:ext uri="{FF2B5EF4-FFF2-40B4-BE49-F238E27FC236}">
                      <a16:creationId xmlns:a16="http://schemas.microsoft.com/office/drawing/2014/main" id="{275B0B81-D0B8-F2A2-FE42-0D3131BB94D5}"/>
                    </a:ext>
                  </a:extLst>
                </p:cNvPr>
                <p:cNvSpPr/>
                <p:nvPr/>
              </p:nvSpPr>
              <p:spPr>
                <a:xfrm>
                  <a:off x="886764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90" name="Forma libre 289">
                  <a:extLst>
                    <a:ext uri="{FF2B5EF4-FFF2-40B4-BE49-F238E27FC236}">
                      <a16:creationId xmlns:a16="http://schemas.microsoft.com/office/drawing/2014/main" id="{E68864A9-2969-BC44-1D4A-501358F822B3}"/>
                    </a:ext>
                  </a:extLst>
                </p:cNvPr>
                <p:cNvSpPr/>
                <p:nvPr/>
              </p:nvSpPr>
              <p:spPr>
                <a:xfrm>
                  <a:off x="889869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6" name="Gráfico 4">
                <a:extLst>
                  <a:ext uri="{FF2B5EF4-FFF2-40B4-BE49-F238E27FC236}">
                    <a16:creationId xmlns:a16="http://schemas.microsoft.com/office/drawing/2014/main" id="{2C2753C1-FCE8-8E5D-FFD0-A75B928507D1}"/>
                  </a:ext>
                </a:extLst>
              </p:cNvPr>
              <p:cNvGrpSpPr/>
              <p:nvPr/>
            </p:nvGrpSpPr>
            <p:grpSpPr>
              <a:xfrm>
                <a:off x="8931719" y="3897820"/>
                <a:ext cx="698436" cy="15494"/>
                <a:chOff x="8931719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245" name="Forma libre 244">
                  <a:extLst>
                    <a:ext uri="{FF2B5EF4-FFF2-40B4-BE49-F238E27FC236}">
                      <a16:creationId xmlns:a16="http://schemas.microsoft.com/office/drawing/2014/main" id="{7FDABA90-00B4-62A9-4A2D-E290BB112318}"/>
                    </a:ext>
                  </a:extLst>
                </p:cNvPr>
                <p:cNvSpPr/>
                <p:nvPr/>
              </p:nvSpPr>
              <p:spPr>
                <a:xfrm>
                  <a:off x="893171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6" name="Forma libre 245">
                  <a:extLst>
                    <a:ext uri="{FF2B5EF4-FFF2-40B4-BE49-F238E27FC236}">
                      <a16:creationId xmlns:a16="http://schemas.microsoft.com/office/drawing/2014/main" id="{D07E9D10-19B8-2906-B814-BC045D8BB216}"/>
                    </a:ext>
                  </a:extLst>
                </p:cNvPr>
                <p:cNvSpPr/>
                <p:nvPr/>
              </p:nvSpPr>
              <p:spPr>
                <a:xfrm>
                  <a:off x="896277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7" name="Forma libre 246">
                  <a:extLst>
                    <a:ext uri="{FF2B5EF4-FFF2-40B4-BE49-F238E27FC236}">
                      <a16:creationId xmlns:a16="http://schemas.microsoft.com/office/drawing/2014/main" id="{EBBF118F-F987-455E-5DF0-D754B795FEE0}"/>
                    </a:ext>
                  </a:extLst>
                </p:cNvPr>
                <p:cNvSpPr/>
                <p:nvPr/>
              </p:nvSpPr>
              <p:spPr>
                <a:xfrm>
                  <a:off x="899382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8" name="Forma libre 247">
                  <a:extLst>
                    <a:ext uri="{FF2B5EF4-FFF2-40B4-BE49-F238E27FC236}">
                      <a16:creationId xmlns:a16="http://schemas.microsoft.com/office/drawing/2014/main" id="{FCBA1356-9BE0-A9DE-8290-0A9C352C0797}"/>
                    </a:ext>
                  </a:extLst>
                </p:cNvPr>
                <p:cNvSpPr/>
                <p:nvPr/>
              </p:nvSpPr>
              <p:spPr>
                <a:xfrm>
                  <a:off x="902487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9" name="Forma libre 248">
                  <a:extLst>
                    <a:ext uri="{FF2B5EF4-FFF2-40B4-BE49-F238E27FC236}">
                      <a16:creationId xmlns:a16="http://schemas.microsoft.com/office/drawing/2014/main" id="{A3FD2CE2-84AA-4C97-876D-ECEFED4E50C3}"/>
                    </a:ext>
                  </a:extLst>
                </p:cNvPr>
                <p:cNvSpPr/>
                <p:nvPr/>
              </p:nvSpPr>
              <p:spPr>
                <a:xfrm>
                  <a:off x="905586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0" name="Forma libre 249">
                  <a:extLst>
                    <a:ext uri="{FF2B5EF4-FFF2-40B4-BE49-F238E27FC236}">
                      <a16:creationId xmlns:a16="http://schemas.microsoft.com/office/drawing/2014/main" id="{95C347B2-CE19-C4C3-95FA-AA9773706C72}"/>
                    </a:ext>
                  </a:extLst>
                </p:cNvPr>
                <p:cNvSpPr/>
                <p:nvPr/>
              </p:nvSpPr>
              <p:spPr>
                <a:xfrm>
                  <a:off x="908691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1" name="Forma libre 250">
                  <a:extLst>
                    <a:ext uri="{FF2B5EF4-FFF2-40B4-BE49-F238E27FC236}">
                      <a16:creationId xmlns:a16="http://schemas.microsoft.com/office/drawing/2014/main" id="{FD1169DD-9918-F27C-B97D-6D84F26E0B17}"/>
                    </a:ext>
                  </a:extLst>
                </p:cNvPr>
                <p:cNvSpPr/>
                <p:nvPr/>
              </p:nvSpPr>
              <p:spPr>
                <a:xfrm>
                  <a:off x="911796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2" name="Forma libre 251">
                  <a:extLst>
                    <a:ext uri="{FF2B5EF4-FFF2-40B4-BE49-F238E27FC236}">
                      <a16:creationId xmlns:a16="http://schemas.microsoft.com/office/drawing/2014/main" id="{6EF867E3-6DF8-89BF-F176-0347476B3710}"/>
                    </a:ext>
                  </a:extLst>
                </p:cNvPr>
                <p:cNvSpPr/>
                <p:nvPr/>
              </p:nvSpPr>
              <p:spPr>
                <a:xfrm>
                  <a:off x="914901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3" name="Forma libre 252">
                  <a:extLst>
                    <a:ext uri="{FF2B5EF4-FFF2-40B4-BE49-F238E27FC236}">
                      <a16:creationId xmlns:a16="http://schemas.microsoft.com/office/drawing/2014/main" id="{C0DA541E-2052-F7B4-5F1A-1EEFC35D2577}"/>
                    </a:ext>
                  </a:extLst>
                </p:cNvPr>
                <p:cNvSpPr/>
                <p:nvPr/>
              </p:nvSpPr>
              <p:spPr>
                <a:xfrm>
                  <a:off x="918006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4" name="Forma libre 253">
                  <a:extLst>
                    <a:ext uri="{FF2B5EF4-FFF2-40B4-BE49-F238E27FC236}">
                      <a16:creationId xmlns:a16="http://schemas.microsoft.com/office/drawing/2014/main" id="{F723BF9B-F1F5-2F7D-C166-91CC5F8F6C3B}"/>
                    </a:ext>
                  </a:extLst>
                </p:cNvPr>
                <p:cNvSpPr/>
                <p:nvPr/>
              </p:nvSpPr>
              <p:spPr>
                <a:xfrm>
                  <a:off x="921111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5" name="Forma libre 254">
                  <a:extLst>
                    <a:ext uri="{FF2B5EF4-FFF2-40B4-BE49-F238E27FC236}">
                      <a16:creationId xmlns:a16="http://schemas.microsoft.com/office/drawing/2014/main" id="{46D3B2FA-13C6-1D72-1CB2-D1BA2E8AE7A9}"/>
                    </a:ext>
                  </a:extLst>
                </p:cNvPr>
                <p:cNvSpPr/>
                <p:nvPr/>
              </p:nvSpPr>
              <p:spPr>
                <a:xfrm>
                  <a:off x="924217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6" name="Forma libre 255">
                  <a:extLst>
                    <a:ext uri="{FF2B5EF4-FFF2-40B4-BE49-F238E27FC236}">
                      <a16:creationId xmlns:a16="http://schemas.microsoft.com/office/drawing/2014/main" id="{D73D09BB-58DB-3D3D-E77E-B583ADFE76C1}"/>
                    </a:ext>
                  </a:extLst>
                </p:cNvPr>
                <p:cNvSpPr/>
                <p:nvPr/>
              </p:nvSpPr>
              <p:spPr>
                <a:xfrm>
                  <a:off x="927315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7" name="Forma libre 256">
                  <a:extLst>
                    <a:ext uri="{FF2B5EF4-FFF2-40B4-BE49-F238E27FC236}">
                      <a16:creationId xmlns:a16="http://schemas.microsoft.com/office/drawing/2014/main" id="{1FA8D89D-E6BE-BF18-02AF-C8B4C0A30EEB}"/>
                    </a:ext>
                  </a:extLst>
                </p:cNvPr>
                <p:cNvSpPr/>
                <p:nvPr/>
              </p:nvSpPr>
              <p:spPr>
                <a:xfrm>
                  <a:off x="930421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8" name="Forma libre 257">
                  <a:extLst>
                    <a:ext uri="{FF2B5EF4-FFF2-40B4-BE49-F238E27FC236}">
                      <a16:creationId xmlns:a16="http://schemas.microsoft.com/office/drawing/2014/main" id="{1C5D9E79-2D3B-0B57-2CF0-D76315CBB1CA}"/>
                    </a:ext>
                  </a:extLst>
                </p:cNvPr>
                <p:cNvSpPr/>
                <p:nvPr/>
              </p:nvSpPr>
              <p:spPr>
                <a:xfrm>
                  <a:off x="933526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59" name="Forma libre 258">
                  <a:extLst>
                    <a:ext uri="{FF2B5EF4-FFF2-40B4-BE49-F238E27FC236}">
                      <a16:creationId xmlns:a16="http://schemas.microsoft.com/office/drawing/2014/main" id="{2F397C66-9DCC-A0DA-4DDD-8D7B2DDA5109}"/>
                    </a:ext>
                  </a:extLst>
                </p:cNvPr>
                <p:cNvSpPr/>
                <p:nvPr/>
              </p:nvSpPr>
              <p:spPr>
                <a:xfrm>
                  <a:off x="936631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0" name="Forma libre 259">
                  <a:extLst>
                    <a:ext uri="{FF2B5EF4-FFF2-40B4-BE49-F238E27FC236}">
                      <a16:creationId xmlns:a16="http://schemas.microsoft.com/office/drawing/2014/main" id="{1FD79C73-A660-3CC3-180E-6D0E6421BE6A}"/>
                    </a:ext>
                  </a:extLst>
                </p:cNvPr>
                <p:cNvSpPr/>
                <p:nvPr/>
              </p:nvSpPr>
              <p:spPr>
                <a:xfrm>
                  <a:off x="939736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1" name="Forma libre 260">
                  <a:extLst>
                    <a:ext uri="{FF2B5EF4-FFF2-40B4-BE49-F238E27FC236}">
                      <a16:creationId xmlns:a16="http://schemas.microsoft.com/office/drawing/2014/main" id="{A3B42A3A-D377-AB96-BBA2-3222C702A238}"/>
                    </a:ext>
                  </a:extLst>
                </p:cNvPr>
                <p:cNvSpPr/>
                <p:nvPr/>
              </p:nvSpPr>
              <p:spPr>
                <a:xfrm>
                  <a:off x="942841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2" name="Forma libre 261">
                  <a:extLst>
                    <a:ext uri="{FF2B5EF4-FFF2-40B4-BE49-F238E27FC236}">
                      <a16:creationId xmlns:a16="http://schemas.microsoft.com/office/drawing/2014/main" id="{ECBCDBC0-BD58-E18F-F81A-8C0359BC16C3}"/>
                    </a:ext>
                  </a:extLst>
                </p:cNvPr>
                <p:cNvSpPr/>
                <p:nvPr/>
              </p:nvSpPr>
              <p:spPr>
                <a:xfrm>
                  <a:off x="945946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3" name="Forma libre 262">
                  <a:extLst>
                    <a:ext uri="{FF2B5EF4-FFF2-40B4-BE49-F238E27FC236}">
                      <a16:creationId xmlns:a16="http://schemas.microsoft.com/office/drawing/2014/main" id="{779C35EF-1362-8A8D-D466-2FB44A8A6BF9}"/>
                    </a:ext>
                  </a:extLst>
                </p:cNvPr>
                <p:cNvSpPr/>
                <p:nvPr/>
              </p:nvSpPr>
              <p:spPr>
                <a:xfrm>
                  <a:off x="949045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4" name="Forma libre 263">
                  <a:extLst>
                    <a:ext uri="{FF2B5EF4-FFF2-40B4-BE49-F238E27FC236}">
                      <a16:creationId xmlns:a16="http://schemas.microsoft.com/office/drawing/2014/main" id="{DEF4F47B-45AC-5E61-980F-10C8567CB686}"/>
                    </a:ext>
                  </a:extLst>
                </p:cNvPr>
                <p:cNvSpPr/>
                <p:nvPr/>
              </p:nvSpPr>
              <p:spPr>
                <a:xfrm>
                  <a:off x="952150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5" name="Forma libre 264">
                  <a:extLst>
                    <a:ext uri="{FF2B5EF4-FFF2-40B4-BE49-F238E27FC236}">
                      <a16:creationId xmlns:a16="http://schemas.microsoft.com/office/drawing/2014/main" id="{6BD01F37-7CC3-22D6-C922-51E081E1D339}"/>
                    </a:ext>
                  </a:extLst>
                </p:cNvPr>
                <p:cNvSpPr/>
                <p:nvPr/>
              </p:nvSpPr>
              <p:spPr>
                <a:xfrm>
                  <a:off x="955255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6" name="Forma libre 265">
                  <a:extLst>
                    <a:ext uri="{FF2B5EF4-FFF2-40B4-BE49-F238E27FC236}">
                      <a16:creationId xmlns:a16="http://schemas.microsoft.com/office/drawing/2014/main" id="{290043A7-0800-7FB2-90BE-5433674362DA}"/>
                    </a:ext>
                  </a:extLst>
                </p:cNvPr>
                <p:cNvSpPr/>
                <p:nvPr/>
              </p:nvSpPr>
              <p:spPr>
                <a:xfrm>
                  <a:off x="958361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67" name="Forma libre 266">
                  <a:extLst>
                    <a:ext uri="{FF2B5EF4-FFF2-40B4-BE49-F238E27FC236}">
                      <a16:creationId xmlns:a16="http://schemas.microsoft.com/office/drawing/2014/main" id="{58130C93-AE5D-7B49-3B5D-1AA4938CE5BA}"/>
                    </a:ext>
                  </a:extLst>
                </p:cNvPr>
                <p:cNvSpPr/>
                <p:nvPr/>
              </p:nvSpPr>
              <p:spPr>
                <a:xfrm>
                  <a:off x="961466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7" name="Gráfico 4">
                <a:extLst>
                  <a:ext uri="{FF2B5EF4-FFF2-40B4-BE49-F238E27FC236}">
                    <a16:creationId xmlns:a16="http://schemas.microsoft.com/office/drawing/2014/main" id="{D5E8F54A-E73C-577D-F4D8-13A1B696122E}"/>
                  </a:ext>
                </a:extLst>
              </p:cNvPr>
              <p:cNvGrpSpPr/>
              <p:nvPr/>
            </p:nvGrpSpPr>
            <p:grpSpPr>
              <a:xfrm>
                <a:off x="9647682" y="3897820"/>
                <a:ext cx="698436" cy="15494"/>
                <a:chOff x="9647682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222" name="Forma libre 221">
                  <a:extLst>
                    <a:ext uri="{FF2B5EF4-FFF2-40B4-BE49-F238E27FC236}">
                      <a16:creationId xmlns:a16="http://schemas.microsoft.com/office/drawing/2014/main" id="{B4A833E3-1AC8-C9B3-639F-3D0F8EF53A2B}"/>
                    </a:ext>
                  </a:extLst>
                </p:cNvPr>
                <p:cNvSpPr/>
                <p:nvPr/>
              </p:nvSpPr>
              <p:spPr>
                <a:xfrm>
                  <a:off x="964768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3" name="Forma libre 222">
                  <a:extLst>
                    <a:ext uri="{FF2B5EF4-FFF2-40B4-BE49-F238E27FC236}">
                      <a16:creationId xmlns:a16="http://schemas.microsoft.com/office/drawing/2014/main" id="{853C08BC-F693-9581-DA00-9D1D8FE49626}"/>
                    </a:ext>
                  </a:extLst>
                </p:cNvPr>
                <p:cNvSpPr/>
                <p:nvPr/>
              </p:nvSpPr>
              <p:spPr>
                <a:xfrm>
                  <a:off x="967873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4" name="Forma libre 223">
                  <a:extLst>
                    <a:ext uri="{FF2B5EF4-FFF2-40B4-BE49-F238E27FC236}">
                      <a16:creationId xmlns:a16="http://schemas.microsoft.com/office/drawing/2014/main" id="{CCA1D5C6-32B0-CE22-704F-A1DD25066B5F}"/>
                    </a:ext>
                  </a:extLst>
                </p:cNvPr>
                <p:cNvSpPr/>
                <p:nvPr/>
              </p:nvSpPr>
              <p:spPr>
                <a:xfrm>
                  <a:off x="970978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5" name="Forma libre 224">
                  <a:extLst>
                    <a:ext uri="{FF2B5EF4-FFF2-40B4-BE49-F238E27FC236}">
                      <a16:creationId xmlns:a16="http://schemas.microsoft.com/office/drawing/2014/main" id="{D8689864-9F8F-4773-55E2-CF35C5C6FD7F}"/>
                    </a:ext>
                  </a:extLst>
                </p:cNvPr>
                <p:cNvSpPr/>
                <p:nvPr/>
              </p:nvSpPr>
              <p:spPr>
                <a:xfrm>
                  <a:off x="974083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6" name="Forma libre 225">
                  <a:extLst>
                    <a:ext uri="{FF2B5EF4-FFF2-40B4-BE49-F238E27FC236}">
                      <a16:creationId xmlns:a16="http://schemas.microsoft.com/office/drawing/2014/main" id="{7F7B7AAF-D084-08A5-A45A-AD490F3930E6}"/>
                    </a:ext>
                  </a:extLst>
                </p:cNvPr>
                <p:cNvSpPr/>
                <p:nvPr/>
              </p:nvSpPr>
              <p:spPr>
                <a:xfrm>
                  <a:off x="977188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7" name="Forma libre 226">
                  <a:extLst>
                    <a:ext uri="{FF2B5EF4-FFF2-40B4-BE49-F238E27FC236}">
                      <a16:creationId xmlns:a16="http://schemas.microsoft.com/office/drawing/2014/main" id="{A5ECF288-2BA5-7F0D-5109-243EB4B35F33}"/>
                    </a:ext>
                  </a:extLst>
                </p:cNvPr>
                <p:cNvSpPr/>
                <p:nvPr/>
              </p:nvSpPr>
              <p:spPr>
                <a:xfrm>
                  <a:off x="980287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8" name="Forma libre 227">
                  <a:extLst>
                    <a:ext uri="{FF2B5EF4-FFF2-40B4-BE49-F238E27FC236}">
                      <a16:creationId xmlns:a16="http://schemas.microsoft.com/office/drawing/2014/main" id="{33BF1E67-569E-257E-163D-BFFF2A86361D}"/>
                    </a:ext>
                  </a:extLst>
                </p:cNvPr>
                <p:cNvSpPr/>
                <p:nvPr/>
              </p:nvSpPr>
              <p:spPr>
                <a:xfrm>
                  <a:off x="983392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9" name="Forma libre 228">
                  <a:extLst>
                    <a:ext uri="{FF2B5EF4-FFF2-40B4-BE49-F238E27FC236}">
                      <a16:creationId xmlns:a16="http://schemas.microsoft.com/office/drawing/2014/main" id="{D4A68B9D-4405-B203-C073-03078BC75EFA}"/>
                    </a:ext>
                  </a:extLst>
                </p:cNvPr>
                <p:cNvSpPr/>
                <p:nvPr/>
              </p:nvSpPr>
              <p:spPr>
                <a:xfrm>
                  <a:off x="986497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0" name="Forma libre 229">
                  <a:extLst>
                    <a:ext uri="{FF2B5EF4-FFF2-40B4-BE49-F238E27FC236}">
                      <a16:creationId xmlns:a16="http://schemas.microsoft.com/office/drawing/2014/main" id="{5C7C4FAC-F3C0-3339-F1E7-F76D4C1C28FA}"/>
                    </a:ext>
                  </a:extLst>
                </p:cNvPr>
                <p:cNvSpPr/>
                <p:nvPr/>
              </p:nvSpPr>
              <p:spPr>
                <a:xfrm>
                  <a:off x="989603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1" name="Forma libre 230">
                  <a:extLst>
                    <a:ext uri="{FF2B5EF4-FFF2-40B4-BE49-F238E27FC236}">
                      <a16:creationId xmlns:a16="http://schemas.microsoft.com/office/drawing/2014/main" id="{C36ADAE2-C9FD-19E6-41B5-BC8D7C46B59E}"/>
                    </a:ext>
                  </a:extLst>
                </p:cNvPr>
                <p:cNvSpPr/>
                <p:nvPr/>
              </p:nvSpPr>
              <p:spPr>
                <a:xfrm>
                  <a:off x="992708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2" name="Forma libre 231">
                  <a:extLst>
                    <a:ext uri="{FF2B5EF4-FFF2-40B4-BE49-F238E27FC236}">
                      <a16:creationId xmlns:a16="http://schemas.microsoft.com/office/drawing/2014/main" id="{4705C53C-AD74-8EFB-AF92-1CA99DD7F60B}"/>
                    </a:ext>
                  </a:extLst>
                </p:cNvPr>
                <p:cNvSpPr/>
                <p:nvPr/>
              </p:nvSpPr>
              <p:spPr>
                <a:xfrm>
                  <a:off x="995813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3" name="Forma libre 232">
                  <a:extLst>
                    <a:ext uri="{FF2B5EF4-FFF2-40B4-BE49-F238E27FC236}">
                      <a16:creationId xmlns:a16="http://schemas.microsoft.com/office/drawing/2014/main" id="{F80B39F8-6C7A-4E97-AF79-A94E81821165}"/>
                    </a:ext>
                  </a:extLst>
                </p:cNvPr>
                <p:cNvSpPr/>
                <p:nvPr/>
              </p:nvSpPr>
              <p:spPr>
                <a:xfrm>
                  <a:off x="998912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4" name="Forma libre 233">
                  <a:extLst>
                    <a:ext uri="{FF2B5EF4-FFF2-40B4-BE49-F238E27FC236}">
                      <a16:creationId xmlns:a16="http://schemas.microsoft.com/office/drawing/2014/main" id="{79C42FDE-087C-10EE-A6A6-E9EF97F8290E}"/>
                    </a:ext>
                  </a:extLst>
                </p:cNvPr>
                <p:cNvSpPr/>
                <p:nvPr/>
              </p:nvSpPr>
              <p:spPr>
                <a:xfrm>
                  <a:off x="1002017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5" name="Forma libre 234">
                  <a:extLst>
                    <a:ext uri="{FF2B5EF4-FFF2-40B4-BE49-F238E27FC236}">
                      <a16:creationId xmlns:a16="http://schemas.microsoft.com/office/drawing/2014/main" id="{A6EF9996-DB40-E420-64C7-B37CD41E801E}"/>
                    </a:ext>
                  </a:extLst>
                </p:cNvPr>
                <p:cNvSpPr/>
                <p:nvPr/>
              </p:nvSpPr>
              <p:spPr>
                <a:xfrm>
                  <a:off x="1005122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6" name="Forma libre 235">
                  <a:extLst>
                    <a:ext uri="{FF2B5EF4-FFF2-40B4-BE49-F238E27FC236}">
                      <a16:creationId xmlns:a16="http://schemas.microsoft.com/office/drawing/2014/main" id="{F70C160E-089E-A2D4-F3BC-141A2354D541}"/>
                    </a:ext>
                  </a:extLst>
                </p:cNvPr>
                <p:cNvSpPr/>
                <p:nvPr/>
              </p:nvSpPr>
              <p:spPr>
                <a:xfrm>
                  <a:off x="1008227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7" name="Forma libre 236">
                  <a:extLst>
                    <a:ext uri="{FF2B5EF4-FFF2-40B4-BE49-F238E27FC236}">
                      <a16:creationId xmlns:a16="http://schemas.microsoft.com/office/drawing/2014/main" id="{E7132A9C-BC62-3E69-8844-B54C2A0B337E}"/>
                    </a:ext>
                  </a:extLst>
                </p:cNvPr>
                <p:cNvSpPr/>
                <p:nvPr/>
              </p:nvSpPr>
              <p:spPr>
                <a:xfrm>
                  <a:off x="1011332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8" name="Forma libre 237">
                  <a:extLst>
                    <a:ext uri="{FF2B5EF4-FFF2-40B4-BE49-F238E27FC236}">
                      <a16:creationId xmlns:a16="http://schemas.microsoft.com/office/drawing/2014/main" id="{D3CECEA0-85D2-6F47-89A1-00A3811F0591}"/>
                    </a:ext>
                  </a:extLst>
                </p:cNvPr>
                <p:cNvSpPr/>
                <p:nvPr/>
              </p:nvSpPr>
              <p:spPr>
                <a:xfrm>
                  <a:off x="1014437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39" name="Forma libre 238">
                  <a:extLst>
                    <a:ext uri="{FF2B5EF4-FFF2-40B4-BE49-F238E27FC236}">
                      <a16:creationId xmlns:a16="http://schemas.microsoft.com/office/drawing/2014/main" id="{48032E3C-A395-BDF6-A399-0056442E0384}"/>
                    </a:ext>
                  </a:extLst>
                </p:cNvPr>
                <p:cNvSpPr/>
                <p:nvPr/>
              </p:nvSpPr>
              <p:spPr>
                <a:xfrm>
                  <a:off x="1017543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0" name="Forma libre 239">
                  <a:extLst>
                    <a:ext uri="{FF2B5EF4-FFF2-40B4-BE49-F238E27FC236}">
                      <a16:creationId xmlns:a16="http://schemas.microsoft.com/office/drawing/2014/main" id="{061D7485-DEBD-37CD-E6EB-7E3A3E21F78E}"/>
                    </a:ext>
                  </a:extLst>
                </p:cNvPr>
                <p:cNvSpPr/>
                <p:nvPr/>
              </p:nvSpPr>
              <p:spPr>
                <a:xfrm>
                  <a:off x="1020641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1" name="Forma libre 240">
                  <a:extLst>
                    <a:ext uri="{FF2B5EF4-FFF2-40B4-BE49-F238E27FC236}">
                      <a16:creationId xmlns:a16="http://schemas.microsoft.com/office/drawing/2014/main" id="{717124C1-33AA-C878-AB4B-C9E06644FAE1}"/>
                    </a:ext>
                  </a:extLst>
                </p:cNvPr>
                <p:cNvSpPr/>
                <p:nvPr/>
              </p:nvSpPr>
              <p:spPr>
                <a:xfrm>
                  <a:off x="1023747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2" name="Forma libre 241">
                  <a:extLst>
                    <a:ext uri="{FF2B5EF4-FFF2-40B4-BE49-F238E27FC236}">
                      <a16:creationId xmlns:a16="http://schemas.microsoft.com/office/drawing/2014/main" id="{68B2F53F-3B85-014D-5C6F-E025B240DD51}"/>
                    </a:ext>
                  </a:extLst>
                </p:cNvPr>
                <p:cNvSpPr/>
                <p:nvPr/>
              </p:nvSpPr>
              <p:spPr>
                <a:xfrm>
                  <a:off x="1026852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3" name="Forma libre 242">
                  <a:extLst>
                    <a:ext uri="{FF2B5EF4-FFF2-40B4-BE49-F238E27FC236}">
                      <a16:creationId xmlns:a16="http://schemas.microsoft.com/office/drawing/2014/main" id="{A07BA208-A3A3-C4EC-4BE3-40E3694BFF69}"/>
                    </a:ext>
                  </a:extLst>
                </p:cNvPr>
                <p:cNvSpPr/>
                <p:nvPr/>
              </p:nvSpPr>
              <p:spPr>
                <a:xfrm>
                  <a:off x="1029957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44" name="Forma libre 243">
                  <a:extLst>
                    <a:ext uri="{FF2B5EF4-FFF2-40B4-BE49-F238E27FC236}">
                      <a16:creationId xmlns:a16="http://schemas.microsoft.com/office/drawing/2014/main" id="{0E1B74DF-FFD7-16DA-FA50-46F1D3D22BD2}"/>
                    </a:ext>
                  </a:extLst>
                </p:cNvPr>
                <p:cNvSpPr/>
                <p:nvPr/>
              </p:nvSpPr>
              <p:spPr>
                <a:xfrm>
                  <a:off x="1033062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198" name="Gráfico 4">
                <a:extLst>
                  <a:ext uri="{FF2B5EF4-FFF2-40B4-BE49-F238E27FC236}">
                    <a16:creationId xmlns:a16="http://schemas.microsoft.com/office/drawing/2014/main" id="{882BB77D-91E6-E1DF-E55B-62BB0EFFBD56}"/>
                  </a:ext>
                </a:extLst>
              </p:cNvPr>
              <p:cNvGrpSpPr/>
              <p:nvPr/>
            </p:nvGrpSpPr>
            <p:grpSpPr>
              <a:xfrm>
                <a:off x="10363644" y="3897820"/>
                <a:ext cx="698436" cy="15494"/>
                <a:chOff x="10363644" y="3897820"/>
                <a:chExt cx="698436" cy="15494"/>
              </a:xfrm>
              <a:solidFill>
                <a:srgbClr val="93AAC9"/>
              </a:solidFill>
            </p:grpSpPr>
            <p:sp>
              <p:nvSpPr>
                <p:cNvPr id="199" name="Forma libre 198">
                  <a:extLst>
                    <a:ext uri="{FF2B5EF4-FFF2-40B4-BE49-F238E27FC236}">
                      <a16:creationId xmlns:a16="http://schemas.microsoft.com/office/drawing/2014/main" id="{96A27D79-A2C9-18B9-7A5B-B80934A027BD}"/>
                    </a:ext>
                  </a:extLst>
                </p:cNvPr>
                <p:cNvSpPr/>
                <p:nvPr/>
              </p:nvSpPr>
              <p:spPr>
                <a:xfrm>
                  <a:off x="1036364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0" name="Forma libre 199">
                  <a:extLst>
                    <a:ext uri="{FF2B5EF4-FFF2-40B4-BE49-F238E27FC236}">
                      <a16:creationId xmlns:a16="http://schemas.microsoft.com/office/drawing/2014/main" id="{F0BC1E97-8E02-CE4C-60A2-A62F2E905400}"/>
                    </a:ext>
                  </a:extLst>
                </p:cNvPr>
                <p:cNvSpPr/>
                <p:nvPr/>
              </p:nvSpPr>
              <p:spPr>
                <a:xfrm>
                  <a:off x="1039469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1" name="Forma libre 200">
                  <a:extLst>
                    <a:ext uri="{FF2B5EF4-FFF2-40B4-BE49-F238E27FC236}">
                      <a16:creationId xmlns:a16="http://schemas.microsoft.com/office/drawing/2014/main" id="{DB26BB06-2E5E-FCD5-D8FA-67B33965A111}"/>
                    </a:ext>
                  </a:extLst>
                </p:cNvPr>
                <p:cNvSpPr/>
                <p:nvPr/>
              </p:nvSpPr>
              <p:spPr>
                <a:xfrm>
                  <a:off x="1042574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2" name="Forma libre 201">
                  <a:extLst>
                    <a:ext uri="{FF2B5EF4-FFF2-40B4-BE49-F238E27FC236}">
                      <a16:creationId xmlns:a16="http://schemas.microsoft.com/office/drawing/2014/main" id="{7CBF615B-0D50-ED59-6B9D-C2571BF777D1}"/>
                    </a:ext>
                  </a:extLst>
                </p:cNvPr>
                <p:cNvSpPr/>
                <p:nvPr/>
              </p:nvSpPr>
              <p:spPr>
                <a:xfrm>
                  <a:off x="10456799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3" name="Forma libre 202">
                  <a:extLst>
                    <a:ext uri="{FF2B5EF4-FFF2-40B4-BE49-F238E27FC236}">
                      <a16:creationId xmlns:a16="http://schemas.microsoft.com/office/drawing/2014/main" id="{6221AD18-C3D6-D86E-2D62-023D0D67DBAD}"/>
                    </a:ext>
                  </a:extLst>
                </p:cNvPr>
                <p:cNvSpPr/>
                <p:nvPr/>
              </p:nvSpPr>
              <p:spPr>
                <a:xfrm>
                  <a:off x="1048785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4" name="Forma libre 203">
                  <a:extLst>
                    <a:ext uri="{FF2B5EF4-FFF2-40B4-BE49-F238E27FC236}">
                      <a16:creationId xmlns:a16="http://schemas.microsoft.com/office/drawing/2014/main" id="{D33C8D38-8B8D-AE66-219E-208D61C4D41F}"/>
                    </a:ext>
                  </a:extLst>
                </p:cNvPr>
                <p:cNvSpPr/>
                <p:nvPr/>
              </p:nvSpPr>
              <p:spPr>
                <a:xfrm>
                  <a:off x="1051883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5" name="Forma libre 204">
                  <a:extLst>
                    <a:ext uri="{FF2B5EF4-FFF2-40B4-BE49-F238E27FC236}">
                      <a16:creationId xmlns:a16="http://schemas.microsoft.com/office/drawing/2014/main" id="{DA141940-3BD7-3785-6F5F-D81B99396387}"/>
                    </a:ext>
                  </a:extLst>
                </p:cNvPr>
                <p:cNvSpPr/>
                <p:nvPr/>
              </p:nvSpPr>
              <p:spPr>
                <a:xfrm>
                  <a:off x="1054989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6" name="Forma libre 205">
                  <a:extLst>
                    <a:ext uri="{FF2B5EF4-FFF2-40B4-BE49-F238E27FC236}">
                      <a16:creationId xmlns:a16="http://schemas.microsoft.com/office/drawing/2014/main" id="{CA18DCE1-341B-A64F-A449-19AF831F892F}"/>
                    </a:ext>
                  </a:extLst>
                </p:cNvPr>
                <p:cNvSpPr/>
                <p:nvPr/>
              </p:nvSpPr>
              <p:spPr>
                <a:xfrm>
                  <a:off x="1058094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7" name="Forma libre 206">
                  <a:extLst>
                    <a:ext uri="{FF2B5EF4-FFF2-40B4-BE49-F238E27FC236}">
                      <a16:creationId xmlns:a16="http://schemas.microsoft.com/office/drawing/2014/main" id="{92FA0502-EEC7-8ECF-46F2-B68D9150ADD5}"/>
                    </a:ext>
                  </a:extLst>
                </p:cNvPr>
                <p:cNvSpPr/>
                <p:nvPr/>
              </p:nvSpPr>
              <p:spPr>
                <a:xfrm>
                  <a:off x="1061199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8" name="Forma libre 207">
                  <a:extLst>
                    <a:ext uri="{FF2B5EF4-FFF2-40B4-BE49-F238E27FC236}">
                      <a16:creationId xmlns:a16="http://schemas.microsoft.com/office/drawing/2014/main" id="{005CB3AF-1766-BF17-1C8C-8BB26C860801}"/>
                    </a:ext>
                  </a:extLst>
                </p:cNvPr>
                <p:cNvSpPr/>
                <p:nvPr/>
              </p:nvSpPr>
              <p:spPr>
                <a:xfrm>
                  <a:off x="1064304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09" name="Forma libre 208">
                  <a:extLst>
                    <a:ext uri="{FF2B5EF4-FFF2-40B4-BE49-F238E27FC236}">
                      <a16:creationId xmlns:a16="http://schemas.microsoft.com/office/drawing/2014/main" id="{229AF00F-6872-1AD5-D736-95ADB386BC52}"/>
                    </a:ext>
                  </a:extLst>
                </p:cNvPr>
                <p:cNvSpPr/>
                <p:nvPr/>
              </p:nvSpPr>
              <p:spPr>
                <a:xfrm>
                  <a:off x="10674096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0" name="Forma libre 209">
                  <a:extLst>
                    <a:ext uri="{FF2B5EF4-FFF2-40B4-BE49-F238E27FC236}">
                      <a16:creationId xmlns:a16="http://schemas.microsoft.com/office/drawing/2014/main" id="{8345A921-1368-30C3-3096-7A4957233164}"/>
                    </a:ext>
                  </a:extLst>
                </p:cNvPr>
                <p:cNvSpPr/>
                <p:nvPr/>
              </p:nvSpPr>
              <p:spPr>
                <a:xfrm>
                  <a:off x="1070514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1" name="Forma libre 210">
                  <a:extLst>
                    <a:ext uri="{FF2B5EF4-FFF2-40B4-BE49-F238E27FC236}">
                      <a16:creationId xmlns:a16="http://schemas.microsoft.com/office/drawing/2014/main" id="{A20C9DCD-9C39-BDEA-CDB1-FB6D0A4171A0}"/>
                    </a:ext>
                  </a:extLst>
                </p:cNvPr>
                <p:cNvSpPr/>
                <p:nvPr/>
              </p:nvSpPr>
              <p:spPr>
                <a:xfrm>
                  <a:off x="1073613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2" name="Forma libre 211">
                  <a:extLst>
                    <a:ext uri="{FF2B5EF4-FFF2-40B4-BE49-F238E27FC236}">
                      <a16:creationId xmlns:a16="http://schemas.microsoft.com/office/drawing/2014/main" id="{6032CBBF-8E71-66F6-E776-6848AEBF0210}"/>
                    </a:ext>
                  </a:extLst>
                </p:cNvPr>
                <p:cNvSpPr/>
                <p:nvPr/>
              </p:nvSpPr>
              <p:spPr>
                <a:xfrm>
                  <a:off x="1076718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3" name="Forma libre 212">
                  <a:extLst>
                    <a:ext uri="{FF2B5EF4-FFF2-40B4-BE49-F238E27FC236}">
                      <a16:creationId xmlns:a16="http://schemas.microsoft.com/office/drawing/2014/main" id="{3BF90902-1391-7996-6F03-0D797B0A4D32}"/>
                    </a:ext>
                  </a:extLst>
                </p:cNvPr>
                <p:cNvSpPr/>
                <p:nvPr/>
              </p:nvSpPr>
              <p:spPr>
                <a:xfrm>
                  <a:off x="10798238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4" name="Forma libre 213">
                  <a:extLst>
                    <a:ext uri="{FF2B5EF4-FFF2-40B4-BE49-F238E27FC236}">
                      <a16:creationId xmlns:a16="http://schemas.microsoft.com/office/drawing/2014/main" id="{0E332830-795F-08E7-CDA6-6DFF2520C21C}"/>
                    </a:ext>
                  </a:extLst>
                </p:cNvPr>
                <p:cNvSpPr/>
                <p:nvPr/>
              </p:nvSpPr>
              <p:spPr>
                <a:xfrm>
                  <a:off x="10829290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5" name="Forma libre 214">
                  <a:extLst>
                    <a:ext uri="{FF2B5EF4-FFF2-40B4-BE49-F238E27FC236}">
                      <a16:creationId xmlns:a16="http://schemas.microsoft.com/office/drawing/2014/main" id="{D4EAC1C4-EAA2-674C-8BF5-F881D96E6306}"/>
                    </a:ext>
                  </a:extLst>
                </p:cNvPr>
                <p:cNvSpPr/>
                <p:nvPr/>
              </p:nvSpPr>
              <p:spPr>
                <a:xfrm>
                  <a:off x="1086034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6" name="Forma libre 215">
                  <a:extLst>
                    <a:ext uri="{FF2B5EF4-FFF2-40B4-BE49-F238E27FC236}">
                      <a16:creationId xmlns:a16="http://schemas.microsoft.com/office/drawing/2014/main" id="{B811D2D6-EE68-8D88-AFDC-BE84DC90702D}"/>
                    </a:ext>
                  </a:extLst>
                </p:cNvPr>
                <p:cNvSpPr/>
                <p:nvPr/>
              </p:nvSpPr>
              <p:spPr>
                <a:xfrm>
                  <a:off x="10891393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7" name="Forma libre 216">
                  <a:extLst>
                    <a:ext uri="{FF2B5EF4-FFF2-40B4-BE49-F238E27FC236}">
                      <a16:creationId xmlns:a16="http://schemas.microsoft.com/office/drawing/2014/main" id="{FDD9F473-B077-86A7-06E7-E78F0D1D6484}"/>
                    </a:ext>
                  </a:extLst>
                </p:cNvPr>
                <p:cNvSpPr/>
                <p:nvPr/>
              </p:nvSpPr>
              <p:spPr>
                <a:xfrm>
                  <a:off x="10922381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8" name="Forma libre 217">
                  <a:extLst>
                    <a:ext uri="{FF2B5EF4-FFF2-40B4-BE49-F238E27FC236}">
                      <a16:creationId xmlns:a16="http://schemas.microsoft.com/office/drawing/2014/main" id="{3FDB7E71-5D2A-BFCF-E8B1-E98418B22701}"/>
                    </a:ext>
                  </a:extLst>
                </p:cNvPr>
                <p:cNvSpPr/>
                <p:nvPr/>
              </p:nvSpPr>
              <p:spPr>
                <a:xfrm>
                  <a:off x="10953432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8" y="15494"/>
                        <a:pt x="0" y="12025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19" name="Forma libre 218">
                  <a:extLst>
                    <a:ext uri="{FF2B5EF4-FFF2-40B4-BE49-F238E27FC236}">
                      <a16:creationId xmlns:a16="http://schemas.microsoft.com/office/drawing/2014/main" id="{6052F568-C1F2-093C-30CB-1F09085AE0A7}"/>
                    </a:ext>
                  </a:extLst>
                </p:cNvPr>
                <p:cNvSpPr/>
                <p:nvPr/>
              </p:nvSpPr>
              <p:spPr>
                <a:xfrm>
                  <a:off x="10984484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0" name="Forma libre 219">
                  <a:extLst>
                    <a:ext uri="{FF2B5EF4-FFF2-40B4-BE49-F238E27FC236}">
                      <a16:creationId xmlns:a16="http://schemas.microsoft.com/office/drawing/2014/main" id="{B4D44341-1D84-1EB3-B4DA-C3837300C2FB}"/>
                    </a:ext>
                  </a:extLst>
                </p:cNvPr>
                <p:cNvSpPr/>
                <p:nvPr/>
              </p:nvSpPr>
              <p:spPr>
                <a:xfrm>
                  <a:off x="11015535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5" y="15494"/>
                        <a:pt x="7747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221" name="Forma libre 220">
                  <a:extLst>
                    <a:ext uri="{FF2B5EF4-FFF2-40B4-BE49-F238E27FC236}">
                      <a16:creationId xmlns:a16="http://schemas.microsoft.com/office/drawing/2014/main" id="{F8C94745-9794-D338-3AF1-EFE6DC3D7B9D}"/>
                    </a:ext>
                  </a:extLst>
                </p:cNvPr>
                <p:cNvSpPr/>
                <p:nvPr/>
              </p:nvSpPr>
              <p:spPr>
                <a:xfrm>
                  <a:off x="11046587" y="3897820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5"/>
                        <a:pt x="12026" y="15494"/>
                        <a:pt x="7748" y="15494"/>
                      </a:cubicBezTo>
                      <a:cubicBezTo>
                        <a:pt x="3469" y="15494"/>
                        <a:pt x="1" y="12025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</p:grpSp>
        <p:grpSp>
          <p:nvGrpSpPr>
            <p:cNvPr id="23" name="Gráfico 4">
              <a:extLst>
                <a:ext uri="{FF2B5EF4-FFF2-40B4-BE49-F238E27FC236}">
                  <a16:creationId xmlns:a16="http://schemas.microsoft.com/office/drawing/2014/main" id="{76FE4FD7-BDF4-3222-940E-576974A35CA4}"/>
                </a:ext>
              </a:extLst>
            </p:cNvPr>
            <p:cNvGrpSpPr/>
            <p:nvPr/>
          </p:nvGrpSpPr>
          <p:grpSpPr>
            <a:xfrm>
              <a:off x="6067869" y="4850955"/>
              <a:ext cx="4994211" cy="15494"/>
              <a:chOff x="6067869" y="4850955"/>
              <a:chExt cx="4994211" cy="15494"/>
            </a:xfrm>
            <a:solidFill>
              <a:srgbClr val="93AAC9"/>
            </a:solidFill>
          </p:grpSpPr>
          <p:grpSp>
            <p:nvGrpSpPr>
              <p:cNvPr id="24" name="Gráfico 4">
                <a:extLst>
                  <a:ext uri="{FF2B5EF4-FFF2-40B4-BE49-F238E27FC236}">
                    <a16:creationId xmlns:a16="http://schemas.microsoft.com/office/drawing/2014/main" id="{930F6899-C4C8-A57D-1441-4BBDBB816E2D}"/>
                  </a:ext>
                </a:extLst>
              </p:cNvPr>
              <p:cNvGrpSpPr/>
              <p:nvPr/>
            </p:nvGrpSpPr>
            <p:grpSpPr>
              <a:xfrm>
                <a:off x="6067869" y="4850955"/>
                <a:ext cx="698436" cy="15494"/>
                <a:chOff x="6067869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169" name="Forma libre 168">
                  <a:extLst>
                    <a:ext uri="{FF2B5EF4-FFF2-40B4-BE49-F238E27FC236}">
                      <a16:creationId xmlns:a16="http://schemas.microsoft.com/office/drawing/2014/main" id="{0AFDAED7-57ED-0390-FB8C-31D7CD4B2309}"/>
                    </a:ext>
                  </a:extLst>
                </p:cNvPr>
                <p:cNvSpPr/>
                <p:nvPr/>
              </p:nvSpPr>
              <p:spPr>
                <a:xfrm>
                  <a:off x="606786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0" name="Forma libre 169">
                  <a:extLst>
                    <a:ext uri="{FF2B5EF4-FFF2-40B4-BE49-F238E27FC236}">
                      <a16:creationId xmlns:a16="http://schemas.microsoft.com/office/drawing/2014/main" id="{573B2773-A01B-E4C0-D156-4956D7846331}"/>
                    </a:ext>
                  </a:extLst>
                </p:cNvPr>
                <p:cNvSpPr/>
                <p:nvPr/>
              </p:nvSpPr>
              <p:spPr>
                <a:xfrm>
                  <a:off x="609892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1" name="Forma libre 170">
                  <a:extLst>
                    <a:ext uri="{FF2B5EF4-FFF2-40B4-BE49-F238E27FC236}">
                      <a16:creationId xmlns:a16="http://schemas.microsoft.com/office/drawing/2014/main" id="{DBA4F000-EBA0-3BEF-B2EA-87DF279DF37C}"/>
                    </a:ext>
                  </a:extLst>
                </p:cNvPr>
                <p:cNvSpPr/>
                <p:nvPr/>
              </p:nvSpPr>
              <p:spPr>
                <a:xfrm>
                  <a:off x="612997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2" name="Forma libre 171">
                  <a:extLst>
                    <a:ext uri="{FF2B5EF4-FFF2-40B4-BE49-F238E27FC236}">
                      <a16:creationId xmlns:a16="http://schemas.microsoft.com/office/drawing/2014/main" id="{92F8566F-993C-E2EE-74E2-E0EA2F27BAE2}"/>
                    </a:ext>
                  </a:extLst>
                </p:cNvPr>
                <p:cNvSpPr/>
                <p:nvPr/>
              </p:nvSpPr>
              <p:spPr>
                <a:xfrm>
                  <a:off x="616096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3" name="Forma libre 172">
                  <a:extLst>
                    <a:ext uri="{FF2B5EF4-FFF2-40B4-BE49-F238E27FC236}">
                      <a16:creationId xmlns:a16="http://schemas.microsoft.com/office/drawing/2014/main" id="{D93B10B4-35FD-B4B9-8140-51DD3843DB09}"/>
                    </a:ext>
                  </a:extLst>
                </p:cNvPr>
                <p:cNvSpPr/>
                <p:nvPr/>
              </p:nvSpPr>
              <p:spPr>
                <a:xfrm>
                  <a:off x="619201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4" name="Forma libre 173">
                  <a:extLst>
                    <a:ext uri="{FF2B5EF4-FFF2-40B4-BE49-F238E27FC236}">
                      <a16:creationId xmlns:a16="http://schemas.microsoft.com/office/drawing/2014/main" id="{2249E84D-9DDB-6B8E-3C9F-EAD7B006F638}"/>
                    </a:ext>
                  </a:extLst>
                </p:cNvPr>
                <p:cNvSpPr/>
                <p:nvPr/>
              </p:nvSpPr>
              <p:spPr>
                <a:xfrm>
                  <a:off x="622306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5" name="Forma libre 174">
                  <a:extLst>
                    <a:ext uri="{FF2B5EF4-FFF2-40B4-BE49-F238E27FC236}">
                      <a16:creationId xmlns:a16="http://schemas.microsoft.com/office/drawing/2014/main" id="{2121B3BC-888E-9AC9-2F54-9BEC455AF965}"/>
                    </a:ext>
                  </a:extLst>
                </p:cNvPr>
                <p:cNvSpPr/>
                <p:nvPr/>
              </p:nvSpPr>
              <p:spPr>
                <a:xfrm>
                  <a:off x="625411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6" name="Forma libre 175">
                  <a:extLst>
                    <a:ext uri="{FF2B5EF4-FFF2-40B4-BE49-F238E27FC236}">
                      <a16:creationId xmlns:a16="http://schemas.microsoft.com/office/drawing/2014/main" id="{E3FC6701-2BA7-3CFD-416B-B11A8784A22C}"/>
                    </a:ext>
                  </a:extLst>
                </p:cNvPr>
                <p:cNvSpPr/>
                <p:nvPr/>
              </p:nvSpPr>
              <p:spPr>
                <a:xfrm>
                  <a:off x="628516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7" name="Forma libre 176">
                  <a:extLst>
                    <a:ext uri="{FF2B5EF4-FFF2-40B4-BE49-F238E27FC236}">
                      <a16:creationId xmlns:a16="http://schemas.microsoft.com/office/drawing/2014/main" id="{36D4E8F7-F0EA-090B-B979-DA145C97B11C}"/>
                    </a:ext>
                  </a:extLst>
                </p:cNvPr>
                <p:cNvSpPr/>
                <p:nvPr/>
              </p:nvSpPr>
              <p:spPr>
                <a:xfrm>
                  <a:off x="631621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8" name="Forma libre 177">
                  <a:extLst>
                    <a:ext uri="{FF2B5EF4-FFF2-40B4-BE49-F238E27FC236}">
                      <a16:creationId xmlns:a16="http://schemas.microsoft.com/office/drawing/2014/main" id="{72D25FD3-4AC2-1B85-BCBE-9A71D8392CDD}"/>
                    </a:ext>
                  </a:extLst>
                </p:cNvPr>
                <p:cNvSpPr/>
                <p:nvPr/>
              </p:nvSpPr>
              <p:spPr>
                <a:xfrm>
                  <a:off x="634726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79" name="Forma libre 178">
                  <a:extLst>
                    <a:ext uri="{FF2B5EF4-FFF2-40B4-BE49-F238E27FC236}">
                      <a16:creationId xmlns:a16="http://schemas.microsoft.com/office/drawing/2014/main" id="{A444B85D-5E12-953F-6279-348FA8C1A029}"/>
                    </a:ext>
                  </a:extLst>
                </p:cNvPr>
                <p:cNvSpPr/>
                <p:nvPr/>
              </p:nvSpPr>
              <p:spPr>
                <a:xfrm>
                  <a:off x="637825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0" name="Forma libre 179">
                  <a:extLst>
                    <a:ext uri="{FF2B5EF4-FFF2-40B4-BE49-F238E27FC236}">
                      <a16:creationId xmlns:a16="http://schemas.microsoft.com/office/drawing/2014/main" id="{2C396E29-0AF4-0BAD-E753-6ABF9A182ACD}"/>
                    </a:ext>
                  </a:extLst>
                </p:cNvPr>
                <p:cNvSpPr/>
                <p:nvPr/>
              </p:nvSpPr>
              <p:spPr>
                <a:xfrm>
                  <a:off x="640930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1" name="Forma libre 180">
                  <a:extLst>
                    <a:ext uri="{FF2B5EF4-FFF2-40B4-BE49-F238E27FC236}">
                      <a16:creationId xmlns:a16="http://schemas.microsoft.com/office/drawing/2014/main" id="{F0778286-3973-1FDB-BC7A-1DCDDA892C19}"/>
                    </a:ext>
                  </a:extLst>
                </p:cNvPr>
                <p:cNvSpPr/>
                <p:nvPr/>
              </p:nvSpPr>
              <p:spPr>
                <a:xfrm>
                  <a:off x="644036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5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2" name="Forma libre 181">
                  <a:extLst>
                    <a:ext uri="{FF2B5EF4-FFF2-40B4-BE49-F238E27FC236}">
                      <a16:creationId xmlns:a16="http://schemas.microsoft.com/office/drawing/2014/main" id="{257A8B1F-F00B-80B9-149F-CAD42FAF171E}"/>
                    </a:ext>
                  </a:extLst>
                </p:cNvPr>
                <p:cNvSpPr/>
                <p:nvPr/>
              </p:nvSpPr>
              <p:spPr>
                <a:xfrm>
                  <a:off x="647141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7" y="15494"/>
                      </a:cubicBezTo>
                      <a:cubicBezTo>
                        <a:pt x="3469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3" name="Forma libre 182">
                  <a:extLst>
                    <a:ext uri="{FF2B5EF4-FFF2-40B4-BE49-F238E27FC236}">
                      <a16:creationId xmlns:a16="http://schemas.microsoft.com/office/drawing/2014/main" id="{B44D2A8B-671A-BCC9-5FF0-0673BAF560BC}"/>
                    </a:ext>
                  </a:extLst>
                </p:cNvPr>
                <p:cNvSpPr/>
                <p:nvPr/>
              </p:nvSpPr>
              <p:spPr>
                <a:xfrm>
                  <a:off x="650246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4" name="Forma libre 183">
                  <a:extLst>
                    <a:ext uri="{FF2B5EF4-FFF2-40B4-BE49-F238E27FC236}">
                      <a16:creationId xmlns:a16="http://schemas.microsoft.com/office/drawing/2014/main" id="{F4CD3B45-807D-BEB6-E39C-F136F3F7D47C}"/>
                    </a:ext>
                  </a:extLst>
                </p:cNvPr>
                <p:cNvSpPr/>
                <p:nvPr/>
              </p:nvSpPr>
              <p:spPr>
                <a:xfrm>
                  <a:off x="653351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5" name="Forma libre 184">
                  <a:extLst>
                    <a:ext uri="{FF2B5EF4-FFF2-40B4-BE49-F238E27FC236}">
                      <a16:creationId xmlns:a16="http://schemas.microsoft.com/office/drawing/2014/main" id="{120A3B85-2C26-79A2-D908-7B24D6FA3042}"/>
                    </a:ext>
                  </a:extLst>
                </p:cNvPr>
                <p:cNvSpPr/>
                <p:nvPr/>
              </p:nvSpPr>
              <p:spPr>
                <a:xfrm>
                  <a:off x="656456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6" name="Forma libre 185">
                  <a:extLst>
                    <a:ext uri="{FF2B5EF4-FFF2-40B4-BE49-F238E27FC236}">
                      <a16:creationId xmlns:a16="http://schemas.microsoft.com/office/drawing/2014/main" id="{69600F22-D88E-5596-7EE0-DBE0D76F7A41}"/>
                    </a:ext>
                  </a:extLst>
                </p:cNvPr>
                <p:cNvSpPr/>
                <p:nvPr/>
              </p:nvSpPr>
              <p:spPr>
                <a:xfrm>
                  <a:off x="659555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7" name="Forma libre 186">
                  <a:extLst>
                    <a:ext uri="{FF2B5EF4-FFF2-40B4-BE49-F238E27FC236}">
                      <a16:creationId xmlns:a16="http://schemas.microsoft.com/office/drawing/2014/main" id="{A10C528B-37FC-17F9-7F3B-63C1A90355B8}"/>
                    </a:ext>
                  </a:extLst>
                </p:cNvPr>
                <p:cNvSpPr/>
                <p:nvPr/>
              </p:nvSpPr>
              <p:spPr>
                <a:xfrm>
                  <a:off x="662660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8" name="Forma libre 187">
                  <a:extLst>
                    <a:ext uri="{FF2B5EF4-FFF2-40B4-BE49-F238E27FC236}">
                      <a16:creationId xmlns:a16="http://schemas.microsoft.com/office/drawing/2014/main" id="{9F598EC1-059C-F04A-BA97-405807AF265A}"/>
                    </a:ext>
                  </a:extLst>
                </p:cNvPr>
                <p:cNvSpPr/>
                <p:nvPr/>
              </p:nvSpPr>
              <p:spPr>
                <a:xfrm>
                  <a:off x="665765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89" name="Forma libre 188">
                  <a:extLst>
                    <a:ext uri="{FF2B5EF4-FFF2-40B4-BE49-F238E27FC236}">
                      <a16:creationId xmlns:a16="http://schemas.microsoft.com/office/drawing/2014/main" id="{468C06F9-F858-89BA-6C26-3CCC111E1B70}"/>
                    </a:ext>
                  </a:extLst>
                </p:cNvPr>
                <p:cNvSpPr/>
                <p:nvPr/>
              </p:nvSpPr>
              <p:spPr>
                <a:xfrm>
                  <a:off x="668870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90" name="Forma libre 189">
                  <a:extLst>
                    <a:ext uri="{FF2B5EF4-FFF2-40B4-BE49-F238E27FC236}">
                      <a16:creationId xmlns:a16="http://schemas.microsoft.com/office/drawing/2014/main" id="{F5950B09-02A1-6CF6-EAAD-ACFF12F1C2A5}"/>
                    </a:ext>
                  </a:extLst>
                </p:cNvPr>
                <p:cNvSpPr/>
                <p:nvPr/>
              </p:nvSpPr>
              <p:spPr>
                <a:xfrm>
                  <a:off x="671976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91" name="Forma libre 190">
                  <a:extLst>
                    <a:ext uri="{FF2B5EF4-FFF2-40B4-BE49-F238E27FC236}">
                      <a16:creationId xmlns:a16="http://schemas.microsoft.com/office/drawing/2014/main" id="{1801A8F2-635C-7D17-4585-FD8A37D16856}"/>
                    </a:ext>
                  </a:extLst>
                </p:cNvPr>
                <p:cNvSpPr/>
                <p:nvPr/>
              </p:nvSpPr>
              <p:spPr>
                <a:xfrm>
                  <a:off x="675081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5" name="Gráfico 4">
                <a:extLst>
                  <a:ext uri="{FF2B5EF4-FFF2-40B4-BE49-F238E27FC236}">
                    <a16:creationId xmlns:a16="http://schemas.microsoft.com/office/drawing/2014/main" id="{C59D2F3F-621D-39F2-90CA-84C64CD39D3A}"/>
                  </a:ext>
                </a:extLst>
              </p:cNvPr>
              <p:cNvGrpSpPr/>
              <p:nvPr/>
            </p:nvGrpSpPr>
            <p:grpSpPr>
              <a:xfrm>
                <a:off x="6783832" y="4850955"/>
                <a:ext cx="698436" cy="15494"/>
                <a:chOff x="6783832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146" name="Forma libre 145">
                  <a:extLst>
                    <a:ext uri="{FF2B5EF4-FFF2-40B4-BE49-F238E27FC236}">
                      <a16:creationId xmlns:a16="http://schemas.microsoft.com/office/drawing/2014/main" id="{1E28BDCC-8AAE-341C-B284-6B42C1FD01A4}"/>
                    </a:ext>
                  </a:extLst>
                </p:cNvPr>
                <p:cNvSpPr/>
                <p:nvPr/>
              </p:nvSpPr>
              <p:spPr>
                <a:xfrm>
                  <a:off x="678383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7" name="Forma libre 146">
                  <a:extLst>
                    <a:ext uri="{FF2B5EF4-FFF2-40B4-BE49-F238E27FC236}">
                      <a16:creationId xmlns:a16="http://schemas.microsoft.com/office/drawing/2014/main" id="{9C15D614-B71C-441E-F11F-DEE21E79FEA9}"/>
                    </a:ext>
                  </a:extLst>
                </p:cNvPr>
                <p:cNvSpPr/>
                <p:nvPr/>
              </p:nvSpPr>
              <p:spPr>
                <a:xfrm>
                  <a:off x="681488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8" name="Forma libre 147">
                  <a:extLst>
                    <a:ext uri="{FF2B5EF4-FFF2-40B4-BE49-F238E27FC236}">
                      <a16:creationId xmlns:a16="http://schemas.microsoft.com/office/drawing/2014/main" id="{27473536-27CC-72A8-3670-8445F13FD360}"/>
                    </a:ext>
                  </a:extLst>
                </p:cNvPr>
                <p:cNvSpPr/>
                <p:nvPr/>
              </p:nvSpPr>
              <p:spPr>
                <a:xfrm>
                  <a:off x="684593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9" name="Forma libre 148">
                  <a:extLst>
                    <a:ext uri="{FF2B5EF4-FFF2-40B4-BE49-F238E27FC236}">
                      <a16:creationId xmlns:a16="http://schemas.microsoft.com/office/drawing/2014/main" id="{207690ED-4780-211A-2185-A1A56E467B04}"/>
                    </a:ext>
                  </a:extLst>
                </p:cNvPr>
                <p:cNvSpPr/>
                <p:nvPr/>
              </p:nvSpPr>
              <p:spPr>
                <a:xfrm>
                  <a:off x="687698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0" name="Forma libre 149">
                  <a:extLst>
                    <a:ext uri="{FF2B5EF4-FFF2-40B4-BE49-F238E27FC236}">
                      <a16:creationId xmlns:a16="http://schemas.microsoft.com/office/drawing/2014/main" id="{6DD50815-5067-1D16-B35D-9C1DCB39F8E7}"/>
                    </a:ext>
                  </a:extLst>
                </p:cNvPr>
                <p:cNvSpPr/>
                <p:nvPr/>
              </p:nvSpPr>
              <p:spPr>
                <a:xfrm>
                  <a:off x="690797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1" name="Forma libre 150">
                  <a:extLst>
                    <a:ext uri="{FF2B5EF4-FFF2-40B4-BE49-F238E27FC236}">
                      <a16:creationId xmlns:a16="http://schemas.microsoft.com/office/drawing/2014/main" id="{550320C2-2290-E0A9-31F3-E8B84D9F6052}"/>
                    </a:ext>
                  </a:extLst>
                </p:cNvPr>
                <p:cNvSpPr/>
                <p:nvPr/>
              </p:nvSpPr>
              <p:spPr>
                <a:xfrm>
                  <a:off x="693902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2" name="Forma libre 151">
                  <a:extLst>
                    <a:ext uri="{FF2B5EF4-FFF2-40B4-BE49-F238E27FC236}">
                      <a16:creationId xmlns:a16="http://schemas.microsoft.com/office/drawing/2014/main" id="{63F87001-0AA9-49C7-5022-AA64477E5B50}"/>
                    </a:ext>
                  </a:extLst>
                </p:cNvPr>
                <p:cNvSpPr/>
                <p:nvPr/>
              </p:nvSpPr>
              <p:spPr>
                <a:xfrm>
                  <a:off x="697007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3" name="Forma libre 152">
                  <a:extLst>
                    <a:ext uri="{FF2B5EF4-FFF2-40B4-BE49-F238E27FC236}">
                      <a16:creationId xmlns:a16="http://schemas.microsoft.com/office/drawing/2014/main" id="{BC56EEBA-652A-D42F-7D2B-27597AB8B62D}"/>
                    </a:ext>
                  </a:extLst>
                </p:cNvPr>
                <p:cNvSpPr/>
                <p:nvPr/>
              </p:nvSpPr>
              <p:spPr>
                <a:xfrm>
                  <a:off x="700112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4" name="Forma libre 153">
                  <a:extLst>
                    <a:ext uri="{FF2B5EF4-FFF2-40B4-BE49-F238E27FC236}">
                      <a16:creationId xmlns:a16="http://schemas.microsoft.com/office/drawing/2014/main" id="{423AB7F4-75B4-4BA8-A8F4-1F8F866E9C93}"/>
                    </a:ext>
                  </a:extLst>
                </p:cNvPr>
                <p:cNvSpPr/>
                <p:nvPr/>
              </p:nvSpPr>
              <p:spPr>
                <a:xfrm>
                  <a:off x="703218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5" name="Forma libre 154">
                  <a:extLst>
                    <a:ext uri="{FF2B5EF4-FFF2-40B4-BE49-F238E27FC236}">
                      <a16:creationId xmlns:a16="http://schemas.microsoft.com/office/drawing/2014/main" id="{814F3D91-1A73-8531-E9B8-EB7DF2B8173D}"/>
                    </a:ext>
                  </a:extLst>
                </p:cNvPr>
                <p:cNvSpPr/>
                <p:nvPr/>
              </p:nvSpPr>
              <p:spPr>
                <a:xfrm>
                  <a:off x="706323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6" name="Forma libre 155">
                  <a:extLst>
                    <a:ext uri="{FF2B5EF4-FFF2-40B4-BE49-F238E27FC236}">
                      <a16:creationId xmlns:a16="http://schemas.microsoft.com/office/drawing/2014/main" id="{8BF534EE-B918-850D-34C7-70D97D3DBBC1}"/>
                    </a:ext>
                  </a:extLst>
                </p:cNvPr>
                <p:cNvSpPr/>
                <p:nvPr/>
              </p:nvSpPr>
              <p:spPr>
                <a:xfrm>
                  <a:off x="709422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7" name="Forma libre 156">
                  <a:extLst>
                    <a:ext uri="{FF2B5EF4-FFF2-40B4-BE49-F238E27FC236}">
                      <a16:creationId xmlns:a16="http://schemas.microsoft.com/office/drawing/2014/main" id="{FC1114BC-570C-A0F4-AF89-12039AFAF150}"/>
                    </a:ext>
                  </a:extLst>
                </p:cNvPr>
                <p:cNvSpPr/>
                <p:nvPr/>
              </p:nvSpPr>
              <p:spPr>
                <a:xfrm>
                  <a:off x="712527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8" name="Forma libre 157">
                  <a:extLst>
                    <a:ext uri="{FF2B5EF4-FFF2-40B4-BE49-F238E27FC236}">
                      <a16:creationId xmlns:a16="http://schemas.microsoft.com/office/drawing/2014/main" id="{46A8C02F-E1CD-FA03-500F-1D6E36B786CC}"/>
                    </a:ext>
                  </a:extLst>
                </p:cNvPr>
                <p:cNvSpPr/>
                <p:nvPr/>
              </p:nvSpPr>
              <p:spPr>
                <a:xfrm>
                  <a:off x="715632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59" name="Forma libre 158">
                  <a:extLst>
                    <a:ext uri="{FF2B5EF4-FFF2-40B4-BE49-F238E27FC236}">
                      <a16:creationId xmlns:a16="http://schemas.microsoft.com/office/drawing/2014/main" id="{6ADCA3B1-8530-6177-D773-ECF38126343E}"/>
                    </a:ext>
                  </a:extLst>
                </p:cNvPr>
                <p:cNvSpPr/>
                <p:nvPr/>
              </p:nvSpPr>
              <p:spPr>
                <a:xfrm>
                  <a:off x="718737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0" name="Forma libre 159">
                  <a:extLst>
                    <a:ext uri="{FF2B5EF4-FFF2-40B4-BE49-F238E27FC236}">
                      <a16:creationId xmlns:a16="http://schemas.microsoft.com/office/drawing/2014/main" id="{3ECC1AD5-0077-DDD1-06EF-773FDF8024B7}"/>
                    </a:ext>
                  </a:extLst>
                </p:cNvPr>
                <p:cNvSpPr/>
                <p:nvPr/>
              </p:nvSpPr>
              <p:spPr>
                <a:xfrm>
                  <a:off x="721842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1" name="Forma libre 160">
                  <a:extLst>
                    <a:ext uri="{FF2B5EF4-FFF2-40B4-BE49-F238E27FC236}">
                      <a16:creationId xmlns:a16="http://schemas.microsoft.com/office/drawing/2014/main" id="{43AE0EB2-E3A3-4A79-3C11-81C58F2E4D63}"/>
                    </a:ext>
                  </a:extLst>
                </p:cNvPr>
                <p:cNvSpPr/>
                <p:nvPr/>
              </p:nvSpPr>
              <p:spPr>
                <a:xfrm>
                  <a:off x="724947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2" name="Forma libre 161">
                  <a:extLst>
                    <a:ext uri="{FF2B5EF4-FFF2-40B4-BE49-F238E27FC236}">
                      <a16:creationId xmlns:a16="http://schemas.microsoft.com/office/drawing/2014/main" id="{104D9E36-D875-ECD4-1EA0-C8162B8C4EB6}"/>
                    </a:ext>
                  </a:extLst>
                </p:cNvPr>
                <p:cNvSpPr/>
                <p:nvPr/>
              </p:nvSpPr>
              <p:spPr>
                <a:xfrm>
                  <a:off x="728052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3" name="Forma libre 162">
                  <a:extLst>
                    <a:ext uri="{FF2B5EF4-FFF2-40B4-BE49-F238E27FC236}">
                      <a16:creationId xmlns:a16="http://schemas.microsoft.com/office/drawing/2014/main" id="{B2BD86AD-E896-3A0A-3C56-3C1BE41EE244}"/>
                    </a:ext>
                  </a:extLst>
                </p:cNvPr>
                <p:cNvSpPr/>
                <p:nvPr/>
              </p:nvSpPr>
              <p:spPr>
                <a:xfrm>
                  <a:off x="731151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4" name="Forma libre 163">
                  <a:extLst>
                    <a:ext uri="{FF2B5EF4-FFF2-40B4-BE49-F238E27FC236}">
                      <a16:creationId xmlns:a16="http://schemas.microsoft.com/office/drawing/2014/main" id="{76F974FF-059D-B626-AFE4-8BC33BD8BDA9}"/>
                    </a:ext>
                  </a:extLst>
                </p:cNvPr>
                <p:cNvSpPr/>
                <p:nvPr/>
              </p:nvSpPr>
              <p:spPr>
                <a:xfrm>
                  <a:off x="734256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5" name="Forma libre 164">
                  <a:extLst>
                    <a:ext uri="{FF2B5EF4-FFF2-40B4-BE49-F238E27FC236}">
                      <a16:creationId xmlns:a16="http://schemas.microsoft.com/office/drawing/2014/main" id="{D0926585-28A1-DE82-EE2B-F5C086D55DFF}"/>
                    </a:ext>
                  </a:extLst>
                </p:cNvPr>
                <p:cNvSpPr/>
                <p:nvPr/>
              </p:nvSpPr>
              <p:spPr>
                <a:xfrm>
                  <a:off x="737362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6" name="Forma libre 165">
                  <a:extLst>
                    <a:ext uri="{FF2B5EF4-FFF2-40B4-BE49-F238E27FC236}">
                      <a16:creationId xmlns:a16="http://schemas.microsoft.com/office/drawing/2014/main" id="{55D95E55-5A93-6D6F-A2F5-5CDDDF89C79C}"/>
                    </a:ext>
                  </a:extLst>
                </p:cNvPr>
                <p:cNvSpPr/>
                <p:nvPr/>
              </p:nvSpPr>
              <p:spPr>
                <a:xfrm>
                  <a:off x="740467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7" name="Forma libre 166">
                  <a:extLst>
                    <a:ext uri="{FF2B5EF4-FFF2-40B4-BE49-F238E27FC236}">
                      <a16:creationId xmlns:a16="http://schemas.microsoft.com/office/drawing/2014/main" id="{B8EB079D-96C4-21F0-4225-1FB6EF6BB0F6}"/>
                    </a:ext>
                  </a:extLst>
                </p:cNvPr>
                <p:cNvSpPr/>
                <p:nvPr/>
              </p:nvSpPr>
              <p:spPr>
                <a:xfrm>
                  <a:off x="743572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68" name="Forma libre 167">
                  <a:extLst>
                    <a:ext uri="{FF2B5EF4-FFF2-40B4-BE49-F238E27FC236}">
                      <a16:creationId xmlns:a16="http://schemas.microsoft.com/office/drawing/2014/main" id="{B6BE4361-51DC-C145-2D4D-25E278D1C232}"/>
                    </a:ext>
                  </a:extLst>
                </p:cNvPr>
                <p:cNvSpPr/>
                <p:nvPr/>
              </p:nvSpPr>
              <p:spPr>
                <a:xfrm>
                  <a:off x="746677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6" name="Gráfico 4">
                <a:extLst>
                  <a:ext uri="{FF2B5EF4-FFF2-40B4-BE49-F238E27FC236}">
                    <a16:creationId xmlns:a16="http://schemas.microsoft.com/office/drawing/2014/main" id="{7F7F8550-C248-2159-D2D1-B8FF1DE60777}"/>
                  </a:ext>
                </a:extLst>
              </p:cNvPr>
              <p:cNvGrpSpPr/>
              <p:nvPr/>
            </p:nvGrpSpPr>
            <p:grpSpPr>
              <a:xfrm>
                <a:off x="7499794" y="4850955"/>
                <a:ext cx="698436" cy="15494"/>
                <a:chOff x="7499794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123" name="Forma libre 122">
                  <a:extLst>
                    <a:ext uri="{FF2B5EF4-FFF2-40B4-BE49-F238E27FC236}">
                      <a16:creationId xmlns:a16="http://schemas.microsoft.com/office/drawing/2014/main" id="{3B08D061-F139-8454-36DF-D7697A8843CF}"/>
                    </a:ext>
                  </a:extLst>
                </p:cNvPr>
                <p:cNvSpPr/>
                <p:nvPr/>
              </p:nvSpPr>
              <p:spPr>
                <a:xfrm>
                  <a:off x="749979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4" name="Forma libre 123">
                  <a:extLst>
                    <a:ext uri="{FF2B5EF4-FFF2-40B4-BE49-F238E27FC236}">
                      <a16:creationId xmlns:a16="http://schemas.microsoft.com/office/drawing/2014/main" id="{A8EADDD0-8336-A2E1-9E77-9FC88CEABDE5}"/>
                    </a:ext>
                  </a:extLst>
                </p:cNvPr>
                <p:cNvSpPr/>
                <p:nvPr/>
              </p:nvSpPr>
              <p:spPr>
                <a:xfrm>
                  <a:off x="753084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5" name="Forma libre 124">
                  <a:extLst>
                    <a:ext uri="{FF2B5EF4-FFF2-40B4-BE49-F238E27FC236}">
                      <a16:creationId xmlns:a16="http://schemas.microsoft.com/office/drawing/2014/main" id="{CBE04071-6BC0-02CF-88A3-714078198256}"/>
                    </a:ext>
                  </a:extLst>
                </p:cNvPr>
                <p:cNvSpPr/>
                <p:nvPr/>
              </p:nvSpPr>
              <p:spPr>
                <a:xfrm>
                  <a:off x="756189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6" name="Forma libre 125">
                  <a:extLst>
                    <a:ext uri="{FF2B5EF4-FFF2-40B4-BE49-F238E27FC236}">
                      <a16:creationId xmlns:a16="http://schemas.microsoft.com/office/drawing/2014/main" id="{11CDC94D-1BD0-1AAB-079C-4EC5301580D5}"/>
                    </a:ext>
                  </a:extLst>
                </p:cNvPr>
                <p:cNvSpPr/>
                <p:nvPr/>
              </p:nvSpPr>
              <p:spPr>
                <a:xfrm>
                  <a:off x="759294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7" name="Forma libre 126">
                  <a:extLst>
                    <a:ext uri="{FF2B5EF4-FFF2-40B4-BE49-F238E27FC236}">
                      <a16:creationId xmlns:a16="http://schemas.microsoft.com/office/drawing/2014/main" id="{A9DB2A1A-D6AE-9FA1-81A6-A08CEAE1656F}"/>
                    </a:ext>
                  </a:extLst>
                </p:cNvPr>
                <p:cNvSpPr/>
                <p:nvPr/>
              </p:nvSpPr>
              <p:spPr>
                <a:xfrm>
                  <a:off x="762393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8" name="Forma libre 127">
                  <a:extLst>
                    <a:ext uri="{FF2B5EF4-FFF2-40B4-BE49-F238E27FC236}">
                      <a16:creationId xmlns:a16="http://schemas.microsoft.com/office/drawing/2014/main" id="{AAEE7D9B-5E5D-1D28-68B8-6EF97E43C092}"/>
                    </a:ext>
                  </a:extLst>
                </p:cNvPr>
                <p:cNvSpPr/>
                <p:nvPr/>
              </p:nvSpPr>
              <p:spPr>
                <a:xfrm>
                  <a:off x="765498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9" name="Forma libre 128">
                  <a:extLst>
                    <a:ext uri="{FF2B5EF4-FFF2-40B4-BE49-F238E27FC236}">
                      <a16:creationId xmlns:a16="http://schemas.microsoft.com/office/drawing/2014/main" id="{9E5C92D3-3EC1-CF09-5B4D-075CAC680BF7}"/>
                    </a:ext>
                  </a:extLst>
                </p:cNvPr>
                <p:cNvSpPr/>
                <p:nvPr/>
              </p:nvSpPr>
              <p:spPr>
                <a:xfrm>
                  <a:off x="768603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0" name="Forma libre 129">
                  <a:extLst>
                    <a:ext uri="{FF2B5EF4-FFF2-40B4-BE49-F238E27FC236}">
                      <a16:creationId xmlns:a16="http://schemas.microsoft.com/office/drawing/2014/main" id="{7A6F3CE4-F199-83B7-A75E-8D58736099D1}"/>
                    </a:ext>
                  </a:extLst>
                </p:cNvPr>
                <p:cNvSpPr/>
                <p:nvPr/>
              </p:nvSpPr>
              <p:spPr>
                <a:xfrm>
                  <a:off x="771709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1" name="Forma libre 130">
                  <a:extLst>
                    <a:ext uri="{FF2B5EF4-FFF2-40B4-BE49-F238E27FC236}">
                      <a16:creationId xmlns:a16="http://schemas.microsoft.com/office/drawing/2014/main" id="{B4490FE5-0F89-3D8C-A079-70B197154347}"/>
                    </a:ext>
                  </a:extLst>
                </p:cNvPr>
                <p:cNvSpPr/>
                <p:nvPr/>
              </p:nvSpPr>
              <p:spPr>
                <a:xfrm>
                  <a:off x="774814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2" name="Forma libre 131">
                  <a:extLst>
                    <a:ext uri="{FF2B5EF4-FFF2-40B4-BE49-F238E27FC236}">
                      <a16:creationId xmlns:a16="http://schemas.microsoft.com/office/drawing/2014/main" id="{C51742CD-B2DF-A373-CC3B-6D5A72E4DB5D}"/>
                    </a:ext>
                  </a:extLst>
                </p:cNvPr>
                <p:cNvSpPr/>
                <p:nvPr/>
              </p:nvSpPr>
              <p:spPr>
                <a:xfrm>
                  <a:off x="777919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3" name="Forma libre 132">
                  <a:extLst>
                    <a:ext uri="{FF2B5EF4-FFF2-40B4-BE49-F238E27FC236}">
                      <a16:creationId xmlns:a16="http://schemas.microsoft.com/office/drawing/2014/main" id="{CBE2008D-761F-3C2E-96DC-F36F6B053FDB}"/>
                    </a:ext>
                  </a:extLst>
                </p:cNvPr>
                <p:cNvSpPr/>
                <p:nvPr/>
              </p:nvSpPr>
              <p:spPr>
                <a:xfrm>
                  <a:off x="781024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4" name="Forma libre 133">
                  <a:extLst>
                    <a:ext uri="{FF2B5EF4-FFF2-40B4-BE49-F238E27FC236}">
                      <a16:creationId xmlns:a16="http://schemas.microsoft.com/office/drawing/2014/main" id="{C6277F6B-D767-B1FE-2C62-5A653C9D9108}"/>
                    </a:ext>
                  </a:extLst>
                </p:cNvPr>
                <p:cNvSpPr/>
                <p:nvPr/>
              </p:nvSpPr>
              <p:spPr>
                <a:xfrm>
                  <a:off x="784123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5" name="Forma libre 134">
                  <a:extLst>
                    <a:ext uri="{FF2B5EF4-FFF2-40B4-BE49-F238E27FC236}">
                      <a16:creationId xmlns:a16="http://schemas.microsoft.com/office/drawing/2014/main" id="{90E14425-11FA-F359-7757-824713CE093B}"/>
                    </a:ext>
                  </a:extLst>
                </p:cNvPr>
                <p:cNvSpPr/>
                <p:nvPr/>
              </p:nvSpPr>
              <p:spPr>
                <a:xfrm>
                  <a:off x="787228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6" name="Forma libre 135">
                  <a:extLst>
                    <a:ext uri="{FF2B5EF4-FFF2-40B4-BE49-F238E27FC236}">
                      <a16:creationId xmlns:a16="http://schemas.microsoft.com/office/drawing/2014/main" id="{45801E26-C815-6C56-35DB-9F978087BD1A}"/>
                    </a:ext>
                  </a:extLst>
                </p:cNvPr>
                <p:cNvSpPr/>
                <p:nvPr/>
              </p:nvSpPr>
              <p:spPr>
                <a:xfrm>
                  <a:off x="790333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7" name="Forma libre 136">
                  <a:extLst>
                    <a:ext uri="{FF2B5EF4-FFF2-40B4-BE49-F238E27FC236}">
                      <a16:creationId xmlns:a16="http://schemas.microsoft.com/office/drawing/2014/main" id="{82BB2DCC-1727-B9FB-F5A1-3A012EC75C2B}"/>
                    </a:ext>
                  </a:extLst>
                </p:cNvPr>
                <p:cNvSpPr/>
                <p:nvPr/>
              </p:nvSpPr>
              <p:spPr>
                <a:xfrm>
                  <a:off x="793438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8" name="Forma libre 137">
                  <a:extLst>
                    <a:ext uri="{FF2B5EF4-FFF2-40B4-BE49-F238E27FC236}">
                      <a16:creationId xmlns:a16="http://schemas.microsoft.com/office/drawing/2014/main" id="{BC7000E2-98D1-E519-6BCF-9429EEDF159D}"/>
                    </a:ext>
                  </a:extLst>
                </p:cNvPr>
                <p:cNvSpPr/>
                <p:nvPr/>
              </p:nvSpPr>
              <p:spPr>
                <a:xfrm>
                  <a:off x="796543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39" name="Forma libre 138">
                  <a:extLst>
                    <a:ext uri="{FF2B5EF4-FFF2-40B4-BE49-F238E27FC236}">
                      <a16:creationId xmlns:a16="http://schemas.microsoft.com/office/drawing/2014/main" id="{037E6B48-4EC8-B1DD-B0A5-0ABDA6315BE3}"/>
                    </a:ext>
                  </a:extLst>
                </p:cNvPr>
                <p:cNvSpPr/>
                <p:nvPr/>
              </p:nvSpPr>
              <p:spPr>
                <a:xfrm>
                  <a:off x="799649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0" name="Forma libre 139">
                  <a:extLst>
                    <a:ext uri="{FF2B5EF4-FFF2-40B4-BE49-F238E27FC236}">
                      <a16:creationId xmlns:a16="http://schemas.microsoft.com/office/drawing/2014/main" id="{6805A8E4-D0CA-B1BC-DC30-4600D175A9DC}"/>
                    </a:ext>
                  </a:extLst>
                </p:cNvPr>
                <p:cNvSpPr/>
                <p:nvPr/>
              </p:nvSpPr>
              <p:spPr>
                <a:xfrm>
                  <a:off x="802747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1" name="Forma libre 140">
                  <a:extLst>
                    <a:ext uri="{FF2B5EF4-FFF2-40B4-BE49-F238E27FC236}">
                      <a16:creationId xmlns:a16="http://schemas.microsoft.com/office/drawing/2014/main" id="{7EF75001-AA9E-3225-A42C-AED69F681055}"/>
                    </a:ext>
                  </a:extLst>
                </p:cNvPr>
                <p:cNvSpPr/>
                <p:nvPr/>
              </p:nvSpPr>
              <p:spPr>
                <a:xfrm>
                  <a:off x="805853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2" name="Forma libre 141">
                  <a:extLst>
                    <a:ext uri="{FF2B5EF4-FFF2-40B4-BE49-F238E27FC236}">
                      <a16:creationId xmlns:a16="http://schemas.microsoft.com/office/drawing/2014/main" id="{F3ECD056-3541-6C1A-CEB1-88CF6706B90F}"/>
                    </a:ext>
                  </a:extLst>
                </p:cNvPr>
                <p:cNvSpPr/>
                <p:nvPr/>
              </p:nvSpPr>
              <p:spPr>
                <a:xfrm>
                  <a:off x="808958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3" name="Forma libre 142">
                  <a:extLst>
                    <a:ext uri="{FF2B5EF4-FFF2-40B4-BE49-F238E27FC236}">
                      <a16:creationId xmlns:a16="http://schemas.microsoft.com/office/drawing/2014/main" id="{D7001670-23A1-664A-6924-72B024F80427}"/>
                    </a:ext>
                  </a:extLst>
                </p:cNvPr>
                <p:cNvSpPr/>
                <p:nvPr/>
              </p:nvSpPr>
              <p:spPr>
                <a:xfrm>
                  <a:off x="812063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4" name="Forma libre 143">
                  <a:extLst>
                    <a:ext uri="{FF2B5EF4-FFF2-40B4-BE49-F238E27FC236}">
                      <a16:creationId xmlns:a16="http://schemas.microsoft.com/office/drawing/2014/main" id="{DD0DEC4F-9003-65D4-CC40-3F5162BCA9C3}"/>
                    </a:ext>
                  </a:extLst>
                </p:cNvPr>
                <p:cNvSpPr/>
                <p:nvPr/>
              </p:nvSpPr>
              <p:spPr>
                <a:xfrm>
                  <a:off x="815168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45" name="Forma libre 144">
                  <a:extLst>
                    <a:ext uri="{FF2B5EF4-FFF2-40B4-BE49-F238E27FC236}">
                      <a16:creationId xmlns:a16="http://schemas.microsoft.com/office/drawing/2014/main" id="{09F55AC3-F490-F736-A59B-6E0E8524D600}"/>
                    </a:ext>
                  </a:extLst>
                </p:cNvPr>
                <p:cNvSpPr/>
                <p:nvPr/>
              </p:nvSpPr>
              <p:spPr>
                <a:xfrm>
                  <a:off x="818273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7" name="Gráfico 4">
                <a:extLst>
                  <a:ext uri="{FF2B5EF4-FFF2-40B4-BE49-F238E27FC236}">
                    <a16:creationId xmlns:a16="http://schemas.microsoft.com/office/drawing/2014/main" id="{2F303195-CB01-7454-9597-BB39643452E2}"/>
                  </a:ext>
                </a:extLst>
              </p:cNvPr>
              <p:cNvGrpSpPr/>
              <p:nvPr/>
            </p:nvGrpSpPr>
            <p:grpSpPr>
              <a:xfrm>
                <a:off x="8215757" y="4850955"/>
                <a:ext cx="698436" cy="15494"/>
                <a:chOff x="8215757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100" name="Forma libre 99">
                  <a:extLst>
                    <a:ext uri="{FF2B5EF4-FFF2-40B4-BE49-F238E27FC236}">
                      <a16:creationId xmlns:a16="http://schemas.microsoft.com/office/drawing/2014/main" id="{F4676CA3-EA06-DF8E-00F2-5C01C2FED362}"/>
                    </a:ext>
                  </a:extLst>
                </p:cNvPr>
                <p:cNvSpPr/>
                <p:nvPr/>
              </p:nvSpPr>
              <p:spPr>
                <a:xfrm>
                  <a:off x="821575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1" name="Forma libre 100">
                  <a:extLst>
                    <a:ext uri="{FF2B5EF4-FFF2-40B4-BE49-F238E27FC236}">
                      <a16:creationId xmlns:a16="http://schemas.microsoft.com/office/drawing/2014/main" id="{C4C6AE78-1B9A-F565-8008-E6CBF2A18885}"/>
                    </a:ext>
                  </a:extLst>
                </p:cNvPr>
                <p:cNvSpPr/>
                <p:nvPr/>
              </p:nvSpPr>
              <p:spPr>
                <a:xfrm>
                  <a:off x="824680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2" name="Forma libre 101">
                  <a:extLst>
                    <a:ext uri="{FF2B5EF4-FFF2-40B4-BE49-F238E27FC236}">
                      <a16:creationId xmlns:a16="http://schemas.microsoft.com/office/drawing/2014/main" id="{2F334EF6-8F70-8C3D-A9F6-8BB5D35BA711}"/>
                    </a:ext>
                  </a:extLst>
                </p:cNvPr>
                <p:cNvSpPr/>
                <p:nvPr/>
              </p:nvSpPr>
              <p:spPr>
                <a:xfrm>
                  <a:off x="827785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3" name="Forma libre 102">
                  <a:extLst>
                    <a:ext uri="{FF2B5EF4-FFF2-40B4-BE49-F238E27FC236}">
                      <a16:creationId xmlns:a16="http://schemas.microsoft.com/office/drawing/2014/main" id="{48EAAB3C-09FA-E45E-CF6E-2A9ECC39BA35}"/>
                    </a:ext>
                  </a:extLst>
                </p:cNvPr>
                <p:cNvSpPr/>
                <p:nvPr/>
              </p:nvSpPr>
              <p:spPr>
                <a:xfrm>
                  <a:off x="830891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4" name="Forma libre 103">
                  <a:extLst>
                    <a:ext uri="{FF2B5EF4-FFF2-40B4-BE49-F238E27FC236}">
                      <a16:creationId xmlns:a16="http://schemas.microsoft.com/office/drawing/2014/main" id="{70B94982-9F41-D809-A3EB-4A7258FEDFEF}"/>
                    </a:ext>
                  </a:extLst>
                </p:cNvPr>
                <p:cNvSpPr/>
                <p:nvPr/>
              </p:nvSpPr>
              <p:spPr>
                <a:xfrm>
                  <a:off x="833989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5" name="Forma libre 104">
                  <a:extLst>
                    <a:ext uri="{FF2B5EF4-FFF2-40B4-BE49-F238E27FC236}">
                      <a16:creationId xmlns:a16="http://schemas.microsoft.com/office/drawing/2014/main" id="{3A907A21-F8D7-3545-569A-69F9C9EA666C}"/>
                    </a:ext>
                  </a:extLst>
                </p:cNvPr>
                <p:cNvSpPr/>
                <p:nvPr/>
              </p:nvSpPr>
              <p:spPr>
                <a:xfrm>
                  <a:off x="837095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6" name="Forma libre 105">
                  <a:extLst>
                    <a:ext uri="{FF2B5EF4-FFF2-40B4-BE49-F238E27FC236}">
                      <a16:creationId xmlns:a16="http://schemas.microsoft.com/office/drawing/2014/main" id="{34EDE578-C8B7-4190-B214-40AF32CB0E9C}"/>
                    </a:ext>
                  </a:extLst>
                </p:cNvPr>
                <p:cNvSpPr/>
                <p:nvPr/>
              </p:nvSpPr>
              <p:spPr>
                <a:xfrm>
                  <a:off x="840200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7" name="Forma libre 106">
                  <a:extLst>
                    <a:ext uri="{FF2B5EF4-FFF2-40B4-BE49-F238E27FC236}">
                      <a16:creationId xmlns:a16="http://schemas.microsoft.com/office/drawing/2014/main" id="{21BA7CB8-0B85-89A8-628F-4744E2D17ECF}"/>
                    </a:ext>
                  </a:extLst>
                </p:cNvPr>
                <p:cNvSpPr/>
                <p:nvPr/>
              </p:nvSpPr>
              <p:spPr>
                <a:xfrm>
                  <a:off x="843305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8" name="Forma libre 107">
                  <a:extLst>
                    <a:ext uri="{FF2B5EF4-FFF2-40B4-BE49-F238E27FC236}">
                      <a16:creationId xmlns:a16="http://schemas.microsoft.com/office/drawing/2014/main" id="{918787D0-CE80-5F1C-DC5A-7BC1743B2AF0}"/>
                    </a:ext>
                  </a:extLst>
                </p:cNvPr>
                <p:cNvSpPr/>
                <p:nvPr/>
              </p:nvSpPr>
              <p:spPr>
                <a:xfrm>
                  <a:off x="846410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09" name="Forma libre 108">
                  <a:extLst>
                    <a:ext uri="{FF2B5EF4-FFF2-40B4-BE49-F238E27FC236}">
                      <a16:creationId xmlns:a16="http://schemas.microsoft.com/office/drawing/2014/main" id="{BBB5F077-B788-93E0-E475-DED7C5D44042}"/>
                    </a:ext>
                  </a:extLst>
                </p:cNvPr>
                <p:cNvSpPr/>
                <p:nvPr/>
              </p:nvSpPr>
              <p:spPr>
                <a:xfrm>
                  <a:off x="849515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0" name="Forma libre 109">
                  <a:extLst>
                    <a:ext uri="{FF2B5EF4-FFF2-40B4-BE49-F238E27FC236}">
                      <a16:creationId xmlns:a16="http://schemas.microsoft.com/office/drawing/2014/main" id="{A00C73C2-A3F9-014E-3AAB-01FC720E9253}"/>
                    </a:ext>
                  </a:extLst>
                </p:cNvPr>
                <p:cNvSpPr/>
                <p:nvPr/>
              </p:nvSpPr>
              <p:spPr>
                <a:xfrm>
                  <a:off x="852620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1" name="Forma libre 110">
                  <a:extLst>
                    <a:ext uri="{FF2B5EF4-FFF2-40B4-BE49-F238E27FC236}">
                      <a16:creationId xmlns:a16="http://schemas.microsoft.com/office/drawing/2014/main" id="{FB6D74A4-2031-7B53-A512-A535746AC6C3}"/>
                    </a:ext>
                  </a:extLst>
                </p:cNvPr>
                <p:cNvSpPr/>
                <p:nvPr/>
              </p:nvSpPr>
              <p:spPr>
                <a:xfrm>
                  <a:off x="855719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2" name="Forma libre 111">
                  <a:extLst>
                    <a:ext uri="{FF2B5EF4-FFF2-40B4-BE49-F238E27FC236}">
                      <a16:creationId xmlns:a16="http://schemas.microsoft.com/office/drawing/2014/main" id="{0828250E-8DF4-0E2E-3487-E15DAB64BE4F}"/>
                    </a:ext>
                  </a:extLst>
                </p:cNvPr>
                <p:cNvSpPr/>
                <p:nvPr/>
              </p:nvSpPr>
              <p:spPr>
                <a:xfrm>
                  <a:off x="858824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3" name="Forma libre 112">
                  <a:extLst>
                    <a:ext uri="{FF2B5EF4-FFF2-40B4-BE49-F238E27FC236}">
                      <a16:creationId xmlns:a16="http://schemas.microsoft.com/office/drawing/2014/main" id="{888C1191-32D9-4C4A-C8AA-D8AF7CAA377C}"/>
                    </a:ext>
                  </a:extLst>
                </p:cNvPr>
                <p:cNvSpPr/>
                <p:nvPr/>
              </p:nvSpPr>
              <p:spPr>
                <a:xfrm>
                  <a:off x="861929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4" name="Forma libre 113">
                  <a:extLst>
                    <a:ext uri="{FF2B5EF4-FFF2-40B4-BE49-F238E27FC236}">
                      <a16:creationId xmlns:a16="http://schemas.microsoft.com/office/drawing/2014/main" id="{1AF19717-6789-8ECD-C30A-ED857895E632}"/>
                    </a:ext>
                  </a:extLst>
                </p:cNvPr>
                <p:cNvSpPr/>
                <p:nvPr/>
              </p:nvSpPr>
              <p:spPr>
                <a:xfrm>
                  <a:off x="865035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5" name="Forma libre 114">
                  <a:extLst>
                    <a:ext uri="{FF2B5EF4-FFF2-40B4-BE49-F238E27FC236}">
                      <a16:creationId xmlns:a16="http://schemas.microsoft.com/office/drawing/2014/main" id="{08926D4B-6442-2852-18D4-6B4504C6D379}"/>
                    </a:ext>
                  </a:extLst>
                </p:cNvPr>
                <p:cNvSpPr/>
                <p:nvPr/>
              </p:nvSpPr>
              <p:spPr>
                <a:xfrm>
                  <a:off x="868140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6" name="Forma libre 115">
                  <a:extLst>
                    <a:ext uri="{FF2B5EF4-FFF2-40B4-BE49-F238E27FC236}">
                      <a16:creationId xmlns:a16="http://schemas.microsoft.com/office/drawing/2014/main" id="{0216F089-AD4B-8AE1-B633-55994BB31D6F}"/>
                    </a:ext>
                  </a:extLst>
                </p:cNvPr>
                <p:cNvSpPr/>
                <p:nvPr/>
              </p:nvSpPr>
              <p:spPr>
                <a:xfrm>
                  <a:off x="871245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7" name="Forma libre 116">
                  <a:extLst>
                    <a:ext uri="{FF2B5EF4-FFF2-40B4-BE49-F238E27FC236}">
                      <a16:creationId xmlns:a16="http://schemas.microsoft.com/office/drawing/2014/main" id="{B6F3FA3B-49CA-E0F0-A066-548618754D68}"/>
                    </a:ext>
                  </a:extLst>
                </p:cNvPr>
                <p:cNvSpPr/>
                <p:nvPr/>
              </p:nvSpPr>
              <p:spPr>
                <a:xfrm>
                  <a:off x="874350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8" name="Forma libre 117">
                  <a:extLst>
                    <a:ext uri="{FF2B5EF4-FFF2-40B4-BE49-F238E27FC236}">
                      <a16:creationId xmlns:a16="http://schemas.microsoft.com/office/drawing/2014/main" id="{32866FCF-C176-6DE9-3A22-4F0E21EF9322}"/>
                    </a:ext>
                  </a:extLst>
                </p:cNvPr>
                <p:cNvSpPr/>
                <p:nvPr/>
              </p:nvSpPr>
              <p:spPr>
                <a:xfrm>
                  <a:off x="877449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19" name="Forma libre 118">
                  <a:extLst>
                    <a:ext uri="{FF2B5EF4-FFF2-40B4-BE49-F238E27FC236}">
                      <a16:creationId xmlns:a16="http://schemas.microsoft.com/office/drawing/2014/main" id="{D4835948-325B-57B2-6D8A-07909BFE6877}"/>
                    </a:ext>
                  </a:extLst>
                </p:cNvPr>
                <p:cNvSpPr/>
                <p:nvPr/>
              </p:nvSpPr>
              <p:spPr>
                <a:xfrm>
                  <a:off x="880554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0" name="Forma libre 119">
                  <a:extLst>
                    <a:ext uri="{FF2B5EF4-FFF2-40B4-BE49-F238E27FC236}">
                      <a16:creationId xmlns:a16="http://schemas.microsoft.com/office/drawing/2014/main" id="{75D8038E-1252-09C2-E5B0-39A7F4A81BC3}"/>
                    </a:ext>
                  </a:extLst>
                </p:cNvPr>
                <p:cNvSpPr/>
                <p:nvPr/>
              </p:nvSpPr>
              <p:spPr>
                <a:xfrm>
                  <a:off x="883659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1" name="Forma libre 120">
                  <a:extLst>
                    <a:ext uri="{FF2B5EF4-FFF2-40B4-BE49-F238E27FC236}">
                      <a16:creationId xmlns:a16="http://schemas.microsoft.com/office/drawing/2014/main" id="{46DF9A61-2410-D571-23A4-3673BA653B80}"/>
                    </a:ext>
                  </a:extLst>
                </p:cNvPr>
                <p:cNvSpPr/>
                <p:nvPr/>
              </p:nvSpPr>
              <p:spPr>
                <a:xfrm>
                  <a:off x="886764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122" name="Forma libre 121">
                  <a:extLst>
                    <a:ext uri="{FF2B5EF4-FFF2-40B4-BE49-F238E27FC236}">
                      <a16:creationId xmlns:a16="http://schemas.microsoft.com/office/drawing/2014/main" id="{DC8E8EA9-DC6E-FE00-4887-B01673CDB7A5}"/>
                    </a:ext>
                  </a:extLst>
                </p:cNvPr>
                <p:cNvSpPr/>
                <p:nvPr/>
              </p:nvSpPr>
              <p:spPr>
                <a:xfrm>
                  <a:off x="889869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8" name="Gráfico 4">
                <a:extLst>
                  <a:ext uri="{FF2B5EF4-FFF2-40B4-BE49-F238E27FC236}">
                    <a16:creationId xmlns:a16="http://schemas.microsoft.com/office/drawing/2014/main" id="{0EB18BBC-6483-9D19-D048-1FCBC9935A85}"/>
                  </a:ext>
                </a:extLst>
              </p:cNvPr>
              <p:cNvGrpSpPr/>
              <p:nvPr/>
            </p:nvGrpSpPr>
            <p:grpSpPr>
              <a:xfrm>
                <a:off x="8931719" y="4850955"/>
                <a:ext cx="698436" cy="15494"/>
                <a:chOff x="8931719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77" name="Forma libre 76">
                  <a:extLst>
                    <a:ext uri="{FF2B5EF4-FFF2-40B4-BE49-F238E27FC236}">
                      <a16:creationId xmlns:a16="http://schemas.microsoft.com/office/drawing/2014/main" id="{24348FB4-8BA9-45C9-0747-6CF6D4462B0F}"/>
                    </a:ext>
                  </a:extLst>
                </p:cNvPr>
                <p:cNvSpPr/>
                <p:nvPr/>
              </p:nvSpPr>
              <p:spPr>
                <a:xfrm>
                  <a:off x="893171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8" name="Forma libre 77">
                  <a:extLst>
                    <a:ext uri="{FF2B5EF4-FFF2-40B4-BE49-F238E27FC236}">
                      <a16:creationId xmlns:a16="http://schemas.microsoft.com/office/drawing/2014/main" id="{DC9B53B0-B162-0BC4-613C-935E8CB7F63E}"/>
                    </a:ext>
                  </a:extLst>
                </p:cNvPr>
                <p:cNvSpPr/>
                <p:nvPr/>
              </p:nvSpPr>
              <p:spPr>
                <a:xfrm>
                  <a:off x="896277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9" name="Forma libre 78">
                  <a:extLst>
                    <a:ext uri="{FF2B5EF4-FFF2-40B4-BE49-F238E27FC236}">
                      <a16:creationId xmlns:a16="http://schemas.microsoft.com/office/drawing/2014/main" id="{74ED161B-E95E-956D-2069-E8DDFC6602B7}"/>
                    </a:ext>
                  </a:extLst>
                </p:cNvPr>
                <p:cNvSpPr/>
                <p:nvPr/>
              </p:nvSpPr>
              <p:spPr>
                <a:xfrm>
                  <a:off x="899382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0" name="Forma libre 79">
                  <a:extLst>
                    <a:ext uri="{FF2B5EF4-FFF2-40B4-BE49-F238E27FC236}">
                      <a16:creationId xmlns:a16="http://schemas.microsoft.com/office/drawing/2014/main" id="{917CB3E5-91CD-71F2-83D0-BF4B29D274CA}"/>
                    </a:ext>
                  </a:extLst>
                </p:cNvPr>
                <p:cNvSpPr/>
                <p:nvPr/>
              </p:nvSpPr>
              <p:spPr>
                <a:xfrm>
                  <a:off x="902487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1" name="Forma libre 80">
                  <a:extLst>
                    <a:ext uri="{FF2B5EF4-FFF2-40B4-BE49-F238E27FC236}">
                      <a16:creationId xmlns:a16="http://schemas.microsoft.com/office/drawing/2014/main" id="{54DB05D4-94E5-EA2F-10CC-6113BA6E05B1}"/>
                    </a:ext>
                  </a:extLst>
                </p:cNvPr>
                <p:cNvSpPr/>
                <p:nvPr/>
              </p:nvSpPr>
              <p:spPr>
                <a:xfrm>
                  <a:off x="905586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2" name="Forma libre 81">
                  <a:extLst>
                    <a:ext uri="{FF2B5EF4-FFF2-40B4-BE49-F238E27FC236}">
                      <a16:creationId xmlns:a16="http://schemas.microsoft.com/office/drawing/2014/main" id="{84806AD1-07A0-E023-9819-0C9FFAC5C5B2}"/>
                    </a:ext>
                  </a:extLst>
                </p:cNvPr>
                <p:cNvSpPr/>
                <p:nvPr/>
              </p:nvSpPr>
              <p:spPr>
                <a:xfrm>
                  <a:off x="908691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3" name="Forma libre 82">
                  <a:extLst>
                    <a:ext uri="{FF2B5EF4-FFF2-40B4-BE49-F238E27FC236}">
                      <a16:creationId xmlns:a16="http://schemas.microsoft.com/office/drawing/2014/main" id="{9E7EC054-FFB1-BAB7-2854-516FAEF781CA}"/>
                    </a:ext>
                  </a:extLst>
                </p:cNvPr>
                <p:cNvSpPr/>
                <p:nvPr/>
              </p:nvSpPr>
              <p:spPr>
                <a:xfrm>
                  <a:off x="911796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4" name="Forma libre 83">
                  <a:extLst>
                    <a:ext uri="{FF2B5EF4-FFF2-40B4-BE49-F238E27FC236}">
                      <a16:creationId xmlns:a16="http://schemas.microsoft.com/office/drawing/2014/main" id="{E782708B-D396-F282-B7BF-9C16BEB4B958}"/>
                    </a:ext>
                  </a:extLst>
                </p:cNvPr>
                <p:cNvSpPr/>
                <p:nvPr/>
              </p:nvSpPr>
              <p:spPr>
                <a:xfrm>
                  <a:off x="914901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5" name="Forma libre 84">
                  <a:extLst>
                    <a:ext uri="{FF2B5EF4-FFF2-40B4-BE49-F238E27FC236}">
                      <a16:creationId xmlns:a16="http://schemas.microsoft.com/office/drawing/2014/main" id="{A84D57B4-BFD9-57B1-E1C4-2172B612D51D}"/>
                    </a:ext>
                  </a:extLst>
                </p:cNvPr>
                <p:cNvSpPr/>
                <p:nvPr/>
              </p:nvSpPr>
              <p:spPr>
                <a:xfrm>
                  <a:off x="918006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6" name="Forma libre 85">
                  <a:extLst>
                    <a:ext uri="{FF2B5EF4-FFF2-40B4-BE49-F238E27FC236}">
                      <a16:creationId xmlns:a16="http://schemas.microsoft.com/office/drawing/2014/main" id="{762CA704-71F7-048D-B3EB-E33F8D8AEB54}"/>
                    </a:ext>
                  </a:extLst>
                </p:cNvPr>
                <p:cNvSpPr/>
                <p:nvPr/>
              </p:nvSpPr>
              <p:spPr>
                <a:xfrm>
                  <a:off x="921111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7" name="Forma libre 86">
                  <a:extLst>
                    <a:ext uri="{FF2B5EF4-FFF2-40B4-BE49-F238E27FC236}">
                      <a16:creationId xmlns:a16="http://schemas.microsoft.com/office/drawing/2014/main" id="{F993B673-7B0F-9EFE-20A1-AF41A68DCAF5}"/>
                    </a:ext>
                  </a:extLst>
                </p:cNvPr>
                <p:cNvSpPr/>
                <p:nvPr/>
              </p:nvSpPr>
              <p:spPr>
                <a:xfrm>
                  <a:off x="924217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8" name="Forma libre 87">
                  <a:extLst>
                    <a:ext uri="{FF2B5EF4-FFF2-40B4-BE49-F238E27FC236}">
                      <a16:creationId xmlns:a16="http://schemas.microsoft.com/office/drawing/2014/main" id="{D49078AA-C7D7-3C00-FB02-A2C10E8C43C4}"/>
                    </a:ext>
                  </a:extLst>
                </p:cNvPr>
                <p:cNvSpPr/>
                <p:nvPr/>
              </p:nvSpPr>
              <p:spPr>
                <a:xfrm>
                  <a:off x="927315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89" name="Forma libre 88">
                  <a:extLst>
                    <a:ext uri="{FF2B5EF4-FFF2-40B4-BE49-F238E27FC236}">
                      <a16:creationId xmlns:a16="http://schemas.microsoft.com/office/drawing/2014/main" id="{248AFDAE-DACE-325A-F23C-50BFB852D02D}"/>
                    </a:ext>
                  </a:extLst>
                </p:cNvPr>
                <p:cNvSpPr/>
                <p:nvPr/>
              </p:nvSpPr>
              <p:spPr>
                <a:xfrm>
                  <a:off x="930421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0" name="Forma libre 89">
                  <a:extLst>
                    <a:ext uri="{FF2B5EF4-FFF2-40B4-BE49-F238E27FC236}">
                      <a16:creationId xmlns:a16="http://schemas.microsoft.com/office/drawing/2014/main" id="{09826AE0-187E-68F4-EE54-48363C7407EF}"/>
                    </a:ext>
                  </a:extLst>
                </p:cNvPr>
                <p:cNvSpPr/>
                <p:nvPr/>
              </p:nvSpPr>
              <p:spPr>
                <a:xfrm>
                  <a:off x="933526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1" name="Forma libre 90">
                  <a:extLst>
                    <a:ext uri="{FF2B5EF4-FFF2-40B4-BE49-F238E27FC236}">
                      <a16:creationId xmlns:a16="http://schemas.microsoft.com/office/drawing/2014/main" id="{9729A8A9-D81B-08D0-882D-70D959E41CD4}"/>
                    </a:ext>
                  </a:extLst>
                </p:cNvPr>
                <p:cNvSpPr/>
                <p:nvPr/>
              </p:nvSpPr>
              <p:spPr>
                <a:xfrm>
                  <a:off x="936631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2" name="Forma libre 91">
                  <a:extLst>
                    <a:ext uri="{FF2B5EF4-FFF2-40B4-BE49-F238E27FC236}">
                      <a16:creationId xmlns:a16="http://schemas.microsoft.com/office/drawing/2014/main" id="{6830AB8E-D5AD-7886-487C-01207D52CCF3}"/>
                    </a:ext>
                  </a:extLst>
                </p:cNvPr>
                <p:cNvSpPr/>
                <p:nvPr/>
              </p:nvSpPr>
              <p:spPr>
                <a:xfrm>
                  <a:off x="939736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3" name="Forma libre 92">
                  <a:extLst>
                    <a:ext uri="{FF2B5EF4-FFF2-40B4-BE49-F238E27FC236}">
                      <a16:creationId xmlns:a16="http://schemas.microsoft.com/office/drawing/2014/main" id="{72A4EAA0-0866-DF15-19C2-493D3B1DA143}"/>
                    </a:ext>
                  </a:extLst>
                </p:cNvPr>
                <p:cNvSpPr/>
                <p:nvPr/>
              </p:nvSpPr>
              <p:spPr>
                <a:xfrm>
                  <a:off x="942841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4" name="Forma libre 93">
                  <a:extLst>
                    <a:ext uri="{FF2B5EF4-FFF2-40B4-BE49-F238E27FC236}">
                      <a16:creationId xmlns:a16="http://schemas.microsoft.com/office/drawing/2014/main" id="{D896FEC1-BC1D-302C-9C78-C6A9365FABFE}"/>
                    </a:ext>
                  </a:extLst>
                </p:cNvPr>
                <p:cNvSpPr/>
                <p:nvPr/>
              </p:nvSpPr>
              <p:spPr>
                <a:xfrm>
                  <a:off x="945946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5" name="Forma libre 94">
                  <a:extLst>
                    <a:ext uri="{FF2B5EF4-FFF2-40B4-BE49-F238E27FC236}">
                      <a16:creationId xmlns:a16="http://schemas.microsoft.com/office/drawing/2014/main" id="{5EB7F287-8C44-DC24-804B-995B3EC8DE62}"/>
                    </a:ext>
                  </a:extLst>
                </p:cNvPr>
                <p:cNvSpPr/>
                <p:nvPr/>
              </p:nvSpPr>
              <p:spPr>
                <a:xfrm>
                  <a:off x="949045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6" name="Forma libre 95">
                  <a:extLst>
                    <a:ext uri="{FF2B5EF4-FFF2-40B4-BE49-F238E27FC236}">
                      <a16:creationId xmlns:a16="http://schemas.microsoft.com/office/drawing/2014/main" id="{7A532C37-843D-91C2-483C-21901AF09B96}"/>
                    </a:ext>
                  </a:extLst>
                </p:cNvPr>
                <p:cNvSpPr/>
                <p:nvPr/>
              </p:nvSpPr>
              <p:spPr>
                <a:xfrm>
                  <a:off x="952150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7" name="Forma libre 96">
                  <a:extLst>
                    <a:ext uri="{FF2B5EF4-FFF2-40B4-BE49-F238E27FC236}">
                      <a16:creationId xmlns:a16="http://schemas.microsoft.com/office/drawing/2014/main" id="{D9C9D701-2408-4476-DCED-1EEC9BD44A9E}"/>
                    </a:ext>
                  </a:extLst>
                </p:cNvPr>
                <p:cNvSpPr/>
                <p:nvPr/>
              </p:nvSpPr>
              <p:spPr>
                <a:xfrm>
                  <a:off x="955255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8" name="Forma libre 97">
                  <a:extLst>
                    <a:ext uri="{FF2B5EF4-FFF2-40B4-BE49-F238E27FC236}">
                      <a16:creationId xmlns:a16="http://schemas.microsoft.com/office/drawing/2014/main" id="{11E68F2C-8770-7DF7-624F-64F09866B542}"/>
                    </a:ext>
                  </a:extLst>
                </p:cNvPr>
                <p:cNvSpPr/>
                <p:nvPr/>
              </p:nvSpPr>
              <p:spPr>
                <a:xfrm>
                  <a:off x="958361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99" name="Forma libre 98">
                  <a:extLst>
                    <a:ext uri="{FF2B5EF4-FFF2-40B4-BE49-F238E27FC236}">
                      <a16:creationId xmlns:a16="http://schemas.microsoft.com/office/drawing/2014/main" id="{F79A8A84-3471-2536-7319-627EE2CA4660}"/>
                    </a:ext>
                  </a:extLst>
                </p:cNvPr>
                <p:cNvSpPr/>
                <p:nvPr/>
              </p:nvSpPr>
              <p:spPr>
                <a:xfrm>
                  <a:off x="961466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29" name="Gráfico 4">
                <a:extLst>
                  <a:ext uri="{FF2B5EF4-FFF2-40B4-BE49-F238E27FC236}">
                    <a16:creationId xmlns:a16="http://schemas.microsoft.com/office/drawing/2014/main" id="{B8AECE4F-C89C-6BFF-19DE-C552805BACEC}"/>
                  </a:ext>
                </a:extLst>
              </p:cNvPr>
              <p:cNvGrpSpPr/>
              <p:nvPr/>
            </p:nvGrpSpPr>
            <p:grpSpPr>
              <a:xfrm>
                <a:off x="9647682" y="4850955"/>
                <a:ext cx="698436" cy="15494"/>
                <a:chOff x="9647682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54" name="Forma libre 53">
                  <a:extLst>
                    <a:ext uri="{FF2B5EF4-FFF2-40B4-BE49-F238E27FC236}">
                      <a16:creationId xmlns:a16="http://schemas.microsoft.com/office/drawing/2014/main" id="{A7A59219-76D6-E135-E31A-6D36011EB447}"/>
                    </a:ext>
                  </a:extLst>
                </p:cNvPr>
                <p:cNvSpPr/>
                <p:nvPr/>
              </p:nvSpPr>
              <p:spPr>
                <a:xfrm>
                  <a:off x="964768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5" name="Forma libre 54">
                  <a:extLst>
                    <a:ext uri="{FF2B5EF4-FFF2-40B4-BE49-F238E27FC236}">
                      <a16:creationId xmlns:a16="http://schemas.microsoft.com/office/drawing/2014/main" id="{DFC5E88A-2844-FFA3-DE05-0A5540645D61}"/>
                    </a:ext>
                  </a:extLst>
                </p:cNvPr>
                <p:cNvSpPr/>
                <p:nvPr/>
              </p:nvSpPr>
              <p:spPr>
                <a:xfrm>
                  <a:off x="967873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6" name="Forma libre 55">
                  <a:extLst>
                    <a:ext uri="{FF2B5EF4-FFF2-40B4-BE49-F238E27FC236}">
                      <a16:creationId xmlns:a16="http://schemas.microsoft.com/office/drawing/2014/main" id="{DB996A9A-5AFA-9325-ADDC-F1F7E80B4D3D}"/>
                    </a:ext>
                  </a:extLst>
                </p:cNvPr>
                <p:cNvSpPr/>
                <p:nvPr/>
              </p:nvSpPr>
              <p:spPr>
                <a:xfrm>
                  <a:off x="970978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7" name="Forma libre 56">
                  <a:extLst>
                    <a:ext uri="{FF2B5EF4-FFF2-40B4-BE49-F238E27FC236}">
                      <a16:creationId xmlns:a16="http://schemas.microsoft.com/office/drawing/2014/main" id="{F8063770-4CE4-9D9A-938D-069AD5A4AFE7}"/>
                    </a:ext>
                  </a:extLst>
                </p:cNvPr>
                <p:cNvSpPr/>
                <p:nvPr/>
              </p:nvSpPr>
              <p:spPr>
                <a:xfrm>
                  <a:off x="974083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8" name="Forma libre 57">
                  <a:extLst>
                    <a:ext uri="{FF2B5EF4-FFF2-40B4-BE49-F238E27FC236}">
                      <a16:creationId xmlns:a16="http://schemas.microsoft.com/office/drawing/2014/main" id="{B0440BCE-F9A7-8C8F-BEF1-E17FC75225D4}"/>
                    </a:ext>
                  </a:extLst>
                </p:cNvPr>
                <p:cNvSpPr/>
                <p:nvPr/>
              </p:nvSpPr>
              <p:spPr>
                <a:xfrm>
                  <a:off x="977188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9" name="Forma libre 58">
                  <a:extLst>
                    <a:ext uri="{FF2B5EF4-FFF2-40B4-BE49-F238E27FC236}">
                      <a16:creationId xmlns:a16="http://schemas.microsoft.com/office/drawing/2014/main" id="{006E50F6-DB60-B8BB-FF58-A20859CA221E}"/>
                    </a:ext>
                  </a:extLst>
                </p:cNvPr>
                <p:cNvSpPr/>
                <p:nvPr/>
              </p:nvSpPr>
              <p:spPr>
                <a:xfrm>
                  <a:off x="980287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0" name="Forma libre 59">
                  <a:extLst>
                    <a:ext uri="{FF2B5EF4-FFF2-40B4-BE49-F238E27FC236}">
                      <a16:creationId xmlns:a16="http://schemas.microsoft.com/office/drawing/2014/main" id="{299643C4-3A7C-39FC-66DB-E98F764DD26A}"/>
                    </a:ext>
                  </a:extLst>
                </p:cNvPr>
                <p:cNvSpPr/>
                <p:nvPr/>
              </p:nvSpPr>
              <p:spPr>
                <a:xfrm>
                  <a:off x="983392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1" name="Forma libre 60">
                  <a:extLst>
                    <a:ext uri="{FF2B5EF4-FFF2-40B4-BE49-F238E27FC236}">
                      <a16:creationId xmlns:a16="http://schemas.microsoft.com/office/drawing/2014/main" id="{568371C0-874B-A19A-1E2C-77FD2696955D}"/>
                    </a:ext>
                  </a:extLst>
                </p:cNvPr>
                <p:cNvSpPr/>
                <p:nvPr/>
              </p:nvSpPr>
              <p:spPr>
                <a:xfrm>
                  <a:off x="986497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2" name="Forma libre 61">
                  <a:extLst>
                    <a:ext uri="{FF2B5EF4-FFF2-40B4-BE49-F238E27FC236}">
                      <a16:creationId xmlns:a16="http://schemas.microsoft.com/office/drawing/2014/main" id="{401FE67A-7D69-C5C7-6908-76446102A429}"/>
                    </a:ext>
                  </a:extLst>
                </p:cNvPr>
                <p:cNvSpPr/>
                <p:nvPr/>
              </p:nvSpPr>
              <p:spPr>
                <a:xfrm>
                  <a:off x="989603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3" name="Forma libre 62">
                  <a:extLst>
                    <a:ext uri="{FF2B5EF4-FFF2-40B4-BE49-F238E27FC236}">
                      <a16:creationId xmlns:a16="http://schemas.microsoft.com/office/drawing/2014/main" id="{054A79BE-A4BE-3DA1-5E0D-A45C6BFA2034}"/>
                    </a:ext>
                  </a:extLst>
                </p:cNvPr>
                <p:cNvSpPr/>
                <p:nvPr/>
              </p:nvSpPr>
              <p:spPr>
                <a:xfrm>
                  <a:off x="992708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4" name="Forma libre 63">
                  <a:extLst>
                    <a:ext uri="{FF2B5EF4-FFF2-40B4-BE49-F238E27FC236}">
                      <a16:creationId xmlns:a16="http://schemas.microsoft.com/office/drawing/2014/main" id="{774266B7-B29F-3673-0C22-743D4079394C}"/>
                    </a:ext>
                  </a:extLst>
                </p:cNvPr>
                <p:cNvSpPr/>
                <p:nvPr/>
              </p:nvSpPr>
              <p:spPr>
                <a:xfrm>
                  <a:off x="995813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5" name="Forma libre 64">
                  <a:extLst>
                    <a:ext uri="{FF2B5EF4-FFF2-40B4-BE49-F238E27FC236}">
                      <a16:creationId xmlns:a16="http://schemas.microsoft.com/office/drawing/2014/main" id="{62D6564E-1681-8D7E-7418-FE1AFD4DB51E}"/>
                    </a:ext>
                  </a:extLst>
                </p:cNvPr>
                <p:cNvSpPr/>
                <p:nvPr/>
              </p:nvSpPr>
              <p:spPr>
                <a:xfrm>
                  <a:off x="998912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6" name="Forma libre 65">
                  <a:extLst>
                    <a:ext uri="{FF2B5EF4-FFF2-40B4-BE49-F238E27FC236}">
                      <a16:creationId xmlns:a16="http://schemas.microsoft.com/office/drawing/2014/main" id="{960F00E9-A23E-17A1-09DC-8BDC2883E4BE}"/>
                    </a:ext>
                  </a:extLst>
                </p:cNvPr>
                <p:cNvSpPr/>
                <p:nvPr/>
              </p:nvSpPr>
              <p:spPr>
                <a:xfrm>
                  <a:off x="1002017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7" name="Forma libre 66">
                  <a:extLst>
                    <a:ext uri="{FF2B5EF4-FFF2-40B4-BE49-F238E27FC236}">
                      <a16:creationId xmlns:a16="http://schemas.microsoft.com/office/drawing/2014/main" id="{0687FF5C-C9A2-E7C9-304A-84A33AF68C0F}"/>
                    </a:ext>
                  </a:extLst>
                </p:cNvPr>
                <p:cNvSpPr/>
                <p:nvPr/>
              </p:nvSpPr>
              <p:spPr>
                <a:xfrm>
                  <a:off x="1005122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8" name="Forma libre 67">
                  <a:extLst>
                    <a:ext uri="{FF2B5EF4-FFF2-40B4-BE49-F238E27FC236}">
                      <a16:creationId xmlns:a16="http://schemas.microsoft.com/office/drawing/2014/main" id="{C66B19FE-C9BC-3C44-05E2-3348EF2C6B4C}"/>
                    </a:ext>
                  </a:extLst>
                </p:cNvPr>
                <p:cNvSpPr/>
                <p:nvPr/>
              </p:nvSpPr>
              <p:spPr>
                <a:xfrm>
                  <a:off x="1008227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69" name="Forma libre 68">
                  <a:extLst>
                    <a:ext uri="{FF2B5EF4-FFF2-40B4-BE49-F238E27FC236}">
                      <a16:creationId xmlns:a16="http://schemas.microsoft.com/office/drawing/2014/main" id="{7CC1BFF3-E6F4-7B1B-76C6-DABD73D07791}"/>
                    </a:ext>
                  </a:extLst>
                </p:cNvPr>
                <p:cNvSpPr/>
                <p:nvPr/>
              </p:nvSpPr>
              <p:spPr>
                <a:xfrm>
                  <a:off x="1011332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0" name="Forma libre 69">
                  <a:extLst>
                    <a:ext uri="{FF2B5EF4-FFF2-40B4-BE49-F238E27FC236}">
                      <a16:creationId xmlns:a16="http://schemas.microsoft.com/office/drawing/2014/main" id="{CFC2BAAB-7A0E-7857-A465-3512BB738F57}"/>
                    </a:ext>
                  </a:extLst>
                </p:cNvPr>
                <p:cNvSpPr/>
                <p:nvPr/>
              </p:nvSpPr>
              <p:spPr>
                <a:xfrm>
                  <a:off x="1014437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1" name="Forma libre 70">
                  <a:extLst>
                    <a:ext uri="{FF2B5EF4-FFF2-40B4-BE49-F238E27FC236}">
                      <a16:creationId xmlns:a16="http://schemas.microsoft.com/office/drawing/2014/main" id="{4DDAD479-0232-541C-7EA2-A7FB57B5DF0B}"/>
                    </a:ext>
                  </a:extLst>
                </p:cNvPr>
                <p:cNvSpPr/>
                <p:nvPr/>
              </p:nvSpPr>
              <p:spPr>
                <a:xfrm>
                  <a:off x="1017543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2" name="Forma libre 71">
                  <a:extLst>
                    <a:ext uri="{FF2B5EF4-FFF2-40B4-BE49-F238E27FC236}">
                      <a16:creationId xmlns:a16="http://schemas.microsoft.com/office/drawing/2014/main" id="{793E8598-F74B-DA75-EE88-9A0ACC840646}"/>
                    </a:ext>
                  </a:extLst>
                </p:cNvPr>
                <p:cNvSpPr/>
                <p:nvPr/>
              </p:nvSpPr>
              <p:spPr>
                <a:xfrm>
                  <a:off x="1020641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3" name="Forma libre 72">
                  <a:extLst>
                    <a:ext uri="{FF2B5EF4-FFF2-40B4-BE49-F238E27FC236}">
                      <a16:creationId xmlns:a16="http://schemas.microsoft.com/office/drawing/2014/main" id="{78EB5352-60DD-A6EE-0736-B24B51C27C5C}"/>
                    </a:ext>
                  </a:extLst>
                </p:cNvPr>
                <p:cNvSpPr/>
                <p:nvPr/>
              </p:nvSpPr>
              <p:spPr>
                <a:xfrm>
                  <a:off x="1023747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4" name="Forma libre 73">
                  <a:extLst>
                    <a:ext uri="{FF2B5EF4-FFF2-40B4-BE49-F238E27FC236}">
                      <a16:creationId xmlns:a16="http://schemas.microsoft.com/office/drawing/2014/main" id="{7DF3F4A1-A095-C0A2-F5C8-000B954113DE}"/>
                    </a:ext>
                  </a:extLst>
                </p:cNvPr>
                <p:cNvSpPr/>
                <p:nvPr/>
              </p:nvSpPr>
              <p:spPr>
                <a:xfrm>
                  <a:off x="1026852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5" name="Forma libre 74">
                  <a:extLst>
                    <a:ext uri="{FF2B5EF4-FFF2-40B4-BE49-F238E27FC236}">
                      <a16:creationId xmlns:a16="http://schemas.microsoft.com/office/drawing/2014/main" id="{D5A09975-1F60-F847-A173-3BF9A427E4DB}"/>
                    </a:ext>
                  </a:extLst>
                </p:cNvPr>
                <p:cNvSpPr/>
                <p:nvPr/>
              </p:nvSpPr>
              <p:spPr>
                <a:xfrm>
                  <a:off x="1029957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76" name="Forma libre 75">
                  <a:extLst>
                    <a:ext uri="{FF2B5EF4-FFF2-40B4-BE49-F238E27FC236}">
                      <a16:creationId xmlns:a16="http://schemas.microsoft.com/office/drawing/2014/main" id="{676B3320-9133-624E-0223-D1C01F996244}"/>
                    </a:ext>
                  </a:extLst>
                </p:cNvPr>
                <p:cNvSpPr/>
                <p:nvPr/>
              </p:nvSpPr>
              <p:spPr>
                <a:xfrm>
                  <a:off x="1033062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  <p:grpSp>
            <p:nvGrpSpPr>
              <p:cNvPr id="30" name="Gráfico 4">
                <a:extLst>
                  <a:ext uri="{FF2B5EF4-FFF2-40B4-BE49-F238E27FC236}">
                    <a16:creationId xmlns:a16="http://schemas.microsoft.com/office/drawing/2014/main" id="{B735806C-AD43-C722-57DC-93AD59D7B1FF}"/>
                  </a:ext>
                </a:extLst>
              </p:cNvPr>
              <p:cNvGrpSpPr/>
              <p:nvPr/>
            </p:nvGrpSpPr>
            <p:grpSpPr>
              <a:xfrm>
                <a:off x="10363644" y="4850955"/>
                <a:ext cx="698436" cy="15494"/>
                <a:chOff x="10363644" y="4850955"/>
                <a:chExt cx="698436" cy="15494"/>
              </a:xfrm>
              <a:solidFill>
                <a:srgbClr val="93AAC9"/>
              </a:solidFill>
            </p:grpSpPr>
            <p:sp>
              <p:nvSpPr>
                <p:cNvPr id="31" name="Forma libre 30">
                  <a:extLst>
                    <a:ext uri="{FF2B5EF4-FFF2-40B4-BE49-F238E27FC236}">
                      <a16:creationId xmlns:a16="http://schemas.microsoft.com/office/drawing/2014/main" id="{3631C8D4-5C25-94D0-2F1C-FF9F05519965}"/>
                    </a:ext>
                  </a:extLst>
                </p:cNvPr>
                <p:cNvSpPr/>
                <p:nvPr/>
              </p:nvSpPr>
              <p:spPr>
                <a:xfrm>
                  <a:off x="1036364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2" name="Forma libre 31">
                  <a:extLst>
                    <a:ext uri="{FF2B5EF4-FFF2-40B4-BE49-F238E27FC236}">
                      <a16:creationId xmlns:a16="http://schemas.microsoft.com/office/drawing/2014/main" id="{7E9D00EE-9E50-ABC3-D3E1-243CF0782C54}"/>
                    </a:ext>
                  </a:extLst>
                </p:cNvPr>
                <p:cNvSpPr/>
                <p:nvPr/>
              </p:nvSpPr>
              <p:spPr>
                <a:xfrm>
                  <a:off x="1039469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3" name="Forma libre 32">
                  <a:extLst>
                    <a:ext uri="{FF2B5EF4-FFF2-40B4-BE49-F238E27FC236}">
                      <a16:creationId xmlns:a16="http://schemas.microsoft.com/office/drawing/2014/main" id="{4DAAA8D4-D753-AC20-1107-52019A8F64E5}"/>
                    </a:ext>
                  </a:extLst>
                </p:cNvPr>
                <p:cNvSpPr/>
                <p:nvPr/>
              </p:nvSpPr>
              <p:spPr>
                <a:xfrm>
                  <a:off x="1042574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4" name="Forma libre 33">
                  <a:extLst>
                    <a:ext uri="{FF2B5EF4-FFF2-40B4-BE49-F238E27FC236}">
                      <a16:creationId xmlns:a16="http://schemas.microsoft.com/office/drawing/2014/main" id="{B76D2A62-EBE9-121C-5A95-1028D4B3767C}"/>
                    </a:ext>
                  </a:extLst>
                </p:cNvPr>
                <p:cNvSpPr/>
                <p:nvPr/>
              </p:nvSpPr>
              <p:spPr>
                <a:xfrm>
                  <a:off x="10456799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5" name="Forma libre 34">
                  <a:extLst>
                    <a:ext uri="{FF2B5EF4-FFF2-40B4-BE49-F238E27FC236}">
                      <a16:creationId xmlns:a16="http://schemas.microsoft.com/office/drawing/2014/main" id="{70EF9329-3B8B-DFB1-B0EB-A676390B18AE}"/>
                    </a:ext>
                  </a:extLst>
                </p:cNvPr>
                <p:cNvSpPr/>
                <p:nvPr/>
              </p:nvSpPr>
              <p:spPr>
                <a:xfrm>
                  <a:off x="1048785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6" name="Forma libre 35">
                  <a:extLst>
                    <a:ext uri="{FF2B5EF4-FFF2-40B4-BE49-F238E27FC236}">
                      <a16:creationId xmlns:a16="http://schemas.microsoft.com/office/drawing/2014/main" id="{2CE6F7AC-186B-8B34-0D32-244B1958B3F0}"/>
                    </a:ext>
                  </a:extLst>
                </p:cNvPr>
                <p:cNvSpPr/>
                <p:nvPr/>
              </p:nvSpPr>
              <p:spPr>
                <a:xfrm>
                  <a:off x="1051883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7" name="Forma libre 36">
                  <a:extLst>
                    <a:ext uri="{FF2B5EF4-FFF2-40B4-BE49-F238E27FC236}">
                      <a16:creationId xmlns:a16="http://schemas.microsoft.com/office/drawing/2014/main" id="{A7954526-797B-395C-1651-84CCD494D18B}"/>
                    </a:ext>
                  </a:extLst>
                </p:cNvPr>
                <p:cNvSpPr/>
                <p:nvPr/>
              </p:nvSpPr>
              <p:spPr>
                <a:xfrm>
                  <a:off x="1054989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8" name="Forma libre 37">
                  <a:extLst>
                    <a:ext uri="{FF2B5EF4-FFF2-40B4-BE49-F238E27FC236}">
                      <a16:creationId xmlns:a16="http://schemas.microsoft.com/office/drawing/2014/main" id="{B67D50B1-9115-AC88-65C7-7078D2C6D416}"/>
                    </a:ext>
                  </a:extLst>
                </p:cNvPr>
                <p:cNvSpPr/>
                <p:nvPr/>
              </p:nvSpPr>
              <p:spPr>
                <a:xfrm>
                  <a:off x="1058094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39" name="Forma libre 38">
                  <a:extLst>
                    <a:ext uri="{FF2B5EF4-FFF2-40B4-BE49-F238E27FC236}">
                      <a16:creationId xmlns:a16="http://schemas.microsoft.com/office/drawing/2014/main" id="{257D3C15-D951-1E06-9011-1F1D85C16F77}"/>
                    </a:ext>
                  </a:extLst>
                </p:cNvPr>
                <p:cNvSpPr/>
                <p:nvPr/>
              </p:nvSpPr>
              <p:spPr>
                <a:xfrm>
                  <a:off x="1061199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0" name="Forma libre 39">
                  <a:extLst>
                    <a:ext uri="{FF2B5EF4-FFF2-40B4-BE49-F238E27FC236}">
                      <a16:creationId xmlns:a16="http://schemas.microsoft.com/office/drawing/2014/main" id="{2D6A919E-469A-884C-AED7-F8FA642C8285}"/>
                    </a:ext>
                  </a:extLst>
                </p:cNvPr>
                <p:cNvSpPr/>
                <p:nvPr/>
              </p:nvSpPr>
              <p:spPr>
                <a:xfrm>
                  <a:off x="1064304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1" name="Forma libre 40">
                  <a:extLst>
                    <a:ext uri="{FF2B5EF4-FFF2-40B4-BE49-F238E27FC236}">
                      <a16:creationId xmlns:a16="http://schemas.microsoft.com/office/drawing/2014/main" id="{150ADB52-FBAE-1539-9724-8B64CF72CB81}"/>
                    </a:ext>
                  </a:extLst>
                </p:cNvPr>
                <p:cNvSpPr/>
                <p:nvPr/>
              </p:nvSpPr>
              <p:spPr>
                <a:xfrm>
                  <a:off x="10674096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2" name="Forma libre 41">
                  <a:extLst>
                    <a:ext uri="{FF2B5EF4-FFF2-40B4-BE49-F238E27FC236}">
                      <a16:creationId xmlns:a16="http://schemas.microsoft.com/office/drawing/2014/main" id="{8B7345A1-9EF0-C7CC-91F1-978D8F331628}"/>
                    </a:ext>
                  </a:extLst>
                </p:cNvPr>
                <p:cNvSpPr/>
                <p:nvPr/>
              </p:nvSpPr>
              <p:spPr>
                <a:xfrm>
                  <a:off x="1070514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3" name="Forma libre 42">
                  <a:extLst>
                    <a:ext uri="{FF2B5EF4-FFF2-40B4-BE49-F238E27FC236}">
                      <a16:creationId xmlns:a16="http://schemas.microsoft.com/office/drawing/2014/main" id="{29EB8C10-B97E-0822-078B-E8D10CB77EB7}"/>
                    </a:ext>
                  </a:extLst>
                </p:cNvPr>
                <p:cNvSpPr/>
                <p:nvPr/>
              </p:nvSpPr>
              <p:spPr>
                <a:xfrm>
                  <a:off x="1073613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4" name="Forma libre 43">
                  <a:extLst>
                    <a:ext uri="{FF2B5EF4-FFF2-40B4-BE49-F238E27FC236}">
                      <a16:creationId xmlns:a16="http://schemas.microsoft.com/office/drawing/2014/main" id="{EC4D3372-08EB-BE64-BFCA-6AA302BA16B7}"/>
                    </a:ext>
                  </a:extLst>
                </p:cNvPr>
                <p:cNvSpPr/>
                <p:nvPr/>
              </p:nvSpPr>
              <p:spPr>
                <a:xfrm>
                  <a:off x="1076718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5" name="Forma libre 44">
                  <a:extLst>
                    <a:ext uri="{FF2B5EF4-FFF2-40B4-BE49-F238E27FC236}">
                      <a16:creationId xmlns:a16="http://schemas.microsoft.com/office/drawing/2014/main" id="{1758D039-5A23-D2E0-41A9-1E127470C313}"/>
                    </a:ext>
                  </a:extLst>
                </p:cNvPr>
                <p:cNvSpPr/>
                <p:nvPr/>
              </p:nvSpPr>
              <p:spPr>
                <a:xfrm>
                  <a:off x="10798238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6" name="Forma libre 45">
                  <a:extLst>
                    <a:ext uri="{FF2B5EF4-FFF2-40B4-BE49-F238E27FC236}">
                      <a16:creationId xmlns:a16="http://schemas.microsoft.com/office/drawing/2014/main" id="{FB128A75-BB3A-E4BE-1C3D-E35E1B167097}"/>
                    </a:ext>
                  </a:extLst>
                </p:cNvPr>
                <p:cNvSpPr/>
                <p:nvPr/>
              </p:nvSpPr>
              <p:spPr>
                <a:xfrm>
                  <a:off x="10829290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7" name="Forma libre 46">
                  <a:extLst>
                    <a:ext uri="{FF2B5EF4-FFF2-40B4-BE49-F238E27FC236}">
                      <a16:creationId xmlns:a16="http://schemas.microsoft.com/office/drawing/2014/main" id="{18A4E66F-C128-85D4-1FE6-DDDDCCFA5535}"/>
                    </a:ext>
                  </a:extLst>
                </p:cNvPr>
                <p:cNvSpPr/>
                <p:nvPr/>
              </p:nvSpPr>
              <p:spPr>
                <a:xfrm>
                  <a:off x="1086034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8" name="Forma libre 47">
                  <a:extLst>
                    <a:ext uri="{FF2B5EF4-FFF2-40B4-BE49-F238E27FC236}">
                      <a16:creationId xmlns:a16="http://schemas.microsoft.com/office/drawing/2014/main" id="{CCBD9CC6-BDEE-B6C2-0121-3CC70E4DB4CD}"/>
                    </a:ext>
                  </a:extLst>
                </p:cNvPr>
                <p:cNvSpPr/>
                <p:nvPr/>
              </p:nvSpPr>
              <p:spPr>
                <a:xfrm>
                  <a:off x="10891393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49" name="Forma libre 48">
                  <a:extLst>
                    <a:ext uri="{FF2B5EF4-FFF2-40B4-BE49-F238E27FC236}">
                      <a16:creationId xmlns:a16="http://schemas.microsoft.com/office/drawing/2014/main" id="{44F4680F-5219-4314-1853-C062CE6D1CFF}"/>
                    </a:ext>
                  </a:extLst>
                </p:cNvPr>
                <p:cNvSpPr/>
                <p:nvPr/>
              </p:nvSpPr>
              <p:spPr>
                <a:xfrm>
                  <a:off x="10922381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0" name="Forma libre 49">
                  <a:extLst>
                    <a:ext uri="{FF2B5EF4-FFF2-40B4-BE49-F238E27FC236}">
                      <a16:creationId xmlns:a16="http://schemas.microsoft.com/office/drawing/2014/main" id="{BAC41C56-211D-DCF9-2854-717625500161}"/>
                    </a:ext>
                  </a:extLst>
                </p:cNvPr>
                <p:cNvSpPr/>
                <p:nvPr/>
              </p:nvSpPr>
              <p:spPr>
                <a:xfrm>
                  <a:off x="10953432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0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8" y="15494"/>
                        <a:pt x="0" y="12026"/>
                        <a:pt x="0" y="7747"/>
                      </a:cubicBezTo>
                      <a:cubicBezTo>
                        <a:pt x="0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1" name="Forma libre 50">
                  <a:extLst>
                    <a:ext uri="{FF2B5EF4-FFF2-40B4-BE49-F238E27FC236}">
                      <a16:creationId xmlns:a16="http://schemas.microsoft.com/office/drawing/2014/main" id="{6DB15B69-B11D-6D5E-C53F-F70A1E77C282}"/>
                    </a:ext>
                  </a:extLst>
                </p:cNvPr>
                <p:cNvSpPr/>
                <p:nvPr/>
              </p:nvSpPr>
              <p:spPr>
                <a:xfrm>
                  <a:off x="10984484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2" name="Forma libre 51">
                  <a:extLst>
                    <a:ext uri="{FF2B5EF4-FFF2-40B4-BE49-F238E27FC236}">
                      <a16:creationId xmlns:a16="http://schemas.microsoft.com/office/drawing/2014/main" id="{F512C7B2-8E35-1163-179F-1E8C6F152CE5}"/>
                    </a:ext>
                  </a:extLst>
                </p:cNvPr>
                <p:cNvSpPr/>
                <p:nvPr/>
              </p:nvSpPr>
              <p:spPr>
                <a:xfrm>
                  <a:off x="11015535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7 w 15494"/>
                    <a:gd name="connsiteY1" fmla="*/ 15494 h 15494"/>
                    <a:gd name="connsiteX2" fmla="*/ 1 w 15494"/>
                    <a:gd name="connsiteY2" fmla="*/ 7747 h 15494"/>
                    <a:gd name="connsiteX3" fmla="*/ 7747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5" y="15494"/>
                        <a:pt x="7747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69" y="0"/>
                        <a:pt x="7747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  <p:sp>
              <p:nvSpPr>
                <p:cNvPr id="53" name="Forma libre 52">
                  <a:extLst>
                    <a:ext uri="{FF2B5EF4-FFF2-40B4-BE49-F238E27FC236}">
                      <a16:creationId xmlns:a16="http://schemas.microsoft.com/office/drawing/2014/main" id="{2D1A85D8-0968-B349-C1FD-58CCC416CF36}"/>
                    </a:ext>
                  </a:extLst>
                </p:cNvPr>
                <p:cNvSpPr/>
                <p:nvPr/>
              </p:nvSpPr>
              <p:spPr>
                <a:xfrm>
                  <a:off x="11046587" y="4850955"/>
                  <a:ext cx="15494" cy="15494"/>
                </a:xfrm>
                <a:custGeom>
                  <a:avLst/>
                  <a:gdLst>
                    <a:gd name="connsiteX0" fmla="*/ 15494 w 15494"/>
                    <a:gd name="connsiteY0" fmla="*/ 7747 h 15494"/>
                    <a:gd name="connsiteX1" fmla="*/ 7748 w 15494"/>
                    <a:gd name="connsiteY1" fmla="*/ 15494 h 15494"/>
                    <a:gd name="connsiteX2" fmla="*/ 1 w 15494"/>
                    <a:gd name="connsiteY2" fmla="*/ 7747 h 15494"/>
                    <a:gd name="connsiteX3" fmla="*/ 7748 w 15494"/>
                    <a:gd name="connsiteY3" fmla="*/ 0 h 15494"/>
                    <a:gd name="connsiteX4" fmla="*/ 15494 w 15494"/>
                    <a:gd name="connsiteY4" fmla="*/ 7747 h 15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94" h="15494">
                      <a:moveTo>
                        <a:pt x="15494" y="7747"/>
                      </a:moveTo>
                      <a:cubicBezTo>
                        <a:pt x="15494" y="12026"/>
                        <a:pt x="12026" y="15494"/>
                        <a:pt x="7748" y="15494"/>
                      </a:cubicBezTo>
                      <a:cubicBezTo>
                        <a:pt x="3469" y="15494"/>
                        <a:pt x="1" y="12026"/>
                        <a:pt x="1" y="7747"/>
                      </a:cubicBezTo>
                      <a:cubicBezTo>
                        <a:pt x="1" y="3469"/>
                        <a:pt x="3470" y="0"/>
                        <a:pt x="7748" y="0"/>
                      </a:cubicBezTo>
                      <a:cubicBezTo>
                        <a:pt x="12026" y="0"/>
                        <a:pt x="15494" y="3469"/>
                        <a:pt x="15494" y="7747"/>
                      </a:cubicBezTo>
                      <a:close/>
                    </a:path>
                  </a:pathLst>
                </a:custGeom>
                <a:solidFill>
                  <a:srgbClr val="93AAC9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CO"/>
                </a:p>
              </p:txBody>
            </p:sp>
          </p:grpSp>
        </p:grpSp>
      </p:grpSp>
      <p:grpSp>
        <p:nvGrpSpPr>
          <p:cNvPr id="696" name="Grupo 695">
            <a:extLst>
              <a:ext uri="{FF2B5EF4-FFF2-40B4-BE49-F238E27FC236}">
                <a16:creationId xmlns:a16="http://schemas.microsoft.com/office/drawing/2014/main" id="{50262372-FDEB-9AFB-2544-2F6363325F21}"/>
              </a:ext>
            </a:extLst>
          </p:cNvPr>
          <p:cNvGrpSpPr/>
          <p:nvPr/>
        </p:nvGrpSpPr>
        <p:grpSpPr>
          <a:xfrm>
            <a:off x="2491408" y="1686249"/>
            <a:ext cx="577977" cy="560577"/>
            <a:chOff x="5737415" y="2108517"/>
            <a:chExt cx="577977" cy="560577"/>
          </a:xfrm>
        </p:grpSpPr>
        <p:grpSp>
          <p:nvGrpSpPr>
            <p:cNvPr id="697" name="Gráfico 4">
              <a:extLst>
                <a:ext uri="{FF2B5EF4-FFF2-40B4-BE49-F238E27FC236}">
                  <a16:creationId xmlns:a16="http://schemas.microsoft.com/office/drawing/2014/main" id="{C49DBC7D-3CA7-8E8D-6847-ADF1A307FFFA}"/>
                </a:ext>
              </a:extLst>
            </p:cNvPr>
            <p:cNvGrpSpPr/>
            <p:nvPr/>
          </p:nvGrpSpPr>
          <p:grpSpPr>
            <a:xfrm>
              <a:off x="6075362" y="2430716"/>
              <a:ext cx="150304" cy="160718"/>
              <a:chOff x="6075362" y="2430716"/>
              <a:chExt cx="150304" cy="160718"/>
            </a:xfrm>
            <a:noFill/>
          </p:grpSpPr>
          <p:sp>
            <p:nvSpPr>
              <p:cNvPr id="701" name="Forma libre 700">
                <a:extLst>
                  <a:ext uri="{FF2B5EF4-FFF2-40B4-BE49-F238E27FC236}">
                    <a16:creationId xmlns:a16="http://schemas.microsoft.com/office/drawing/2014/main" id="{B85EA0E7-D931-6962-A3B7-B428B3C848AD}"/>
                  </a:ext>
                </a:extLst>
              </p:cNvPr>
              <p:cNvSpPr/>
              <p:nvPr/>
            </p:nvSpPr>
            <p:spPr>
              <a:xfrm>
                <a:off x="6209472" y="2430716"/>
                <a:ext cx="16194" cy="148399"/>
              </a:xfrm>
              <a:custGeom>
                <a:avLst/>
                <a:gdLst>
                  <a:gd name="connsiteX0" fmla="*/ 16194 w 16194"/>
                  <a:gd name="connsiteY0" fmla="*/ 0 h 148399"/>
                  <a:gd name="connsiteX1" fmla="*/ 14416 w 16194"/>
                  <a:gd name="connsiteY1" fmla="*/ 148399 h 14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194" h="148399">
                    <a:moveTo>
                      <a:pt x="16194" y="0"/>
                    </a:moveTo>
                    <a:cubicBezTo>
                      <a:pt x="-1586" y="45148"/>
                      <a:pt x="-8190" y="101854"/>
                      <a:pt x="14416" y="148399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702" name="Forma libre 701">
                <a:extLst>
                  <a:ext uri="{FF2B5EF4-FFF2-40B4-BE49-F238E27FC236}">
                    <a16:creationId xmlns:a16="http://schemas.microsoft.com/office/drawing/2014/main" id="{BBB59909-3C08-B707-8E9D-54C0BA5687B5}"/>
                  </a:ext>
                </a:extLst>
              </p:cNvPr>
              <p:cNvSpPr/>
              <p:nvPr/>
            </p:nvSpPr>
            <p:spPr>
              <a:xfrm>
                <a:off x="6075362" y="2569132"/>
                <a:ext cx="148526" cy="22302"/>
              </a:xfrm>
              <a:custGeom>
                <a:avLst/>
                <a:gdLst>
                  <a:gd name="connsiteX0" fmla="*/ 148527 w 148526"/>
                  <a:gd name="connsiteY0" fmla="*/ 9920 h 22302"/>
                  <a:gd name="connsiteX1" fmla="*/ 0 w 148526"/>
                  <a:gd name="connsiteY1" fmla="*/ 22303 h 22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526" h="22302">
                    <a:moveTo>
                      <a:pt x="148527" y="9920"/>
                    </a:moveTo>
                    <a:cubicBezTo>
                      <a:pt x="99251" y="-9130"/>
                      <a:pt x="42418" y="1602"/>
                      <a:pt x="0" y="22303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698" name="Forma libre 697">
              <a:extLst>
                <a:ext uri="{FF2B5EF4-FFF2-40B4-BE49-F238E27FC236}">
                  <a16:creationId xmlns:a16="http://schemas.microsoft.com/office/drawing/2014/main" id="{1D501497-B214-40AB-E09C-3BF85EA7AF9D}"/>
                </a:ext>
              </a:extLst>
            </p:cNvPr>
            <p:cNvSpPr/>
            <p:nvPr/>
          </p:nvSpPr>
          <p:spPr>
            <a:xfrm>
              <a:off x="5737415" y="2108517"/>
              <a:ext cx="498728" cy="498729"/>
            </a:xfrm>
            <a:custGeom>
              <a:avLst/>
              <a:gdLst>
                <a:gd name="connsiteX0" fmla="*/ 351282 w 498728"/>
                <a:gd name="connsiteY0" fmla="*/ 477012 h 498729"/>
                <a:gd name="connsiteX1" fmla="*/ 249364 w 498728"/>
                <a:gd name="connsiteY1" fmla="*/ 498729 h 498729"/>
                <a:gd name="connsiteX2" fmla="*/ 0 w 498728"/>
                <a:gd name="connsiteY2" fmla="*/ 249365 h 498729"/>
                <a:gd name="connsiteX3" fmla="*/ 249364 w 498728"/>
                <a:gd name="connsiteY3" fmla="*/ 0 h 498729"/>
                <a:gd name="connsiteX4" fmla="*/ 498729 w 498728"/>
                <a:gd name="connsiteY4" fmla="*/ 249365 h 498729"/>
                <a:gd name="connsiteX5" fmla="*/ 483997 w 498728"/>
                <a:gd name="connsiteY5" fmla="*/ 333947 h 4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728" h="498729">
                  <a:moveTo>
                    <a:pt x="351282" y="477012"/>
                  </a:moveTo>
                  <a:cubicBezTo>
                    <a:pt x="320167" y="490982"/>
                    <a:pt x="285623" y="498729"/>
                    <a:pt x="249364" y="498729"/>
                  </a:cubicBezTo>
                  <a:cubicBezTo>
                    <a:pt x="111633" y="498729"/>
                    <a:pt x="0" y="387096"/>
                    <a:pt x="0" y="249365"/>
                  </a:cubicBezTo>
                  <a:cubicBezTo>
                    <a:pt x="0" y="111633"/>
                    <a:pt x="111633" y="0"/>
                    <a:pt x="249364" y="0"/>
                  </a:cubicBezTo>
                  <a:cubicBezTo>
                    <a:pt x="387096" y="0"/>
                    <a:pt x="498729" y="111633"/>
                    <a:pt x="498729" y="249365"/>
                  </a:cubicBezTo>
                  <a:cubicBezTo>
                    <a:pt x="498729" y="279083"/>
                    <a:pt x="493522" y="307531"/>
                    <a:pt x="483997" y="333947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99" name="Forma libre 698">
              <a:extLst>
                <a:ext uri="{FF2B5EF4-FFF2-40B4-BE49-F238E27FC236}">
                  <a16:creationId xmlns:a16="http://schemas.microsoft.com/office/drawing/2014/main" id="{F8B928CF-E398-00B5-95FA-FA2B0B111951}"/>
                </a:ext>
              </a:extLst>
            </p:cNvPr>
            <p:cNvSpPr/>
            <p:nvPr/>
          </p:nvSpPr>
          <p:spPr>
            <a:xfrm>
              <a:off x="6212205" y="2568892"/>
              <a:ext cx="103187" cy="100202"/>
            </a:xfrm>
            <a:custGeom>
              <a:avLst/>
              <a:gdLst>
                <a:gd name="connsiteX0" fmla="*/ 0 w 103187"/>
                <a:gd name="connsiteY0" fmla="*/ 0 h 100202"/>
                <a:gd name="connsiteX1" fmla="*/ 103187 w 103187"/>
                <a:gd name="connsiteY1" fmla="*/ 100203 h 10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187" h="100202">
                  <a:moveTo>
                    <a:pt x="0" y="0"/>
                  </a:moveTo>
                  <a:lnTo>
                    <a:pt x="103187" y="100203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00" name="Forma libre 699">
              <a:extLst>
                <a:ext uri="{FF2B5EF4-FFF2-40B4-BE49-F238E27FC236}">
                  <a16:creationId xmlns:a16="http://schemas.microsoft.com/office/drawing/2014/main" id="{C8BD4572-E905-7E1C-B9CB-EA7A9DDAFD58}"/>
                </a:ext>
              </a:extLst>
            </p:cNvPr>
            <p:cNvSpPr/>
            <p:nvPr/>
          </p:nvSpPr>
          <p:spPr>
            <a:xfrm>
              <a:off x="5925058" y="2194986"/>
              <a:ext cx="218884" cy="120223"/>
            </a:xfrm>
            <a:custGeom>
              <a:avLst/>
              <a:gdLst>
                <a:gd name="connsiteX0" fmla="*/ 191833 w 218884"/>
                <a:gd name="connsiteY0" fmla="*/ 120224 h 120223"/>
                <a:gd name="connsiteX1" fmla="*/ 218884 w 218884"/>
                <a:gd name="connsiteY1" fmla="*/ 111715 h 120223"/>
                <a:gd name="connsiteX2" fmla="*/ 135953 w 218884"/>
                <a:gd name="connsiteY2" fmla="*/ 20402 h 120223"/>
                <a:gd name="connsiteX3" fmla="*/ 0 w 218884"/>
                <a:gd name="connsiteY3" fmla="*/ 8210 h 120223"/>
                <a:gd name="connsiteX4" fmla="*/ 8509 w 218884"/>
                <a:gd name="connsiteY4" fmla="*/ 35261 h 120223"/>
                <a:gd name="connsiteX5" fmla="*/ 122809 w 218884"/>
                <a:gd name="connsiteY5" fmla="*/ 45548 h 120223"/>
                <a:gd name="connsiteX6" fmla="*/ 191770 w 218884"/>
                <a:gd name="connsiteY6" fmla="*/ 120224 h 1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884" h="120223">
                  <a:moveTo>
                    <a:pt x="191833" y="120224"/>
                  </a:moveTo>
                  <a:lnTo>
                    <a:pt x="218884" y="111715"/>
                  </a:lnTo>
                  <a:cubicBezTo>
                    <a:pt x="203454" y="73297"/>
                    <a:pt x="174752" y="40658"/>
                    <a:pt x="135953" y="20402"/>
                  </a:cubicBezTo>
                  <a:cubicBezTo>
                    <a:pt x="93726" y="-1633"/>
                    <a:pt x="45466" y="-6014"/>
                    <a:pt x="0" y="8210"/>
                  </a:cubicBezTo>
                  <a:lnTo>
                    <a:pt x="8509" y="35261"/>
                  </a:lnTo>
                  <a:cubicBezTo>
                    <a:pt x="46736" y="23323"/>
                    <a:pt x="87313" y="27006"/>
                    <a:pt x="122809" y="45548"/>
                  </a:cubicBezTo>
                  <a:cubicBezTo>
                    <a:pt x="154686" y="62248"/>
                    <a:pt x="178562" y="88855"/>
                    <a:pt x="191770" y="120224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703" name="CuadroTexto 702">
            <a:extLst>
              <a:ext uri="{FF2B5EF4-FFF2-40B4-BE49-F238E27FC236}">
                <a16:creationId xmlns:a16="http://schemas.microsoft.com/office/drawing/2014/main" id="{DF60F62E-A1E2-2D85-4D4D-4DEACD7C287E}"/>
              </a:ext>
            </a:extLst>
          </p:cNvPr>
          <p:cNvSpPr txBox="1"/>
          <p:nvPr/>
        </p:nvSpPr>
        <p:spPr>
          <a:xfrm>
            <a:off x="6129083" y="2212359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FFFFFF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704" name="CuadroTexto 703">
            <a:extLst>
              <a:ext uri="{FF2B5EF4-FFF2-40B4-BE49-F238E27FC236}">
                <a16:creationId xmlns:a16="http://schemas.microsoft.com/office/drawing/2014/main" id="{C978F276-81AF-A04C-796E-55172CA90056}"/>
              </a:ext>
            </a:extLst>
          </p:cNvPr>
          <p:cNvSpPr txBox="1"/>
          <p:nvPr/>
        </p:nvSpPr>
        <p:spPr>
          <a:xfrm>
            <a:off x="6129083" y="3192860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FFFFFF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705" name="CuadroTexto 704">
            <a:extLst>
              <a:ext uri="{FF2B5EF4-FFF2-40B4-BE49-F238E27FC236}">
                <a16:creationId xmlns:a16="http://schemas.microsoft.com/office/drawing/2014/main" id="{D13CB62C-605E-D4ED-699E-BA546BD193C8}"/>
              </a:ext>
            </a:extLst>
          </p:cNvPr>
          <p:cNvSpPr txBox="1"/>
          <p:nvPr/>
        </p:nvSpPr>
        <p:spPr>
          <a:xfrm>
            <a:off x="6129083" y="4129293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0D2057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706" name="CuadroTexto 705">
            <a:extLst>
              <a:ext uri="{FF2B5EF4-FFF2-40B4-BE49-F238E27FC236}">
                <a16:creationId xmlns:a16="http://schemas.microsoft.com/office/drawing/2014/main" id="{3C45A70E-A5F7-3B01-B87E-974A354F99BD}"/>
              </a:ext>
            </a:extLst>
          </p:cNvPr>
          <p:cNvSpPr txBox="1"/>
          <p:nvPr/>
        </p:nvSpPr>
        <p:spPr>
          <a:xfrm>
            <a:off x="6129083" y="5087760"/>
            <a:ext cx="4972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3000" b="1" spc="0" baseline="0" dirty="0">
                <a:ln/>
                <a:solidFill>
                  <a:srgbClr val="0D2057"/>
                </a:solidFill>
                <a:latin typeface="MyriadPro-Bold"/>
                <a:sym typeface="MyriadPro-Bold"/>
                <a:rtl val="0"/>
              </a:rPr>
              <a:t>1.</a:t>
            </a:r>
          </a:p>
        </p:txBody>
      </p:sp>
      <p:sp>
        <p:nvSpPr>
          <p:cNvPr id="707" name="CuadroTexto 706">
            <a:extLst>
              <a:ext uri="{FF2B5EF4-FFF2-40B4-BE49-F238E27FC236}">
                <a16:creationId xmlns:a16="http://schemas.microsoft.com/office/drawing/2014/main" id="{EE6D6FBE-224C-437F-D511-28C1BDCD71B4}"/>
              </a:ext>
            </a:extLst>
          </p:cNvPr>
          <p:cNvSpPr txBox="1"/>
          <p:nvPr/>
        </p:nvSpPr>
        <p:spPr>
          <a:xfrm>
            <a:off x="6770245" y="2187602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708" name="CuadroTexto 707">
            <a:extLst>
              <a:ext uri="{FF2B5EF4-FFF2-40B4-BE49-F238E27FC236}">
                <a16:creationId xmlns:a16="http://schemas.microsoft.com/office/drawing/2014/main" id="{79882FFF-0EE0-D478-A97D-4C01C070BBE5}"/>
              </a:ext>
            </a:extLst>
          </p:cNvPr>
          <p:cNvSpPr txBox="1"/>
          <p:nvPr/>
        </p:nvSpPr>
        <p:spPr>
          <a:xfrm>
            <a:off x="6770245" y="3135053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709" name="CuadroTexto 708">
            <a:extLst>
              <a:ext uri="{FF2B5EF4-FFF2-40B4-BE49-F238E27FC236}">
                <a16:creationId xmlns:a16="http://schemas.microsoft.com/office/drawing/2014/main" id="{F8DAC14D-A5F6-FB25-46A7-ECA1D9638586}"/>
              </a:ext>
            </a:extLst>
          </p:cNvPr>
          <p:cNvSpPr txBox="1"/>
          <p:nvPr/>
        </p:nvSpPr>
        <p:spPr>
          <a:xfrm>
            <a:off x="6770245" y="4093521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710" name="CuadroTexto 709">
            <a:extLst>
              <a:ext uri="{FF2B5EF4-FFF2-40B4-BE49-F238E27FC236}">
                <a16:creationId xmlns:a16="http://schemas.microsoft.com/office/drawing/2014/main" id="{A144C4B5-D900-7712-08D7-EABFFDA6E62F}"/>
              </a:ext>
            </a:extLst>
          </p:cNvPr>
          <p:cNvSpPr txBox="1"/>
          <p:nvPr/>
        </p:nvSpPr>
        <p:spPr>
          <a:xfrm>
            <a:off x="6770245" y="5018938"/>
            <a:ext cx="4400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 Ut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wisi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enim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ad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minim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veniam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, quis </a:t>
            </a:r>
            <a:r>
              <a:rPr lang="es-CO" sz="1200" spc="-60" baseline="0" dirty="0" err="1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nostrud</a:t>
            </a:r>
            <a:r>
              <a:rPr lang="es-CO" sz="1200" spc="-60" baseline="0" dirty="0">
                <a:ln/>
                <a:solidFill>
                  <a:srgbClr val="99989D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587E7724-A41E-99C7-7907-2F5B320FF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2977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4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E5F1107C-DE32-B2FE-AAD9-AA157DAF5167}"/>
              </a:ext>
            </a:extLst>
          </p:cNvPr>
          <p:cNvSpPr/>
          <p:nvPr/>
        </p:nvSpPr>
        <p:spPr>
          <a:xfrm>
            <a:off x="-56197" y="-33400"/>
            <a:ext cx="4740338" cy="6931596"/>
          </a:xfrm>
          <a:custGeom>
            <a:avLst/>
            <a:gdLst>
              <a:gd name="connsiteX0" fmla="*/ 0 w 4740338"/>
              <a:gd name="connsiteY0" fmla="*/ 0 h 6931596"/>
              <a:gd name="connsiteX1" fmla="*/ 4740339 w 4740338"/>
              <a:gd name="connsiteY1" fmla="*/ 0 h 6931596"/>
              <a:gd name="connsiteX2" fmla="*/ 4740339 w 4740338"/>
              <a:gd name="connsiteY2" fmla="*/ 6931596 h 6931596"/>
              <a:gd name="connsiteX3" fmla="*/ 0 w 4740338"/>
              <a:gd name="connsiteY3" fmla="*/ 6931596 h 693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0338" h="6931596">
                <a:moveTo>
                  <a:pt x="0" y="0"/>
                </a:moveTo>
                <a:lnTo>
                  <a:pt x="4740339" y="0"/>
                </a:lnTo>
                <a:lnTo>
                  <a:pt x="4740339" y="6931596"/>
                </a:lnTo>
                <a:lnTo>
                  <a:pt x="0" y="6931596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63000" r="-18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DC431652-57E8-E6AC-410C-42042F071F3D}"/>
              </a:ext>
            </a:extLst>
          </p:cNvPr>
          <p:cNvSpPr/>
          <p:nvPr/>
        </p:nvSpPr>
        <p:spPr>
          <a:xfrm>
            <a:off x="-56197" y="-36798"/>
            <a:ext cx="4740338" cy="6931596"/>
          </a:xfrm>
          <a:custGeom>
            <a:avLst/>
            <a:gdLst>
              <a:gd name="connsiteX0" fmla="*/ 0 w 4740338"/>
              <a:gd name="connsiteY0" fmla="*/ 0 h 6931596"/>
              <a:gd name="connsiteX1" fmla="*/ 4740339 w 4740338"/>
              <a:gd name="connsiteY1" fmla="*/ 0 h 6931596"/>
              <a:gd name="connsiteX2" fmla="*/ 4740339 w 4740338"/>
              <a:gd name="connsiteY2" fmla="*/ 6931596 h 6931596"/>
              <a:gd name="connsiteX3" fmla="*/ 0 w 4740338"/>
              <a:gd name="connsiteY3" fmla="*/ 6931596 h 693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0338" h="6931596">
                <a:moveTo>
                  <a:pt x="0" y="0"/>
                </a:moveTo>
                <a:lnTo>
                  <a:pt x="4740339" y="0"/>
                </a:lnTo>
                <a:lnTo>
                  <a:pt x="4740339" y="6931596"/>
                </a:lnTo>
                <a:lnTo>
                  <a:pt x="0" y="6931596"/>
                </a:lnTo>
                <a:close/>
              </a:path>
            </a:pathLst>
          </a:custGeom>
          <a:solidFill>
            <a:srgbClr val="11225A">
              <a:alpha val="40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47E2F670-2EC6-61E9-1E93-052A39F1EBDF}"/>
              </a:ext>
            </a:extLst>
          </p:cNvPr>
          <p:cNvSpPr/>
          <p:nvPr/>
        </p:nvSpPr>
        <p:spPr>
          <a:xfrm>
            <a:off x="4682426" y="-33401"/>
            <a:ext cx="707834" cy="3758565"/>
          </a:xfrm>
          <a:custGeom>
            <a:avLst/>
            <a:gdLst>
              <a:gd name="connsiteX0" fmla="*/ 0 w 707834"/>
              <a:gd name="connsiteY0" fmla="*/ 3758565 h 3758565"/>
              <a:gd name="connsiteX1" fmla="*/ 707834 w 707834"/>
              <a:gd name="connsiteY1" fmla="*/ 2734691 h 3758565"/>
              <a:gd name="connsiteX2" fmla="*/ 707834 w 707834"/>
              <a:gd name="connsiteY2" fmla="*/ 0 h 3758565"/>
              <a:gd name="connsiteX3" fmla="*/ 0 w 707834"/>
              <a:gd name="connsiteY3" fmla="*/ 0 h 3758565"/>
              <a:gd name="connsiteX4" fmla="*/ 0 w 707834"/>
              <a:gd name="connsiteY4" fmla="*/ 3758565 h 375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834" h="3758565">
                <a:moveTo>
                  <a:pt x="0" y="3758565"/>
                </a:moveTo>
                <a:lnTo>
                  <a:pt x="707834" y="2734691"/>
                </a:lnTo>
                <a:lnTo>
                  <a:pt x="707834" y="0"/>
                </a:lnTo>
                <a:lnTo>
                  <a:pt x="0" y="0"/>
                </a:lnTo>
                <a:lnTo>
                  <a:pt x="0" y="3758565"/>
                </a:ln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5A21EA39-4F8A-57CD-A4A0-7B8F6BC49C86}"/>
              </a:ext>
            </a:extLst>
          </p:cNvPr>
          <p:cNvSpPr/>
          <p:nvPr/>
        </p:nvSpPr>
        <p:spPr>
          <a:xfrm>
            <a:off x="3976306" y="-57403"/>
            <a:ext cx="707897" cy="6979602"/>
          </a:xfrm>
          <a:custGeom>
            <a:avLst/>
            <a:gdLst>
              <a:gd name="connsiteX0" fmla="*/ 707898 w 707897"/>
              <a:gd name="connsiteY0" fmla="*/ 6979603 h 6979602"/>
              <a:gd name="connsiteX1" fmla="*/ 0 w 707897"/>
              <a:gd name="connsiteY1" fmla="*/ 5955792 h 6979602"/>
              <a:gd name="connsiteX2" fmla="*/ 0 w 707897"/>
              <a:gd name="connsiteY2" fmla="*/ 0 h 6979602"/>
              <a:gd name="connsiteX3" fmla="*/ 707898 w 707897"/>
              <a:gd name="connsiteY3" fmla="*/ 0 h 6979602"/>
              <a:gd name="connsiteX4" fmla="*/ 707898 w 707897"/>
              <a:gd name="connsiteY4" fmla="*/ 6979603 h 697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897" h="6979602">
                <a:moveTo>
                  <a:pt x="707898" y="6979603"/>
                </a:moveTo>
                <a:lnTo>
                  <a:pt x="0" y="5955792"/>
                </a:lnTo>
                <a:lnTo>
                  <a:pt x="0" y="0"/>
                </a:lnTo>
                <a:lnTo>
                  <a:pt x="707898" y="0"/>
                </a:lnTo>
                <a:lnTo>
                  <a:pt x="707898" y="6979603"/>
                </a:lnTo>
                <a:close/>
              </a:path>
            </a:pathLst>
          </a:custGeom>
          <a:solidFill>
            <a:srgbClr val="98B1D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3CE36D5D-D461-2ACC-8195-380F699FF8FF}"/>
              </a:ext>
            </a:extLst>
          </p:cNvPr>
          <p:cNvSpPr/>
          <p:nvPr/>
        </p:nvSpPr>
        <p:spPr>
          <a:xfrm>
            <a:off x="9759767" y="1574225"/>
            <a:ext cx="1130482" cy="1288855"/>
          </a:xfrm>
          <a:custGeom>
            <a:avLst/>
            <a:gdLst>
              <a:gd name="connsiteX0" fmla="*/ 813748 w 1130482"/>
              <a:gd name="connsiteY0" fmla="*/ 1072892 h 1288855"/>
              <a:gd name="connsiteX1" fmla="*/ 944432 w 1130482"/>
              <a:gd name="connsiteY1" fmla="*/ 984754 h 1288855"/>
              <a:gd name="connsiteX2" fmla="*/ 984754 w 1130482"/>
              <a:gd name="connsiteY2" fmla="*/ 186051 h 1288855"/>
              <a:gd name="connsiteX3" fmla="*/ 186051 w 1130482"/>
              <a:gd name="connsiteY3" fmla="*/ 145728 h 1288855"/>
              <a:gd name="connsiteX4" fmla="*/ 145729 w 1130482"/>
              <a:gd name="connsiteY4" fmla="*/ 944431 h 1288855"/>
              <a:gd name="connsiteX5" fmla="*/ 300160 w 1130482"/>
              <a:gd name="connsiteY5" fmla="*/ 1064700 h 1288855"/>
              <a:gd name="connsiteX6" fmla="*/ 311591 w 1130482"/>
              <a:gd name="connsiteY6" fmla="*/ 1070288 h 1288855"/>
              <a:gd name="connsiteX7" fmla="*/ 518410 w 1130482"/>
              <a:gd name="connsiteY7" fmla="*/ 1264217 h 1288855"/>
              <a:gd name="connsiteX8" fmla="*/ 519426 w 1130482"/>
              <a:gd name="connsiteY8" fmla="*/ 1266249 h 1288855"/>
              <a:gd name="connsiteX9" fmla="*/ 520696 w 1130482"/>
              <a:gd name="connsiteY9" fmla="*/ 1268726 h 1288855"/>
              <a:gd name="connsiteX10" fmla="*/ 525077 w 1130482"/>
              <a:gd name="connsiteY10" fmla="*/ 1275203 h 1288855"/>
              <a:gd name="connsiteX11" fmla="*/ 525839 w 1130482"/>
              <a:gd name="connsiteY11" fmla="*/ 1276346 h 1288855"/>
              <a:gd name="connsiteX12" fmla="*/ 526220 w 1130482"/>
              <a:gd name="connsiteY12" fmla="*/ 1276663 h 1288855"/>
              <a:gd name="connsiteX13" fmla="*/ 531364 w 1130482"/>
              <a:gd name="connsiteY13" fmla="*/ 1281172 h 1288855"/>
              <a:gd name="connsiteX14" fmla="*/ 533459 w 1130482"/>
              <a:gd name="connsiteY14" fmla="*/ 1282632 h 1288855"/>
              <a:gd name="connsiteX15" fmla="*/ 539365 w 1130482"/>
              <a:gd name="connsiteY15" fmla="*/ 1285807 h 1288855"/>
              <a:gd name="connsiteX16" fmla="*/ 540063 w 1130482"/>
              <a:gd name="connsiteY16" fmla="*/ 1286188 h 1288855"/>
              <a:gd name="connsiteX17" fmla="*/ 543175 w 1130482"/>
              <a:gd name="connsiteY17" fmla="*/ 1287077 h 1288855"/>
              <a:gd name="connsiteX18" fmla="*/ 546541 w 1130482"/>
              <a:gd name="connsiteY18" fmla="*/ 1288030 h 1288855"/>
              <a:gd name="connsiteX19" fmla="*/ 550732 w 1130482"/>
              <a:gd name="connsiteY19" fmla="*/ 1288601 h 1288855"/>
              <a:gd name="connsiteX20" fmla="*/ 554097 w 1130482"/>
              <a:gd name="connsiteY20" fmla="*/ 1288855 h 1288855"/>
              <a:gd name="connsiteX21" fmla="*/ 558224 w 1130482"/>
              <a:gd name="connsiteY21" fmla="*/ 1288601 h 1288855"/>
              <a:gd name="connsiteX22" fmla="*/ 561654 w 1130482"/>
              <a:gd name="connsiteY22" fmla="*/ 1288220 h 1288855"/>
              <a:gd name="connsiteX23" fmla="*/ 565781 w 1130482"/>
              <a:gd name="connsiteY23" fmla="*/ 1287077 h 1288855"/>
              <a:gd name="connsiteX24" fmla="*/ 568384 w 1130482"/>
              <a:gd name="connsiteY24" fmla="*/ 1286379 h 1288855"/>
              <a:gd name="connsiteX25" fmla="*/ 569020 w 1130482"/>
              <a:gd name="connsiteY25" fmla="*/ 1286061 h 1288855"/>
              <a:gd name="connsiteX26" fmla="*/ 572830 w 1130482"/>
              <a:gd name="connsiteY26" fmla="*/ 1284156 h 1288855"/>
              <a:gd name="connsiteX27" fmla="*/ 575814 w 1130482"/>
              <a:gd name="connsiteY27" fmla="*/ 1282505 h 1288855"/>
              <a:gd name="connsiteX28" fmla="*/ 578735 w 1130482"/>
              <a:gd name="connsiteY28" fmla="*/ 1280219 h 1288855"/>
              <a:gd name="connsiteX29" fmla="*/ 581656 w 1130482"/>
              <a:gd name="connsiteY29" fmla="*/ 1277806 h 1288855"/>
              <a:gd name="connsiteX30" fmla="*/ 583879 w 1130482"/>
              <a:gd name="connsiteY30" fmla="*/ 1275203 h 1288855"/>
              <a:gd name="connsiteX31" fmla="*/ 586482 w 1130482"/>
              <a:gd name="connsiteY31" fmla="*/ 1272028 h 1288855"/>
              <a:gd name="connsiteX32" fmla="*/ 588070 w 1130482"/>
              <a:gd name="connsiteY32" fmla="*/ 1269297 h 1288855"/>
              <a:gd name="connsiteX33" fmla="*/ 590165 w 1130482"/>
              <a:gd name="connsiteY33" fmla="*/ 1265360 h 1288855"/>
              <a:gd name="connsiteX34" fmla="*/ 590483 w 1130482"/>
              <a:gd name="connsiteY34" fmla="*/ 1264789 h 1288855"/>
              <a:gd name="connsiteX35" fmla="*/ 801557 w 1130482"/>
              <a:gd name="connsiteY35" fmla="*/ 1078226 h 1288855"/>
              <a:gd name="connsiteX36" fmla="*/ 813875 w 1130482"/>
              <a:gd name="connsiteY36" fmla="*/ 1072828 h 1288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130482" h="1288855">
                <a:moveTo>
                  <a:pt x="813748" y="1072892"/>
                </a:moveTo>
                <a:cubicBezTo>
                  <a:pt x="860993" y="1049778"/>
                  <a:pt x="904934" y="1020441"/>
                  <a:pt x="944432" y="984754"/>
                </a:cubicBezTo>
                <a:cubicBezTo>
                  <a:pt x="1175762" y="775648"/>
                  <a:pt x="1193859" y="417381"/>
                  <a:pt x="984754" y="186051"/>
                </a:cubicBezTo>
                <a:cubicBezTo>
                  <a:pt x="775648" y="-45280"/>
                  <a:pt x="417382" y="-63377"/>
                  <a:pt x="186051" y="145728"/>
                </a:cubicBezTo>
                <a:cubicBezTo>
                  <a:pt x="-45280" y="354834"/>
                  <a:pt x="-63377" y="713101"/>
                  <a:pt x="145729" y="944431"/>
                </a:cubicBezTo>
                <a:cubicBezTo>
                  <a:pt x="190369" y="993771"/>
                  <a:pt x="242248" y="1034030"/>
                  <a:pt x="300160" y="1064700"/>
                </a:cubicBezTo>
                <a:cubicBezTo>
                  <a:pt x="304224" y="1066478"/>
                  <a:pt x="307781" y="1068764"/>
                  <a:pt x="311591" y="1070288"/>
                </a:cubicBezTo>
                <a:cubicBezTo>
                  <a:pt x="410841" y="1110166"/>
                  <a:pt x="487295" y="1183001"/>
                  <a:pt x="518410" y="1264217"/>
                </a:cubicBezTo>
                <a:cubicBezTo>
                  <a:pt x="518664" y="1264916"/>
                  <a:pt x="519108" y="1265551"/>
                  <a:pt x="519426" y="1266249"/>
                </a:cubicBezTo>
                <a:cubicBezTo>
                  <a:pt x="519807" y="1267075"/>
                  <a:pt x="520251" y="1267900"/>
                  <a:pt x="520696" y="1268726"/>
                </a:cubicBezTo>
                <a:cubicBezTo>
                  <a:pt x="521966" y="1271075"/>
                  <a:pt x="523426" y="1273234"/>
                  <a:pt x="525077" y="1275203"/>
                </a:cubicBezTo>
                <a:cubicBezTo>
                  <a:pt x="525395" y="1275520"/>
                  <a:pt x="525522" y="1275965"/>
                  <a:pt x="525839" y="1276346"/>
                </a:cubicBezTo>
                <a:cubicBezTo>
                  <a:pt x="525967" y="1276473"/>
                  <a:pt x="526094" y="1276536"/>
                  <a:pt x="526220" y="1276663"/>
                </a:cubicBezTo>
                <a:cubicBezTo>
                  <a:pt x="527808" y="1278314"/>
                  <a:pt x="529522" y="1279838"/>
                  <a:pt x="531364" y="1281172"/>
                </a:cubicBezTo>
                <a:cubicBezTo>
                  <a:pt x="532062" y="1281680"/>
                  <a:pt x="532761" y="1282124"/>
                  <a:pt x="533459" y="1282632"/>
                </a:cubicBezTo>
                <a:cubicBezTo>
                  <a:pt x="535364" y="1283839"/>
                  <a:pt x="537270" y="1284918"/>
                  <a:pt x="539365" y="1285807"/>
                </a:cubicBezTo>
                <a:cubicBezTo>
                  <a:pt x="539619" y="1285934"/>
                  <a:pt x="539809" y="1286061"/>
                  <a:pt x="540063" y="1286188"/>
                </a:cubicBezTo>
                <a:cubicBezTo>
                  <a:pt x="541080" y="1286633"/>
                  <a:pt x="542159" y="1286760"/>
                  <a:pt x="543175" y="1287077"/>
                </a:cubicBezTo>
                <a:cubicBezTo>
                  <a:pt x="544318" y="1287395"/>
                  <a:pt x="545397" y="1287839"/>
                  <a:pt x="546541" y="1288030"/>
                </a:cubicBezTo>
                <a:cubicBezTo>
                  <a:pt x="547937" y="1288347"/>
                  <a:pt x="549334" y="1288474"/>
                  <a:pt x="550732" y="1288601"/>
                </a:cubicBezTo>
                <a:cubicBezTo>
                  <a:pt x="551874" y="1288728"/>
                  <a:pt x="552954" y="1288855"/>
                  <a:pt x="554097" y="1288855"/>
                </a:cubicBezTo>
                <a:cubicBezTo>
                  <a:pt x="555494" y="1288855"/>
                  <a:pt x="556827" y="1288728"/>
                  <a:pt x="558224" y="1288601"/>
                </a:cubicBezTo>
                <a:cubicBezTo>
                  <a:pt x="559368" y="1288474"/>
                  <a:pt x="560510" y="1288411"/>
                  <a:pt x="561654" y="1288220"/>
                </a:cubicBezTo>
                <a:cubicBezTo>
                  <a:pt x="563050" y="1287966"/>
                  <a:pt x="564447" y="1287522"/>
                  <a:pt x="565781" y="1287077"/>
                </a:cubicBezTo>
                <a:cubicBezTo>
                  <a:pt x="566607" y="1286823"/>
                  <a:pt x="567495" y="1286696"/>
                  <a:pt x="568384" y="1286379"/>
                </a:cubicBezTo>
                <a:cubicBezTo>
                  <a:pt x="568638" y="1286315"/>
                  <a:pt x="568766" y="1286125"/>
                  <a:pt x="569020" y="1286061"/>
                </a:cubicBezTo>
                <a:cubicBezTo>
                  <a:pt x="570353" y="1285553"/>
                  <a:pt x="571559" y="1284855"/>
                  <a:pt x="572830" y="1284156"/>
                </a:cubicBezTo>
                <a:cubicBezTo>
                  <a:pt x="573845" y="1283585"/>
                  <a:pt x="574861" y="1283140"/>
                  <a:pt x="575814" y="1282505"/>
                </a:cubicBezTo>
                <a:cubicBezTo>
                  <a:pt x="576830" y="1281807"/>
                  <a:pt x="577783" y="1280981"/>
                  <a:pt x="578735" y="1280219"/>
                </a:cubicBezTo>
                <a:cubicBezTo>
                  <a:pt x="579751" y="1279394"/>
                  <a:pt x="580767" y="1278695"/>
                  <a:pt x="581656" y="1277806"/>
                </a:cubicBezTo>
                <a:cubicBezTo>
                  <a:pt x="582482" y="1276981"/>
                  <a:pt x="583117" y="1276092"/>
                  <a:pt x="583879" y="1275203"/>
                </a:cubicBezTo>
                <a:cubicBezTo>
                  <a:pt x="584768" y="1274187"/>
                  <a:pt x="585720" y="1273171"/>
                  <a:pt x="586482" y="1272028"/>
                </a:cubicBezTo>
                <a:cubicBezTo>
                  <a:pt x="587054" y="1271139"/>
                  <a:pt x="587498" y="1270186"/>
                  <a:pt x="588070" y="1269297"/>
                </a:cubicBezTo>
                <a:cubicBezTo>
                  <a:pt x="588832" y="1267964"/>
                  <a:pt x="589594" y="1266694"/>
                  <a:pt x="590165" y="1265360"/>
                </a:cubicBezTo>
                <a:cubicBezTo>
                  <a:pt x="590229" y="1265170"/>
                  <a:pt x="590419" y="1264979"/>
                  <a:pt x="590483" y="1264789"/>
                </a:cubicBezTo>
                <a:cubicBezTo>
                  <a:pt x="635885" y="1152330"/>
                  <a:pt x="752661" y="1096577"/>
                  <a:pt x="801557" y="1078226"/>
                </a:cubicBezTo>
                <a:cubicBezTo>
                  <a:pt x="805557" y="1076765"/>
                  <a:pt x="808478" y="1075749"/>
                  <a:pt x="813875" y="1072828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B50B1044-54A3-6782-6630-AB1C7A6A0AC3}"/>
              </a:ext>
            </a:extLst>
          </p:cNvPr>
          <p:cNvSpPr/>
          <p:nvPr/>
        </p:nvSpPr>
        <p:spPr>
          <a:xfrm>
            <a:off x="6580123" y="1973707"/>
            <a:ext cx="2987611" cy="386016"/>
          </a:xfrm>
          <a:custGeom>
            <a:avLst/>
            <a:gdLst>
              <a:gd name="connsiteX0" fmla="*/ 2987104 w 2987611"/>
              <a:gd name="connsiteY0" fmla="*/ 195707 h 386016"/>
              <a:gd name="connsiteX1" fmla="*/ 2987612 w 2987611"/>
              <a:gd name="connsiteY1" fmla="*/ 193104 h 386016"/>
              <a:gd name="connsiteX2" fmla="*/ 2987040 w 2987611"/>
              <a:gd name="connsiteY2" fmla="*/ 190500 h 386016"/>
              <a:gd name="connsiteX3" fmla="*/ 2987040 w 2987611"/>
              <a:gd name="connsiteY3" fmla="*/ 190500 h 386016"/>
              <a:gd name="connsiteX4" fmla="*/ 2986659 w 2987611"/>
              <a:gd name="connsiteY4" fmla="*/ 189992 h 386016"/>
              <a:gd name="connsiteX5" fmla="*/ 2985516 w 2987611"/>
              <a:gd name="connsiteY5" fmla="*/ 188341 h 386016"/>
              <a:gd name="connsiteX6" fmla="*/ 2984182 w 2987611"/>
              <a:gd name="connsiteY6" fmla="*/ 187452 h 386016"/>
              <a:gd name="connsiteX7" fmla="*/ 2983358 w 2987611"/>
              <a:gd name="connsiteY7" fmla="*/ 186880 h 386016"/>
              <a:gd name="connsiteX8" fmla="*/ 2900108 w 2987611"/>
              <a:gd name="connsiteY8" fmla="*/ 116649 h 386016"/>
              <a:gd name="connsiteX9" fmla="*/ 2882964 w 2987611"/>
              <a:gd name="connsiteY9" fmla="*/ 61214 h 386016"/>
              <a:gd name="connsiteX10" fmla="*/ 2882964 w 2987611"/>
              <a:gd name="connsiteY10" fmla="*/ 60896 h 386016"/>
              <a:gd name="connsiteX11" fmla="*/ 2822067 w 2987611"/>
              <a:gd name="connsiteY11" fmla="*/ 0 h 386016"/>
              <a:gd name="connsiteX12" fmla="*/ 60896 w 2987611"/>
              <a:gd name="connsiteY12" fmla="*/ 0 h 386016"/>
              <a:gd name="connsiteX13" fmla="*/ 0 w 2987611"/>
              <a:gd name="connsiteY13" fmla="*/ 60896 h 386016"/>
              <a:gd name="connsiteX14" fmla="*/ 0 w 2987611"/>
              <a:gd name="connsiteY14" fmla="*/ 325120 h 386016"/>
              <a:gd name="connsiteX15" fmla="*/ 60896 w 2987611"/>
              <a:gd name="connsiteY15" fmla="*/ 386016 h 386016"/>
              <a:gd name="connsiteX16" fmla="*/ 2822067 w 2987611"/>
              <a:gd name="connsiteY16" fmla="*/ 386016 h 386016"/>
              <a:gd name="connsiteX17" fmla="*/ 2882964 w 2987611"/>
              <a:gd name="connsiteY17" fmla="*/ 325120 h 386016"/>
              <a:gd name="connsiteX18" fmla="*/ 2882964 w 2987611"/>
              <a:gd name="connsiteY18" fmla="*/ 325120 h 386016"/>
              <a:gd name="connsiteX19" fmla="*/ 2900108 w 2987611"/>
              <a:gd name="connsiteY19" fmla="*/ 269621 h 386016"/>
              <a:gd name="connsiteX20" fmla="*/ 2983420 w 2987611"/>
              <a:gd name="connsiteY20" fmla="*/ 199454 h 386016"/>
              <a:gd name="connsiteX21" fmla="*/ 2984056 w 2987611"/>
              <a:gd name="connsiteY21" fmla="*/ 199009 h 386016"/>
              <a:gd name="connsiteX22" fmla="*/ 2984754 w 2987611"/>
              <a:gd name="connsiteY22" fmla="*/ 198501 h 386016"/>
              <a:gd name="connsiteX23" fmla="*/ 2986977 w 2987611"/>
              <a:gd name="connsiteY23" fmla="*/ 195834 h 386016"/>
              <a:gd name="connsiteX24" fmla="*/ 2986977 w 2987611"/>
              <a:gd name="connsiteY24" fmla="*/ 195770 h 386016"/>
              <a:gd name="connsiteX25" fmla="*/ 2986977 w 2987611"/>
              <a:gd name="connsiteY25" fmla="*/ 195770 h 38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87611" h="386016">
                <a:moveTo>
                  <a:pt x="2987104" y="195707"/>
                </a:moveTo>
                <a:cubicBezTo>
                  <a:pt x="2987421" y="194882"/>
                  <a:pt x="2987612" y="193992"/>
                  <a:pt x="2987612" y="193104"/>
                </a:cubicBezTo>
                <a:cubicBezTo>
                  <a:pt x="2987612" y="192214"/>
                  <a:pt x="2987421" y="191325"/>
                  <a:pt x="2987040" y="190500"/>
                </a:cubicBezTo>
                <a:cubicBezTo>
                  <a:pt x="2987040" y="190500"/>
                  <a:pt x="2987040" y="190500"/>
                  <a:pt x="2987040" y="190500"/>
                </a:cubicBezTo>
                <a:cubicBezTo>
                  <a:pt x="2986977" y="190310"/>
                  <a:pt x="2986786" y="190182"/>
                  <a:pt x="2986659" y="189992"/>
                </a:cubicBezTo>
                <a:cubicBezTo>
                  <a:pt x="2986342" y="189420"/>
                  <a:pt x="2986024" y="188849"/>
                  <a:pt x="2985516" y="188341"/>
                </a:cubicBezTo>
                <a:cubicBezTo>
                  <a:pt x="2985135" y="187960"/>
                  <a:pt x="2984627" y="187706"/>
                  <a:pt x="2984182" y="187452"/>
                </a:cubicBezTo>
                <a:cubicBezTo>
                  <a:pt x="2983865" y="187261"/>
                  <a:pt x="2983675" y="187007"/>
                  <a:pt x="2983358" y="186880"/>
                </a:cubicBezTo>
                <a:cubicBezTo>
                  <a:pt x="2952179" y="174054"/>
                  <a:pt x="2921064" y="147129"/>
                  <a:pt x="2900108" y="116649"/>
                </a:cubicBezTo>
                <a:cubicBezTo>
                  <a:pt x="2888932" y="100330"/>
                  <a:pt x="2882964" y="81026"/>
                  <a:pt x="2882964" y="61214"/>
                </a:cubicBezTo>
                <a:lnTo>
                  <a:pt x="2882964" y="60896"/>
                </a:lnTo>
                <a:cubicBezTo>
                  <a:pt x="2882964" y="27241"/>
                  <a:pt x="2855658" y="0"/>
                  <a:pt x="2822067" y="0"/>
                </a:cubicBezTo>
                <a:lnTo>
                  <a:pt x="60896" y="0"/>
                </a:lnTo>
                <a:cubicBezTo>
                  <a:pt x="27242" y="0"/>
                  <a:pt x="0" y="27305"/>
                  <a:pt x="0" y="60896"/>
                </a:cubicBezTo>
                <a:lnTo>
                  <a:pt x="0" y="325120"/>
                </a:lnTo>
                <a:cubicBezTo>
                  <a:pt x="0" y="358775"/>
                  <a:pt x="27305" y="386016"/>
                  <a:pt x="60896" y="386016"/>
                </a:cubicBezTo>
                <a:lnTo>
                  <a:pt x="2822067" y="386016"/>
                </a:lnTo>
                <a:cubicBezTo>
                  <a:pt x="2855722" y="386016"/>
                  <a:pt x="2882964" y="358711"/>
                  <a:pt x="2882964" y="325120"/>
                </a:cubicBezTo>
                <a:lnTo>
                  <a:pt x="2882964" y="325120"/>
                </a:lnTo>
                <a:cubicBezTo>
                  <a:pt x="2882964" y="305308"/>
                  <a:pt x="2888806" y="285941"/>
                  <a:pt x="2900108" y="269621"/>
                </a:cubicBezTo>
                <a:cubicBezTo>
                  <a:pt x="2920746" y="239903"/>
                  <a:pt x="2951797" y="213106"/>
                  <a:pt x="2983420" y="199454"/>
                </a:cubicBezTo>
                <a:cubicBezTo>
                  <a:pt x="2983675" y="199326"/>
                  <a:pt x="2983865" y="199136"/>
                  <a:pt x="2984056" y="199009"/>
                </a:cubicBezTo>
                <a:cubicBezTo>
                  <a:pt x="2984309" y="198882"/>
                  <a:pt x="2984500" y="198691"/>
                  <a:pt x="2984754" y="198501"/>
                </a:cubicBezTo>
                <a:cubicBezTo>
                  <a:pt x="2985707" y="197802"/>
                  <a:pt x="2986469" y="196913"/>
                  <a:pt x="2986977" y="195834"/>
                </a:cubicBezTo>
                <a:cubicBezTo>
                  <a:pt x="2986977" y="195834"/>
                  <a:pt x="2986977" y="195834"/>
                  <a:pt x="2986977" y="195770"/>
                </a:cubicBezTo>
                <a:cubicBezTo>
                  <a:pt x="2986977" y="195770"/>
                  <a:pt x="2986977" y="195770"/>
                  <a:pt x="2986977" y="195770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F7C33754-6D27-89B4-F9C3-53561249E87F}"/>
              </a:ext>
            </a:extLst>
          </p:cNvPr>
          <p:cNvSpPr/>
          <p:nvPr/>
        </p:nvSpPr>
        <p:spPr>
          <a:xfrm>
            <a:off x="6579996" y="3354574"/>
            <a:ext cx="121761" cy="106368"/>
          </a:xfrm>
          <a:custGeom>
            <a:avLst/>
            <a:gdLst>
              <a:gd name="connsiteX0" fmla="*/ 67056 w 121761"/>
              <a:gd name="connsiteY0" fmla="*/ 72584 h 106368"/>
              <a:gd name="connsiteX1" fmla="*/ 67247 w 121761"/>
              <a:gd name="connsiteY1" fmla="*/ 72457 h 106368"/>
              <a:gd name="connsiteX2" fmla="*/ 68135 w 121761"/>
              <a:gd name="connsiteY2" fmla="*/ 71948 h 106368"/>
              <a:gd name="connsiteX3" fmla="*/ 70359 w 121761"/>
              <a:gd name="connsiteY3" fmla="*/ 70678 h 106368"/>
              <a:gd name="connsiteX4" fmla="*/ 71310 w 121761"/>
              <a:gd name="connsiteY4" fmla="*/ 70107 h 106368"/>
              <a:gd name="connsiteX5" fmla="*/ 73406 w 121761"/>
              <a:gd name="connsiteY5" fmla="*/ 69028 h 106368"/>
              <a:gd name="connsiteX6" fmla="*/ 74867 w 121761"/>
              <a:gd name="connsiteY6" fmla="*/ 68266 h 106368"/>
              <a:gd name="connsiteX7" fmla="*/ 77216 w 121761"/>
              <a:gd name="connsiteY7" fmla="*/ 67122 h 106368"/>
              <a:gd name="connsiteX8" fmla="*/ 78613 w 121761"/>
              <a:gd name="connsiteY8" fmla="*/ 66488 h 106368"/>
              <a:gd name="connsiteX9" fmla="*/ 80835 w 121761"/>
              <a:gd name="connsiteY9" fmla="*/ 65535 h 106368"/>
              <a:gd name="connsiteX10" fmla="*/ 81280 w 121761"/>
              <a:gd name="connsiteY10" fmla="*/ 65345 h 106368"/>
              <a:gd name="connsiteX11" fmla="*/ 81407 w 121761"/>
              <a:gd name="connsiteY11" fmla="*/ 65345 h 106368"/>
              <a:gd name="connsiteX12" fmla="*/ 120714 w 121761"/>
              <a:gd name="connsiteY12" fmla="*/ 54296 h 106368"/>
              <a:gd name="connsiteX13" fmla="*/ 120714 w 121761"/>
              <a:gd name="connsiteY13" fmla="*/ 51755 h 106368"/>
              <a:gd name="connsiteX14" fmla="*/ 81344 w 121761"/>
              <a:gd name="connsiteY14" fmla="*/ 40707 h 106368"/>
              <a:gd name="connsiteX15" fmla="*/ 81280 w 121761"/>
              <a:gd name="connsiteY15" fmla="*/ 40707 h 106368"/>
              <a:gd name="connsiteX16" fmla="*/ 80963 w 121761"/>
              <a:gd name="connsiteY16" fmla="*/ 40579 h 106368"/>
              <a:gd name="connsiteX17" fmla="*/ 78486 w 121761"/>
              <a:gd name="connsiteY17" fmla="*/ 39500 h 106368"/>
              <a:gd name="connsiteX18" fmla="*/ 77216 w 121761"/>
              <a:gd name="connsiteY18" fmla="*/ 38928 h 106368"/>
              <a:gd name="connsiteX19" fmla="*/ 74422 w 121761"/>
              <a:gd name="connsiteY19" fmla="*/ 37595 h 106368"/>
              <a:gd name="connsiteX20" fmla="*/ 73534 w 121761"/>
              <a:gd name="connsiteY20" fmla="*/ 37151 h 106368"/>
              <a:gd name="connsiteX21" fmla="*/ 71247 w 121761"/>
              <a:gd name="connsiteY21" fmla="*/ 35944 h 106368"/>
              <a:gd name="connsiteX22" fmla="*/ 70359 w 121761"/>
              <a:gd name="connsiteY22" fmla="*/ 35436 h 106368"/>
              <a:gd name="connsiteX23" fmla="*/ 68009 w 121761"/>
              <a:gd name="connsiteY23" fmla="*/ 34103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8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1 w 121761"/>
              <a:gd name="connsiteY31" fmla="*/ 53534 h 106368"/>
              <a:gd name="connsiteX32" fmla="*/ 0 w 121761"/>
              <a:gd name="connsiteY32" fmla="*/ 53534 h 106368"/>
              <a:gd name="connsiteX33" fmla="*/ 191 w 121761"/>
              <a:gd name="connsiteY33" fmla="*/ 53660 h 106368"/>
              <a:gd name="connsiteX34" fmla="*/ 43307 w 121761"/>
              <a:gd name="connsiteY34" fmla="*/ 65662 h 106368"/>
              <a:gd name="connsiteX35" fmla="*/ 43879 w 121761"/>
              <a:gd name="connsiteY35" fmla="*/ 66996 h 106368"/>
              <a:gd name="connsiteX36" fmla="*/ 34227 w 121761"/>
              <a:gd name="connsiteY36" fmla="*/ 105540 h 106368"/>
              <a:gd name="connsiteX37" fmla="*/ 35814 w 121761"/>
              <a:gd name="connsiteY37" fmla="*/ 105984 h 106368"/>
              <a:gd name="connsiteX38" fmla="*/ 35814 w 121761"/>
              <a:gd name="connsiteY38" fmla="*/ 105984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4"/>
                </a:moveTo>
                <a:cubicBezTo>
                  <a:pt x="67056" y="72584"/>
                  <a:pt x="67184" y="72520"/>
                  <a:pt x="67247" y="72457"/>
                </a:cubicBezTo>
                <a:cubicBezTo>
                  <a:pt x="67564" y="72266"/>
                  <a:pt x="67818" y="72139"/>
                  <a:pt x="68135" y="71948"/>
                </a:cubicBezTo>
                <a:cubicBezTo>
                  <a:pt x="68835" y="71504"/>
                  <a:pt x="69597" y="71059"/>
                  <a:pt x="70359" y="70678"/>
                </a:cubicBezTo>
                <a:cubicBezTo>
                  <a:pt x="70676" y="70488"/>
                  <a:pt x="70993" y="70297"/>
                  <a:pt x="71310" y="70107"/>
                </a:cubicBezTo>
                <a:cubicBezTo>
                  <a:pt x="72010" y="69726"/>
                  <a:pt x="72708" y="69345"/>
                  <a:pt x="73406" y="69028"/>
                </a:cubicBezTo>
                <a:cubicBezTo>
                  <a:pt x="73914" y="68773"/>
                  <a:pt x="74359" y="68520"/>
                  <a:pt x="74867" y="68266"/>
                </a:cubicBezTo>
                <a:cubicBezTo>
                  <a:pt x="75629" y="67884"/>
                  <a:pt x="76454" y="67503"/>
                  <a:pt x="77216" y="67122"/>
                </a:cubicBezTo>
                <a:cubicBezTo>
                  <a:pt x="77660" y="66932"/>
                  <a:pt x="78169" y="66678"/>
                  <a:pt x="78613" y="66488"/>
                </a:cubicBezTo>
                <a:cubicBezTo>
                  <a:pt x="79375" y="66170"/>
                  <a:pt x="80073" y="65853"/>
                  <a:pt x="80835" y="65535"/>
                </a:cubicBezTo>
                <a:cubicBezTo>
                  <a:pt x="80963" y="65535"/>
                  <a:pt x="81153" y="65408"/>
                  <a:pt x="81280" y="65345"/>
                </a:cubicBezTo>
                <a:cubicBezTo>
                  <a:pt x="81280" y="65345"/>
                  <a:pt x="81344" y="65345"/>
                  <a:pt x="81407" y="65345"/>
                </a:cubicBezTo>
                <a:cubicBezTo>
                  <a:pt x="96012" y="59185"/>
                  <a:pt x="111443" y="55883"/>
                  <a:pt x="120714" y="54296"/>
                </a:cubicBezTo>
                <a:cubicBezTo>
                  <a:pt x="122110" y="54041"/>
                  <a:pt x="122110" y="52009"/>
                  <a:pt x="120714" y="51755"/>
                </a:cubicBezTo>
                <a:cubicBezTo>
                  <a:pt x="111379" y="50168"/>
                  <a:pt x="95948" y="46866"/>
                  <a:pt x="81344" y="40707"/>
                </a:cubicBezTo>
                <a:cubicBezTo>
                  <a:pt x="81344" y="40707"/>
                  <a:pt x="81344" y="40707"/>
                  <a:pt x="81280" y="40707"/>
                </a:cubicBezTo>
                <a:cubicBezTo>
                  <a:pt x="81153" y="40707"/>
                  <a:pt x="81090" y="40579"/>
                  <a:pt x="80963" y="40579"/>
                </a:cubicBezTo>
                <a:cubicBezTo>
                  <a:pt x="80137" y="40198"/>
                  <a:pt x="79311" y="39881"/>
                  <a:pt x="78486" y="39500"/>
                </a:cubicBezTo>
                <a:cubicBezTo>
                  <a:pt x="78042" y="39309"/>
                  <a:pt x="77597" y="39119"/>
                  <a:pt x="77216" y="38928"/>
                </a:cubicBezTo>
                <a:cubicBezTo>
                  <a:pt x="76264" y="38484"/>
                  <a:pt x="75311" y="38040"/>
                  <a:pt x="74422" y="37595"/>
                </a:cubicBezTo>
                <a:cubicBezTo>
                  <a:pt x="74105" y="37468"/>
                  <a:pt x="73787" y="37278"/>
                  <a:pt x="73534" y="37151"/>
                </a:cubicBezTo>
                <a:cubicBezTo>
                  <a:pt x="72772" y="36770"/>
                  <a:pt x="72010" y="36389"/>
                  <a:pt x="71247" y="35944"/>
                </a:cubicBezTo>
                <a:cubicBezTo>
                  <a:pt x="70930" y="35753"/>
                  <a:pt x="70676" y="35627"/>
                  <a:pt x="70359" y="35436"/>
                </a:cubicBezTo>
                <a:cubicBezTo>
                  <a:pt x="69597" y="34991"/>
                  <a:pt x="68771" y="34547"/>
                  <a:pt x="68009" y="34103"/>
                </a:cubicBezTo>
                <a:cubicBezTo>
                  <a:pt x="67755" y="33976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6" y="33467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5"/>
                  <a:pt x="34354" y="3"/>
                  <a:pt x="34290" y="828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7"/>
                  <a:pt x="43307" y="40770"/>
                </a:cubicBezTo>
                <a:cubicBezTo>
                  <a:pt x="27432" y="42294"/>
                  <a:pt x="2222" y="52772"/>
                  <a:pt x="191" y="53534"/>
                </a:cubicBezTo>
                <a:lnTo>
                  <a:pt x="0" y="53534"/>
                </a:lnTo>
                <a:cubicBezTo>
                  <a:pt x="0" y="53534"/>
                  <a:pt x="191" y="53660"/>
                  <a:pt x="191" y="53660"/>
                </a:cubicBezTo>
                <a:cubicBezTo>
                  <a:pt x="2160" y="54486"/>
                  <a:pt x="27432" y="64138"/>
                  <a:pt x="43307" y="65662"/>
                </a:cubicBezTo>
                <a:cubicBezTo>
                  <a:pt x="44006" y="65662"/>
                  <a:pt x="44323" y="66488"/>
                  <a:pt x="43879" y="66996"/>
                </a:cubicBezTo>
                <a:cubicBezTo>
                  <a:pt x="40767" y="70552"/>
                  <a:pt x="32512" y="82363"/>
                  <a:pt x="34227" y="105540"/>
                </a:cubicBezTo>
                <a:cubicBezTo>
                  <a:pt x="34227" y="106366"/>
                  <a:pt x="35370" y="106683"/>
                  <a:pt x="35814" y="105984"/>
                </a:cubicBezTo>
                <a:lnTo>
                  <a:pt x="35814" y="105984"/>
                </a:lnTo>
                <a:cubicBezTo>
                  <a:pt x="43624" y="91443"/>
                  <a:pt x="54039" y="80775"/>
                  <a:pt x="66739" y="72901"/>
                </a:cubicBezTo>
                <a:cubicBezTo>
                  <a:pt x="66739" y="72901"/>
                  <a:pt x="66866" y="72838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EE6DB92E-B36E-B2DD-9557-ECE8153DB6CF}"/>
              </a:ext>
            </a:extLst>
          </p:cNvPr>
          <p:cNvSpPr/>
          <p:nvPr/>
        </p:nvSpPr>
        <p:spPr>
          <a:xfrm>
            <a:off x="6579996" y="4093524"/>
            <a:ext cx="121761" cy="106368"/>
          </a:xfrm>
          <a:custGeom>
            <a:avLst/>
            <a:gdLst>
              <a:gd name="connsiteX0" fmla="*/ 67056 w 121761"/>
              <a:gd name="connsiteY0" fmla="*/ 72584 h 106368"/>
              <a:gd name="connsiteX1" fmla="*/ 67247 w 121761"/>
              <a:gd name="connsiteY1" fmla="*/ 72457 h 106368"/>
              <a:gd name="connsiteX2" fmla="*/ 68135 w 121761"/>
              <a:gd name="connsiteY2" fmla="*/ 71948 h 106368"/>
              <a:gd name="connsiteX3" fmla="*/ 70359 w 121761"/>
              <a:gd name="connsiteY3" fmla="*/ 70679 h 106368"/>
              <a:gd name="connsiteX4" fmla="*/ 71310 w 121761"/>
              <a:gd name="connsiteY4" fmla="*/ 70107 h 106368"/>
              <a:gd name="connsiteX5" fmla="*/ 73406 w 121761"/>
              <a:gd name="connsiteY5" fmla="*/ 69028 h 106368"/>
              <a:gd name="connsiteX6" fmla="*/ 74867 w 121761"/>
              <a:gd name="connsiteY6" fmla="*/ 68266 h 106368"/>
              <a:gd name="connsiteX7" fmla="*/ 77216 w 121761"/>
              <a:gd name="connsiteY7" fmla="*/ 67122 h 106368"/>
              <a:gd name="connsiteX8" fmla="*/ 78613 w 121761"/>
              <a:gd name="connsiteY8" fmla="*/ 66487 h 106368"/>
              <a:gd name="connsiteX9" fmla="*/ 80835 w 121761"/>
              <a:gd name="connsiteY9" fmla="*/ 65535 h 106368"/>
              <a:gd name="connsiteX10" fmla="*/ 81280 w 121761"/>
              <a:gd name="connsiteY10" fmla="*/ 65345 h 106368"/>
              <a:gd name="connsiteX11" fmla="*/ 81407 w 121761"/>
              <a:gd name="connsiteY11" fmla="*/ 65345 h 106368"/>
              <a:gd name="connsiteX12" fmla="*/ 120714 w 121761"/>
              <a:gd name="connsiteY12" fmla="*/ 54296 h 106368"/>
              <a:gd name="connsiteX13" fmla="*/ 120714 w 121761"/>
              <a:gd name="connsiteY13" fmla="*/ 51755 h 106368"/>
              <a:gd name="connsiteX14" fmla="*/ 81344 w 121761"/>
              <a:gd name="connsiteY14" fmla="*/ 40707 h 106368"/>
              <a:gd name="connsiteX15" fmla="*/ 81280 w 121761"/>
              <a:gd name="connsiteY15" fmla="*/ 40707 h 106368"/>
              <a:gd name="connsiteX16" fmla="*/ 80963 w 121761"/>
              <a:gd name="connsiteY16" fmla="*/ 40579 h 106368"/>
              <a:gd name="connsiteX17" fmla="*/ 78486 w 121761"/>
              <a:gd name="connsiteY17" fmla="*/ 39500 h 106368"/>
              <a:gd name="connsiteX18" fmla="*/ 77216 w 121761"/>
              <a:gd name="connsiteY18" fmla="*/ 38929 h 106368"/>
              <a:gd name="connsiteX19" fmla="*/ 74422 w 121761"/>
              <a:gd name="connsiteY19" fmla="*/ 37595 h 106368"/>
              <a:gd name="connsiteX20" fmla="*/ 73534 w 121761"/>
              <a:gd name="connsiteY20" fmla="*/ 37151 h 106368"/>
              <a:gd name="connsiteX21" fmla="*/ 71247 w 121761"/>
              <a:gd name="connsiteY21" fmla="*/ 35944 h 106368"/>
              <a:gd name="connsiteX22" fmla="*/ 70359 w 121761"/>
              <a:gd name="connsiteY22" fmla="*/ 35436 h 106368"/>
              <a:gd name="connsiteX23" fmla="*/ 68009 w 121761"/>
              <a:gd name="connsiteY23" fmla="*/ 34103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9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1 w 121761"/>
              <a:gd name="connsiteY31" fmla="*/ 53534 h 106368"/>
              <a:gd name="connsiteX32" fmla="*/ 0 w 121761"/>
              <a:gd name="connsiteY32" fmla="*/ 53534 h 106368"/>
              <a:gd name="connsiteX33" fmla="*/ 191 w 121761"/>
              <a:gd name="connsiteY33" fmla="*/ 53660 h 106368"/>
              <a:gd name="connsiteX34" fmla="*/ 43307 w 121761"/>
              <a:gd name="connsiteY34" fmla="*/ 65662 h 106368"/>
              <a:gd name="connsiteX35" fmla="*/ 43879 w 121761"/>
              <a:gd name="connsiteY35" fmla="*/ 66996 h 106368"/>
              <a:gd name="connsiteX36" fmla="*/ 34227 w 121761"/>
              <a:gd name="connsiteY36" fmla="*/ 105540 h 106368"/>
              <a:gd name="connsiteX37" fmla="*/ 35814 w 121761"/>
              <a:gd name="connsiteY37" fmla="*/ 105985 h 106368"/>
              <a:gd name="connsiteX38" fmla="*/ 35814 w 121761"/>
              <a:gd name="connsiteY38" fmla="*/ 105985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4"/>
                </a:moveTo>
                <a:cubicBezTo>
                  <a:pt x="67056" y="72584"/>
                  <a:pt x="67184" y="72520"/>
                  <a:pt x="67247" y="72457"/>
                </a:cubicBezTo>
                <a:cubicBezTo>
                  <a:pt x="67564" y="72266"/>
                  <a:pt x="67818" y="72139"/>
                  <a:pt x="68135" y="71948"/>
                </a:cubicBezTo>
                <a:cubicBezTo>
                  <a:pt x="68835" y="71504"/>
                  <a:pt x="69597" y="71060"/>
                  <a:pt x="70359" y="70679"/>
                </a:cubicBezTo>
                <a:cubicBezTo>
                  <a:pt x="70676" y="70488"/>
                  <a:pt x="70993" y="70297"/>
                  <a:pt x="71310" y="70107"/>
                </a:cubicBezTo>
                <a:cubicBezTo>
                  <a:pt x="72010" y="69726"/>
                  <a:pt x="72708" y="69345"/>
                  <a:pt x="73406" y="69028"/>
                </a:cubicBezTo>
                <a:cubicBezTo>
                  <a:pt x="73914" y="68773"/>
                  <a:pt x="74359" y="68520"/>
                  <a:pt x="74867" y="68266"/>
                </a:cubicBezTo>
                <a:cubicBezTo>
                  <a:pt x="75629" y="67885"/>
                  <a:pt x="76454" y="67504"/>
                  <a:pt x="77216" y="67122"/>
                </a:cubicBezTo>
                <a:cubicBezTo>
                  <a:pt x="77660" y="66932"/>
                  <a:pt x="78169" y="66678"/>
                  <a:pt x="78613" y="66487"/>
                </a:cubicBezTo>
                <a:cubicBezTo>
                  <a:pt x="79375" y="66170"/>
                  <a:pt x="80073" y="65853"/>
                  <a:pt x="80835" y="65535"/>
                </a:cubicBezTo>
                <a:cubicBezTo>
                  <a:pt x="80963" y="65535"/>
                  <a:pt x="81153" y="65408"/>
                  <a:pt x="81280" y="65345"/>
                </a:cubicBezTo>
                <a:cubicBezTo>
                  <a:pt x="81280" y="65345"/>
                  <a:pt x="81344" y="65345"/>
                  <a:pt x="81407" y="65345"/>
                </a:cubicBezTo>
                <a:cubicBezTo>
                  <a:pt x="96012" y="59185"/>
                  <a:pt x="111443" y="55883"/>
                  <a:pt x="120714" y="54296"/>
                </a:cubicBezTo>
                <a:cubicBezTo>
                  <a:pt x="122110" y="54041"/>
                  <a:pt x="122110" y="52010"/>
                  <a:pt x="120714" y="51755"/>
                </a:cubicBezTo>
                <a:cubicBezTo>
                  <a:pt x="111379" y="50168"/>
                  <a:pt x="95948" y="46866"/>
                  <a:pt x="81344" y="40707"/>
                </a:cubicBezTo>
                <a:cubicBezTo>
                  <a:pt x="81344" y="40707"/>
                  <a:pt x="81344" y="40707"/>
                  <a:pt x="81280" y="40707"/>
                </a:cubicBezTo>
                <a:cubicBezTo>
                  <a:pt x="81153" y="40707"/>
                  <a:pt x="81090" y="40579"/>
                  <a:pt x="80963" y="40579"/>
                </a:cubicBezTo>
                <a:cubicBezTo>
                  <a:pt x="80137" y="40198"/>
                  <a:pt x="79311" y="39881"/>
                  <a:pt x="78486" y="39500"/>
                </a:cubicBezTo>
                <a:cubicBezTo>
                  <a:pt x="78042" y="39310"/>
                  <a:pt x="77597" y="39119"/>
                  <a:pt x="77216" y="38929"/>
                </a:cubicBezTo>
                <a:cubicBezTo>
                  <a:pt x="76264" y="38484"/>
                  <a:pt x="75311" y="38040"/>
                  <a:pt x="74422" y="37595"/>
                </a:cubicBezTo>
                <a:cubicBezTo>
                  <a:pt x="74105" y="37468"/>
                  <a:pt x="73787" y="37278"/>
                  <a:pt x="73534" y="37151"/>
                </a:cubicBezTo>
                <a:cubicBezTo>
                  <a:pt x="72772" y="36770"/>
                  <a:pt x="72010" y="36389"/>
                  <a:pt x="71247" y="35944"/>
                </a:cubicBezTo>
                <a:cubicBezTo>
                  <a:pt x="70930" y="35754"/>
                  <a:pt x="70676" y="35627"/>
                  <a:pt x="70359" y="35436"/>
                </a:cubicBezTo>
                <a:cubicBezTo>
                  <a:pt x="69597" y="34991"/>
                  <a:pt x="68771" y="34547"/>
                  <a:pt x="68009" y="34103"/>
                </a:cubicBezTo>
                <a:cubicBezTo>
                  <a:pt x="67755" y="33976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6" y="33467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5"/>
                  <a:pt x="34354" y="3"/>
                  <a:pt x="34290" y="829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7"/>
                  <a:pt x="43307" y="40770"/>
                </a:cubicBezTo>
                <a:cubicBezTo>
                  <a:pt x="27432" y="42294"/>
                  <a:pt x="2222" y="52772"/>
                  <a:pt x="191" y="53534"/>
                </a:cubicBezTo>
                <a:lnTo>
                  <a:pt x="0" y="53534"/>
                </a:lnTo>
                <a:cubicBezTo>
                  <a:pt x="0" y="53534"/>
                  <a:pt x="191" y="53660"/>
                  <a:pt x="191" y="53660"/>
                </a:cubicBezTo>
                <a:cubicBezTo>
                  <a:pt x="2160" y="54486"/>
                  <a:pt x="27432" y="64138"/>
                  <a:pt x="43307" y="65662"/>
                </a:cubicBezTo>
                <a:cubicBezTo>
                  <a:pt x="44006" y="65662"/>
                  <a:pt x="44323" y="66487"/>
                  <a:pt x="43879" y="66996"/>
                </a:cubicBezTo>
                <a:cubicBezTo>
                  <a:pt x="40767" y="70552"/>
                  <a:pt x="32512" y="82362"/>
                  <a:pt x="34227" y="105540"/>
                </a:cubicBezTo>
                <a:cubicBezTo>
                  <a:pt x="34227" y="106366"/>
                  <a:pt x="35370" y="106683"/>
                  <a:pt x="35814" y="105985"/>
                </a:cubicBezTo>
                <a:lnTo>
                  <a:pt x="35814" y="105985"/>
                </a:lnTo>
                <a:cubicBezTo>
                  <a:pt x="43624" y="91443"/>
                  <a:pt x="54039" y="80775"/>
                  <a:pt x="66739" y="72901"/>
                </a:cubicBezTo>
                <a:cubicBezTo>
                  <a:pt x="66739" y="72901"/>
                  <a:pt x="66866" y="72837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801E84A5-C965-06AC-43FB-C5748A8D7FB9}"/>
              </a:ext>
            </a:extLst>
          </p:cNvPr>
          <p:cNvSpPr/>
          <p:nvPr/>
        </p:nvSpPr>
        <p:spPr>
          <a:xfrm>
            <a:off x="6579996" y="4832410"/>
            <a:ext cx="121761" cy="106368"/>
          </a:xfrm>
          <a:custGeom>
            <a:avLst/>
            <a:gdLst>
              <a:gd name="connsiteX0" fmla="*/ 67056 w 121761"/>
              <a:gd name="connsiteY0" fmla="*/ 72583 h 106368"/>
              <a:gd name="connsiteX1" fmla="*/ 67247 w 121761"/>
              <a:gd name="connsiteY1" fmla="*/ 72456 h 106368"/>
              <a:gd name="connsiteX2" fmla="*/ 68135 w 121761"/>
              <a:gd name="connsiteY2" fmla="*/ 71949 h 106368"/>
              <a:gd name="connsiteX3" fmla="*/ 70359 w 121761"/>
              <a:gd name="connsiteY3" fmla="*/ 70679 h 106368"/>
              <a:gd name="connsiteX4" fmla="*/ 71310 w 121761"/>
              <a:gd name="connsiteY4" fmla="*/ 70107 h 106368"/>
              <a:gd name="connsiteX5" fmla="*/ 73406 w 121761"/>
              <a:gd name="connsiteY5" fmla="*/ 69027 h 106368"/>
              <a:gd name="connsiteX6" fmla="*/ 74867 w 121761"/>
              <a:gd name="connsiteY6" fmla="*/ 68266 h 106368"/>
              <a:gd name="connsiteX7" fmla="*/ 77216 w 121761"/>
              <a:gd name="connsiteY7" fmla="*/ 67123 h 106368"/>
              <a:gd name="connsiteX8" fmla="*/ 78613 w 121761"/>
              <a:gd name="connsiteY8" fmla="*/ 66487 h 106368"/>
              <a:gd name="connsiteX9" fmla="*/ 80835 w 121761"/>
              <a:gd name="connsiteY9" fmla="*/ 65535 h 106368"/>
              <a:gd name="connsiteX10" fmla="*/ 81280 w 121761"/>
              <a:gd name="connsiteY10" fmla="*/ 65344 h 106368"/>
              <a:gd name="connsiteX11" fmla="*/ 81407 w 121761"/>
              <a:gd name="connsiteY11" fmla="*/ 65344 h 106368"/>
              <a:gd name="connsiteX12" fmla="*/ 120714 w 121761"/>
              <a:gd name="connsiteY12" fmla="*/ 54295 h 106368"/>
              <a:gd name="connsiteX13" fmla="*/ 120714 w 121761"/>
              <a:gd name="connsiteY13" fmla="*/ 51755 h 106368"/>
              <a:gd name="connsiteX14" fmla="*/ 81344 w 121761"/>
              <a:gd name="connsiteY14" fmla="*/ 40706 h 106368"/>
              <a:gd name="connsiteX15" fmla="*/ 81280 w 121761"/>
              <a:gd name="connsiteY15" fmla="*/ 40706 h 106368"/>
              <a:gd name="connsiteX16" fmla="*/ 80963 w 121761"/>
              <a:gd name="connsiteY16" fmla="*/ 40580 h 106368"/>
              <a:gd name="connsiteX17" fmla="*/ 78486 w 121761"/>
              <a:gd name="connsiteY17" fmla="*/ 39500 h 106368"/>
              <a:gd name="connsiteX18" fmla="*/ 77216 w 121761"/>
              <a:gd name="connsiteY18" fmla="*/ 38929 h 106368"/>
              <a:gd name="connsiteX19" fmla="*/ 74422 w 121761"/>
              <a:gd name="connsiteY19" fmla="*/ 37595 h 106368"/>
              <a:gd name="connsiteX20" fmla="*/ 73534 w 121761"/>
              <a:gd name="connsiteY20" fmla="*/ 37150 h 106368"/>
              <a:gd name="connsiteX21" fmla="*/ 71247 w 121761"/>
              <a:gd name="connsiteY21" fmla="*/ 35944 h 106368"/>
              <a:gd name="connsiteX22" fmla="*/ 70359 w 121761"/>
              <a:gd name="connsiteY22" fmla="*/ 35436 h 106368"/>
              <a:gd name="connsiteX23" fmla="*/ 68009 w 121761"/>
              <a:gd name="connsiteY23" fmla="*/ 34102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9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1 w 121761"/>
              <a:gd name="connsiteY31" fmla="*/ 53533 h 106368"/>
              <a:gd name="connsiteX32" fmla="*/ 0 w 121761"/>
              <a:gd name="connsiteY32" fmla="*/ 53533 h 106368"/>
              <a:gd name="connsiteX33" fmla="*/ 191 w 121761"/>
              <a:gd name="connsiteY33" fmla="*/ 53661 h 106368"/>
              <a:gd name="connsiteX34" fmla="*/ 43307 w 121761"/>
              <a:gd name="connsiteY34" fmla="*/ 65662 h 106368"/>
              <a:gd name="connsiteX35" fmla="*/ 43879 w 121761"/>
              <a:gd name="connsiteY35" fmla="*/ 66995 h 106368"/>
              <a:gd name="connsiteX36" fmla="*/ 34227 w 121761"/>
              <a:gd name="connsiteY36" fmla="*/ 105540 h 106368"/>
              <a:gd name="connsiteX37" fmla="*/ 35814 w 121761"/>
              <a:gd name="connsiteY37" fmla="*/ 105985 h 106368"/>
              <a:gd name="connsiteX38" fmla="*/ 35814 w 121761"/>
              <a:gd name="connsiteY38" fmla="*/ 105985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3"/>
                </a:moveTo>
                <a:cubicBezTo>
                  <a:pt x="67056" y="72583"/>
                  <a:pt x="67184" y="72520"/>
                  <a:pt x="67247" y="72456"/>
                </a:cubicBezTo>
                <a:cubicBezTo>
                  <a:pt x="67564" y="72266"/>
                  <a:pt x="67818" y="72139"/>
                  <a:pt x="68135" y="71949"/>
                </a:cubicBezTo>
                <a:cubicBezTo>
                  <a:pt x="68835" y="71504"/>
                  <a:pt x="69597" y="71060"/>
                  <a:pt x="70359" y="70679"/>
                </a:cubicBezTo>
                <a:cubicBezTo>
                  <a:pt x="70676" y="70488"/>
                  <a:pt x="70993" y="70298"/>
                  <a:pt x="71310" y="70107"/>
                </a:cubicBezTo>
                <a:cubicBezTo>
                  <a:pt x="72010" y="69726"/>
                  <a:pt x="72708" y="69345"/>
                  <a:pt x="73406" y="69027"/>
                </a:cubicBezTo>
                <a:cubicBezTo>
                  <a:pt x="73914" y="68774"/>
                  <a:pt x="74359" y="68519"/>
                  <a:pt x="74867" y="68266"/>
                </a:cubicBezTo>
                <a:cubicBezTo>
                  <a:pt x="75629" y="67885"/>
                  <a:pt x="76454" y="67504"/>
                  <a:pt x="77216" y="67123"/>
                </a:cubicBezTo>
                <a:cubicBezTo>
                  <a:pt x="77660" y="66932"/>
                  <a:pt x="78169" y="66678"/>
                  <a:pt x="78613" y="66487"/>
                </a:cubicBezTo>
                <a:cubicBezTo>
                  <a:pt x="79375" y="66170"/>
                  <a:pt x="80073" y="65852"/>
                  <a:pt x="80835" y="65535"/>
                </a:cubicBezTo>
                <a:cubicBezTo>
                  <a:pt x="80963" y="65535"/>
                  <a:pt x="81153" y="65408"/>
                  <a:pt x="81280" y="65344"/>
                </a:cubicBezTo>
                <a:cubicBezTo>
                  <a:pt x="81280" y="65344"/>
                  <a:pt x="81344" y="65344"/>
                  <a:pt x="81407" y="65344"/>
                </a:cubicBezTo>
                <a:cubicBezTo>
                  <a:pt x="96012" y="59185"/>
                  <a:pt x="111443" y="55883"/>
                  <a:pt x="120714" y="54295"/>
                </a:cubicBezTo>
                <a:cubicBezTo>
                  <a:pt x="122110" y="54042"/>
                  <a:pt x="122110" y="52010"/>
                  <a:pt x="120714" y="51755"/>
                </a:cubicBezTo>
                <a:cubicBezTo>
                  <a:pt x="111379" y="50168"/>
                  <a:pt x="95948" y="46866"/>
                  <a:pt x="81344" y="40706"/>
                </a:cubicBezTo>
                <a:cubicBezTo>
                  <a:pt x="81344" y="40706"/>
                  <a:pt x="81344" y="40706"/>
                  <a:pt x="81280" y="40706"/>
                </a:cubicBezTo>
                <a:cubicBezTo>
                  <a:pt x="81153" y="40706"/>
                  <a:pt x="81090" y="40580"/>
                  <a:pt x="80963" y="40580"/>
                </a:cubicBezTo>
                <a:cubicBezTo>
                  <a:pt x="80137" y="40199"/>
                  <a:pt x="79311" y="39881"/>
                  <a:pt x="78486" y="39500"/>
                </a:cubicBezTo>
                <a:cubicBezTo>
                  <a:pt x="78042" y="39310"/>
                  <a:pt x="77597" y="39119"/>
                  <a:pt x="77216" y="38929"/>
                </a:cubicBezTo>
                <a:cubicBezTo>
                  <a:pt x="76264" y="38484"/>
                  <a:pt x="75311" y="38039"/>
                  <a:pt x="74422" y="37595"/>
                </a:cubicBezTo>
                <a:cubicBezTo>
                  <a:pt x="74105" y="37468"/>
                  <a:pt x="73787" y="37277"/>
                  <a:pt x="73534" y="37150"/>
                </a:cubicBezTo>
                <a:cubicBezTo>
                  <a:pt x="72772" y="36769"/>
                  <a:pt x="72010" y="36388"/>
                  <a:pt x="71247" y="35944"/>
                </a:cubicBezTo>
                <a:cubicBezTo>
                  <a:pt x="70930" y="35754"/>
                  <a:pt x="70676" y="35626"/>
                  <a:pt x="70359" y="35436"/>
                </a:cubicBezTo>
                <a:cubicBezTo>
                  <a:pt x="69597" y="34992"/>
                  <a:pt x="68771" y="34547"/>
                  <a:pt x="68009" y="34102"/>
                </a:cubicBezTo>
                <a:cubicBezTo>
                  <a:pt x="67755" y="33975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6" y="33468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4"/>
                  <a:pt x="34354" y="3"/>
                  <a:pt x="34290" y="829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6"/>
                  <a:pt x="43307" y="40770"/>
                </a:cubicBezTo>
                <a:cubicBezTo>
                  <a:pt x="27432" y="42294"/>
                  <a:pt x="2222" y="52771"/>
                  <a:pt x="191" y="53533"/>
                </a:cubicBezTo>
                <a:lnTo>
                  <a:pt x="0" y="53533"/>
                </a:lnTo>
                <a:cubicBezTo>
                  <a:pt x="0" y="53533"/>
                  <a:pt x="191" y="53661"/>
                  <a:pt x="191" y="53661"/>
                </a:cubicBezTo>
                <a:cubicBezTo>
                  <a:pt x="2160" y="54486"/>
                  <a:pt x="27432" y="64138"/>
                  <a:pt x="43307" y="65662"/>
                </a:cubicBezTo>
                <a:cubicBezTo>
                  <a:pt x="44006" y="65662"/>
                  <a:pt x="44323" y="66487"/>
                  <a:pt x="43879" y="66995"/>
                </a:cubicBezTo>
                <a:cubicBezTo>
                  <a:pt x="40767" y="70551"/>
                  <a:pt x="32512" y="82362"/>
                  <a:pt x="34227" y="105540"/>
                </a:cubicBezTo>
                <a:cubicBezTo>
                  <a:pt x="34227" y="106366"/>
                  <a:pt x="35370" y="106683"/>
                  <a:pt x="35814" y="105985"/>
                </a:cubicBezTo>
                <a:lnTo>
                  <a:pt x="35814" y="105985"/>
                </a:lnTo>
                <a:cubicBezTo>
                  <a:pt x="43624" y="91443"/>
                  <a:pt x="54039" y="80775"/>
                  <a:pt x="66739" y="72901"/>
                </a:cubicBezTo>
                <a:cubicBezTo>
                  <a:pt x="66739" y="72901"/>
                  <a:pt x="66866" y="72837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E519E07-3B28-C120-A536-49A5E4FF396A}"/>
              </a:ext>
            </a:extLst>
          </p:cNvPr>
          <p:cNvSpPr txBox="1"/>
          <p:nvPr/>
        </p:nvSpPr>
        <p:spPr>
          <a:xfrm>
            <a:off x="6593429" y="2316640"/>
            <a:ext cx="38769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4500" b="1" spc="0" baseline="0" dirty="0">
              <a:ln/>
              <a:solidFill>
                <a:srgbClr val="0D2157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9753949-D509-1815-8E0E-C54A084D8B1A}"/>
              </a:ext>
            </a:extLst>
          </p:cNvPr>
          <p:cNvSpPr txBox="1"/>
          <p:nvPr/>
        </p:nvSpPr>
        <p:spPr>
          <a:xfrm>
            <a:off x="6593429" y="1934928"/>
            <a:ext cx="297430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25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5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5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5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05ADF61A-F226-8EDA-A185-20FFDAC03DCE}"/>
              </a:ext>
            </a:extLst>
          </p:cNvPr>
          <p:cNvSpPr txBox="1"/>
          <p:nvPr/>
        </p:nvSpPr>
        <p:spPr>
          <a:xfrm>
            <a:off x="6801742" y="3341930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5" name="object 21">
            <a:extLst>
              <a:ext uri="{FF2B5EF4-FFF2-40B4-BE49-F238E27FC236}">
                <a16:creationId xmlns:a16="http://schemas.microsoft.com/office/drawing/2014/main" id="{932CADE2-ABAB-BBB5-B8CC-7EFC5C89A413}"/>
              </a:ext>
            </a:extLst>
          </p:cNvPr>
          <p:cNvSpPr txBox="1"/>
          <p:nvPr/>
        </p:nvSpPr>
        <p:spPr>
          <a:xfrm>
            <a:off x="6801742" y="4078530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6" name="object 21">
            <a:extLst>
              <a:ext uri="{FF2B5EF4-FFF2-40B4-BE49-F238E27FC236}">
                <a16:creationId xmlns:a16="http://schemas.microsoft.com/office/drawing/2014/main" id="{32E602AE-99B8-8E88-00E1-9488D560B28B}"/>
              </a:ext>
            </a:extLst>
          </p:cNvPr>
          <p:cNvSpPr txBox="1"/>
          <p:nvPr/>
        </p:nvSpPr>
        <p:spPr>
          <a:xfrm>
            <a:off x="6801742" y="4815130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grpSp>
        <p:nvGrpSpPr>
          <p:cNvPr id="17" name="Gráfico 4">
            <a:extLst>
              <a:ext uri="{FF2B5EF4-FFF2-40B4-BE49-F238E27FC236}">
                <a16:creationId xmlns:a16="http://schemas.microsoft.com/office/drawing/2014/main" id="{19741CF9-6ADE-E025-F33E-4A33C6616253}"/>
              </a:ext>
            </a:extLst>
          </p:cNvPr>
          <p:cNvGrpSpPr/>
          <p:nvPr/>
        </p:nvGrpSpPr>
        <p:grpSpPr>
          <a:xfrm>
            <a:off x="9931807" y="1786182"/>
            <a:ext cx="730631" cy="730567"/>
            <a:chOff x="6820598" y="4078732"/>
            <a:chExt cx="730631" cy="730567"/>
          </a:xfrm>
          <a:noFill/>
        </p:grpSpPr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D5040BA-9449-893E-3AB1-21F076E3A3DE}"/>
                </a:ext>
              </a:extLst>
            </p:cNvPr>
            <p:cNvSpPr/>
            <p:nvPr/>
          </p:nvSpPr>
          <p:spPr>
            <a:xfrm>
              <a:off x="6820598" y="4078732"/>
              <a:ext cx="730631" cy="730567"/>
            </a:xfrm>
            <a:custGeom>
              <a:avLst/>
              <a:gdLst>
                <a:gd name="connsiteX0" fmla="*/ 404305 w 730631"/>
                <a:gd name="connsiteY0" fmla="*/ 730567 h 730567"/>
                <a:gd name="connsiteX1" fmla="*/ 326390 w 730631"/>
                <a:gd name="connsiteY1" fmla="*/ 730567 h 730567"/>
                <a:gd name="connsiteX2" fmla="*/ 299021 w 730631"/>
                <a:gd name="connsiteY2" fmla="*/ 703199 h 730567"/>
                <a:gd name="connsiteX3" fmla="*/ 299021 w 730631"/>
                <a:gd name="connsiteY3" fmla="*/ 669989 h 730567"/>
                <a:gd name="connsiteX4" fmla="*/ 273685 w 730631"/>
                <a:gd name="connsiteY4" fmla="*/ 634809 h 730567"/>
                <a:gd name="connsiteX5" fmla="*/ 238887 w 730631"/>
                <a:gd name="connsiteY5" fmla="*/ 620268 h 730567"/>
                <a:gd name="connsiteX6" fmla="*/ 197548 w 730631"/>
                <a:gd name="connsiteY6" fmla="*/ 626809 h 730567"/>
                <a:gd name="connsiteX7" fmla="*/ 173292 w 730631"/>
                <a:gd name="connsiteY7" fmla="*/ 651065 h 730567"/>
                <a:gd name="connsiteX8" fmla="*/ 134620 w 730631"/>
                <a:gd name="connsiteY8" fmla="*/ 651065 h 730567"/>
                <a:gd name="connsiteX9" fmla="*/ 79502 w 730631"/>
                <a:gd name="connsiteY9" fmla="*/ 596011 h 730567"/>
                <a:gd name="connsiteX10" fmla="*/ 79502 w 730631"/>
                <a:gd name="connsiteY10" fmla="*/ 557276 h 730567"/>
                <a:gd name="connsiteX11" fmla="*/ 104077 w 730631"/>
                <a:gd name="connsiteY11" fmla="*/ 532702 h 730567"/>
                <a:gd name="connsiteX12" fmla="*/ 110681 w 730631"/>
                <a:gd name="connsiteY12" fmla="*/ 491490 h 730567"/>
                <a:gd name="connsiteX13" fmla="*/ 96266 w 730631"/>
                <a:gd name="connsiteY13" fmla="*/ 456692 h 730567"/>
                <a:gd name="connsiteX14" fmla="*/ 61532 w 730631"/>
                <a:gd name="connsiteY14" fmla="*/ 431546 h 730567"/>
                <a:gd name="connsiteX15" fmla="*/ 27369 w 730631"/>
                <a:gd name="connsiteY15" fmla="*/ 431546 h 730567"/>
                <a:gd name="connsiteX16" fmla="*/ 0 w 730631"/>
                <a:gd name="connsiteY16" fmla="*/ 404177 h 730567"/>
                <a:gd name="connsiteX17" fmla="*/ 0 w 730631"/>
                <a:gd name="connsiteY17" fmla="*/ 326263 h 730567"/>
                <a:gd name="connsiteX18" fmla="*/ 27369 w 730631"/>
                <a:gd name="connsiteY18" fmla="*/ 298895 h 730567"/>
                <a:gd name="connsiteX19" fmla="*/ 62167 w 730631"/>
                <a:gd name="connsiteY19" fmla="*/ 298895 h 730567"/>
                <a:gd name="connsiteX20" fmla="*/ 96901 w 730631"/>
                <a:gd name="connsiteY20" fmla="*/ 273939 h 730567"/>
                <a:gd name="connsiteX21" fmla="*/ 111252 w 730631"/>
                <a:gd name="connsiteY21" fmla="*/ 239776 h 730567"/>
                <a:gd name="connsiteX22" fmla="*/ 104711 w 730631"/>
                <a:gd name="connsiteY22" fmla="*/ 198374 h 730567"/>
                <a:gd name="connsiteX23" fmla="*/ 79502 w 730631"/>
                <a:gd name="connsiteY23" fmla="*/ 173165 h 730567"/>
                <a:gd name="connsiteX24" fmla="*/ 71501 w 730631"/>
                <a:gd name="connsiteY24" fmla="*/ 153797 h 730567"/>
                <a:gd name="connsiteX25" fmla="*/ 79502 w 730631"/>
                <a:gd name="connsiteY25" fmla="*/ 134429 h 730567"/>
                <a:gd name="connsiteX26" fmla="*/ 134620 w 730631"/>
                <a:gd name="connsiteY26" fmla="*/ 79375 h 730567"/>
                <a:gd name="connsiteX27" fmla="*/ 173292 w 730631"/>
                <a:gd name="connsiteY27" fmla="*/ 79375 h 730567"/>
                <a:gd name="connsiteX28" fmla="*/ 198755 w 730631"/>
                <a:gd name="connsiteY28" fmla="*/ 104902 h 730567"/>
                <a:gd name="connsiteX29" fmla="*/ 240030 w 730631"/>
                <a:gd name="connsiteY29" fmla="*/ 111506 h 730567"/>
                <a:gd name="connsiteX30" fmla="*/ 274257 w 730631"/>
                <a:gd name="connsiteY30" fmla="*/ 97346 h 730567"/>
                <a:gd name="connsiteX31" fmla="*/ 299021 w 730631"/>
                <a:gd name="connsiteY31" fmla="*/ 63055 h 730567"/>
                <a:gd name="connsiteX32" fmla="*/ 299021 w 730631"/>
                <a:gd name="connsiteY32" fmla="*/ 27368 h 730567"/>
                <a:gd name="connsiteX33" fmla="*/ 326390 w 730631"/>
                <a:gd name="connsiteY33" fmla="*/ 0 h 730567"/>
                <a:gd name="connsiteX34" fmla="*/ 404305 w 730631"/>
                <a:gd name="connsiteY34" fmla="*/ 0 h 730567"/>
                <a:gd name="connsiteX35" fmla="*/ 431673 w 730631"/>
                <a:gd name="connsiteY35" fmla="*/ 27368 h 730567"/>
                <a:gd name="connsiteX36" fmla="*/ 431673 w 730631"/>
                <a:gd name="connsiteY36" fmla="*/ 63055 h 730567"/>
                <a:gd name="connsiteX37" fmla="*/ 456438 w 730631"/>
                <a:gd name="connsiteY37" fmla="*/ 97346 h 730567"/>
                <a:gd name="connsiteX38" fmla="*/ 490665 w 730631"/>
                <a:gd name="connsiteY38" fmla="*/ 111506 h 730567"/>
                <a:gd name="connsiteX39" fmla="*/ 531940 w 730631"/>
                <a:gd name="connsiteY39" fmla="*/ 104902 h 730567"/>
                <a:gd name="connsiteX40" fmla="*/ 557403 w 730631"/>
                <a:gd name="connsiteY40" fmla="*/ 79375 h 730567"/>
                <a:gd name="connsiteX41" fmla="*/ 596138 w 730631"/>
                <a:gd name="connsiteY41" fmla="*/ 79375 h 730567"/>
                <a:gd name="connsiteX42" fmla="*/ 651193 w 730631"/>
                <a:gd name="connsiteY42" fmla="*/ 134493 h 730567"/>
                <a:gd name="connsiteX43" fmla="*/ 659194 w 730631"/>
                <a:gd name="connsiteY43" fmla="*/ 153860 h 730567"/>
                <a:gd name="connsiteX44" fmla="*/ 651193 w 730631"/>
                <a:gd name="connsiteY44" fmla="*/ 173228 h 730567"/>
                <a:gd name="connsiteX45" fmla="*/ 625983 w 730631"/>
                <a:gd name="connsiteY45" fmla="*/ 198374 h 730567"/>
                <a:gd name="connsiteX46" fmla="*/ 619443 w 730631"/>
                <a:gd name="connsiteY46" fmla="*/ 239776 h 730567"/>
                <a:gd name="connsiteX47" fmla="*/ 633730 w 730631"/>
                <a:gd name="connsiteY47" fmla="*/ 273939 h 730567"/>
                <a:gd name="connsiteX48" fmla="*/ 668465 w 730631"/>
                <a:gd name="connsiteY48" fmla="*/ 298895 h 730567"/>
                <a:gd name="connsiteX49" fmla="*/ 703263 w 730631"/>
                <a:gd name="connsiteY49" fmla="*/ 298895 h 730567"/>
                <a:gd name="connsiteX50" fmla="*/ 730631 w 730631"/>
                <a:gd name="connsiteY50" fmla="*/ 326263 h 730567"/>
                <a:gd name="connsiteX51" fmla="*/ 730631 w 730631"/>
                <a:gd name="connsiteY51" fmla="*/ 404177 h 730567"/>
                <a:gd name="connsiteX52" fmla="*/ 703263 w 730631"/>
                <a:gd name="connsiteY52" fmla="*/ 431546 h 730567"/>
                <a:gd name="connsiteX53" fmla="*/ 669100 w 730631"/>
                <a:gd name="connsiteY53" fmla="*/ 431546 h 730567"/>
                <a:gd name="connsiteX54" fmla="*/ 634365 w 730631"/>
                <a:gd name="connsiteY54" fmla="*/ 456692 h 730567"/>
                <a:gd name="connsiteX55" fmla="*/ 619951 w 730631"/>
                <a:gd name="connsiteY55" fmla="*/ 491490 h 730567"/>
                <a:gd name="connsiteX56" fmla="*/ 626555 w 730631"/>
                <a:gd name="connsiteY56" fmla="*/ 532702 h 730567"/>
                <a:gd name="connsiteX57" fmla="*/ 651129 w 730631"/>
                <a:gd name="connsiteY57" fmla="*/ 557276 h 730567"/>
                <a:gd name="connsiteX58" fmla="*/ 651129 w 730631"/>
                <a:gd name="connsiteY58" fmla="*/ 596011 h 730567"/>
                <a:gd name="connsiteX59" fmla="*/ 596075 w 730631"/>
                <a:gd name="connsiteY59" fmla="*/ 651065 h 730567"/>
                <a:gd name="connsiteX60" fmla="*/ 557340 w 730631"/>
                <a:gd name="connsiteY60" fmla="*/ 651065 h 730567"/>
                <a:gd name="connsiteX61" fmla="*/ 533083 w 730631"/>
                <a:gd name="connsiteY61" fmla="*/ 626809 h 730567"/>
                <a:gd name="connsiteX62" fmla="*/ 491744 w 730631"/>
                <a:gd name="connsiteY62" fmla="*/ 620268 h 730567"/>
                <a:gd name="connsiteX63" fmla="*/ 456946 w 730631"/>
                <a:gd name="connsiteY63" fmla="*/ 634809 h 730567"/>
                <a:gd name="connsiteX64" fmla="*/ 431609 w 730631"/>
                <a:gd name="connsiteY64" fmla="*/ 669989 h 730567"/>
                <a:gd name="connsiteX65" fmla="*/ 431609 w 730631"/>
                <a:gd name="connsiteY65" fmla="*/ 703199 h 730567"/>
                <a:gd name="connsiteX66" fmla="*/ 404241 w 730631"/>
                <a:gd name="connsiteY66" fmla="*/ 730567 h 730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0631" h="730567">
                  <a:moveTo>
                    <a:pt x="404305" y="730567"/>
                  </a:moveTo>
                  <a:lnTo>
                    <a:pt x="326390" y="730567"/>
                  </a:lnTo>
                  <a:cubicBezTo>
                    <a:pt x="311277" y="730567"/>
                    <a:pt x="299021" y="718312"/>
                    <a:pt x="299021" y="703199"/>
                  </a:cubicBezTo>
                  <a:lnTo>
                    <a:pt x="299021" y="669989"/>
                  </a:lnTo>
                  <a:cubicBezTo>
                    <a:pt x="299021" y="654114"/>
                    <a:pt x="288861" y="640016"/>
                    <a:pt x="273685" y="634809"/>
                  </a:cubicBezTo>
                  <a:cubicBezTo>
                    <a:pt x="261874" y="630746"/>
                    <a:pt x="250127" y="625856"/>
                    <a:pt x="238887" y="620268"/>
                  </a:cubicBezTo>
                  <a:cubicBezTo>
                    <a:pt x="224981" y="613346"/>
                    <a:pt x="208407" y="616014"/>
                    <a:pt x="197548" y="626809"/>
                  </a:cubicBezTo>
                  <a:lnTo>
                    <a:pt x="173292" y="651065"/>
                  </a:lnTo>
                  <a:cubicBezTo>
                    <a:pt x="162941" y="661416"/>
                    <a:pt x="144907" y="661416"/>
                    <a:pt x="134620" y="651065"/>
                  </a:cubicBezTo>
                  <a:lnTo>
                    <a:pt x="79502" y="596011"/>
                  </a:lnTo>
                  <a:cubicBezTo>
                    <a:pt x="68834" y="585343"/>
                    <a:pt x="68834" y="568008"/>
                    <a:pt x="79502" y="557276"/>
                  </a:cubicBezTo>
                  <a:lnTo>
                    <a:pt x="104077" y="532702"/>
                  </a:lnTo>
                  <a:cubicBezTo>
                    <a:pt x="114871" y="521907"/>
                    <a:pt x="117539" y="505333"/>
                    <a:pt x="110681" y="491490"/>
                  </a:cubicBezTo>
                  <a:cubicBezTo>
                    <a:pt x="105156" y="480251"/>
                    <a:pt x="100267" y="468566"/>
                    <a:pt x="96266" y="456692"/>
                  </a:cubicBezTo>
                  <a:cubicBezTo>
                    <a:pt x="91186" y="441642"/>
                    <a:pt x="77216" y="431546"/>
                    <a:pt x="61532" y="431546"/>
                  </a:cubicBezTo>
                  <a:lnTo>
                    <a:pt x="27369" y="431546"/>
                  </a:lnTo>
                  <a:cubicBezTo>
                    <a:pt x="12256" y="431546"/>
                    <a:pt x="0" y="419290"/>
                    <a:pt x="0" y="404177"/>
                  </a:cubicBezTo>
                  <a:lnTo>
                    <a:pt x="0" y="326263"/>
                  </a:lnTo>
                  <a:cubicBezTo>
                    <a:pt x="0" y="311150"/>
                    <a:pt x="12256" y="298895"/>
                    <a:pt x="27369" y="298895"/>
                  </a:cubicBezTo>
                  <a:lnTo>
                    <a:pt x="62167" y="298895"/>
                  </a:lnTo>
                  <a:cubicBezTo>
                    <a:pt x="77788" y="298895"/>
                    <a:pt x="91758" y="288861"/>
                    <a:pt x="96901" y="273939"/>
                  </a:cubicBezTo>
                  <a:cubicBezTo>
                    <a:pt x="100902" y="262319"/>
                    <a:pt x="105728" y="250825"/>
                    <a:pt x="111252" y="239776"/>
                  </a:cubicBezTo>
                  <a:cubicBezTo>
                    <a:pt x="118173" y="225870"/>
                    <a:pt x="115570" y="209233"/>
                    <a:pt x="104711" y="198374"/>
                  </a:cubicBezTo>
                  <a:lnTo>
                    <a:pt x="79502" y="173165"/>
                  </a:lnTo>
                  <a:cubicBezTo>
                    <a:pt x="74358" y="168021"/>
                    <a:pt x="71501" y="161099"/>
                    <a:pt x="71501" y="153797"/>
                  </a:cubicBezTo>
                  <a:cubicBezTo>
                    <a:pt x="71501" y="146495"/>
                    <a:pt x="74358" y="139636"/>
                    <a:pt x="79502" y="134429"/>
                  </a:cubicBezTo>
                  <a:lnTo>
                    <a:pt x="134620" y="79375"/>
                  </a:lnTo>
                  <a:cubicBezTo>
                    <a:pt x="144907" y="69024"/>
                    <a:pt x="162941" y="69024"/>
                    <a:pt x="173292" y="79375"/>
                  </a:cubicBezTo>
                  <a:lnTo>
                    <a:pt x="198755" y="104902"/>
                  </a:lnTo>
                  <a:cubicBezTo>
                    <a:pt x="209550" y="115697"/>
                    <a:pt x="226123" y="118364"/>
                    <a:pt x="240030" y="111506"/>
                  </a:cubicBezTo>
                  <a:cubicBezTo>
                    <a:pt x="251079" y="106045"/>
                    <a:pt x="262636" y="101283"/>
                    <a:pt x="274257" y="97346"/>
                  </a:cubicBezTo>
                  <a:cubicBezTo>
                    <a:pt x="289052" y="92329"/>
                    <a:pt x="299021" y="78549"/>
                    <a:pt x="299021" y="63055"/>
                  </a:cubicBezTo>
                  <a:lnTo>
                    <a:pt x="299021" y="27368"/>
                  </a:lnTo>
                  <a:cubicBezTo>
                    <a:pt x="299021" y="12255"/>
                    <a:pt x="311277" y="0"/>
                    <a:pt x="326390" y="0"/>
                  </a:cubicBezTo>
                  <a:lnTo>
                    <a:pt x="404305" y="0"/>
                  </a:lnTo>
                  <a:cubicBezTo>
                    <a:pt x="419418" y="0"/>
                    <a:pt x="431673" y="12255"/>
                    <a:pt x="431673" y="27368"/>
                  </a:cubicBezTo>
                  <a:lnTo>
                    <a:pt x="431673" y="63055"/>
                  </a:lnTo>
                  <a:cubicBezTo>
                    <a:pt x="431673" y="78549"/>
                    <a:pt x="441643" y="92329"/>
                    <a:pt x="456438" y="97346"/>
                  </a:cubicBezTo>
                  <a:cubicBezTo>
                    <a:pt x="468058" y="101283"/>
                    <a:pt x="479552" y="106045"/>
                    <a:pt x="490665" y="111506"/>
                  </a:cubicBezTo>
                  <a:cubicBezTo>
                    <a:pt x="504571" y="118364"/>
                    <a:pt x="521145" y="115697"/>
                    <a:pt x="531940" y="104902"/>
                  </a:cubicBezTo>
                  <a:lnTo>
                    <a:pt x="557403" y="79375"/>
                  </a:lnTo>
                  <a:cubicBezTo>
                    <a:pt x="568071" y="68707"/>
                    <a:pt x="585407" y="68707"/>
                    <a:pt x="596138" y="79375"/>
                  </a:cubicBezTo>
                  <a:lnTo>
                    <a:pt x="651193" y="134493"/>
                  </a:lnTo>
                  <a:cubicBezTo>
                    <a:pt x="656336" y="139636"/>
                    <a:pt x="659194" y="146558"/>
                    <a:pt x="659194" y="153860"/>
                  </a:cubicBezTo>
                  <a:cubicBezTo>
                    <a:pt x="659194" y="161163"/>
                    <a:pt x="656336" y="168021"/>
                    <a:pt x="651193" y="173228"/>
                  </a:cubicBezTo>
                  <a:lnTo>
                    <a:pt x="625983" y="198374"/>
                  </a:lnTo>
                  <a:cubicBezTo>
                    <a:pt x="615125" y="209233"/>
                    <a:pt x="612521" y="225870"/>
                    <a:pt x="619443" y="239776"/>
                  </a:cubicBezTo>
                  <a:cubicBezTo>
                    <a:pt x="624967" y="250825"/>
                    <a:pt x="629793" y="262319"/>
                    <a:pt x="633730" y="273939"/>
                  </a:cubicBezTo>
                  <a:cubicBezTo>
                    <a:pt x="638873" y="288861"/>
                    <a:pt x="652844" y="298895"/>
                    <a:pt x="668465" y="298895"/>
                  </a:cubicBezTo>
                  <a:lnTo>
                    <a:pt x="703263" y="298895"/>
                  </a:lnTo>
                  <a:cubicBezTo>
                    <a:pt x="718376" y="298895"/>
                    <a:pt x="730631" y="311150"/>
                    <a:pt x="730631" y="326263"/>
                  </a:cubicBezTo>
                  <a:lnTo>
                    <a:pt x="730631" y="404177"/>
                  </a:lnTo>
                  <a:cubicBezTo>
                    <a:pt x="730631" y="419290"/>
                    <a:pt x="718376" y="431546"/>
                    <a:pt x="703263" y="431546"/>
                  </a:cubicBezTo>
                  <a:lnTo>
                    <a:pt x="669100" y="431546"/>
                  </a:lnTo>
                  <a:cubicBezTo>
                    <a:pt x="653415" y="431546"/>
                    <a:pt x="639445" y="441642"/>
                    <a:pt x="634365" y="456692"/>
                  </a:cubicBezTo>
                  <a:cubicBezTo>
                    <a:pt x="630365" y="468566"/>
                    <a:pt x="625539" y="480251"/>
                    <a:pt x="619951" y="491490"/>
                  </a:cubicBezTo>
                  <a:cubicBezTo>
                    <a:pt x="613093" y="505333"/>
                    <a:pt x="615759" y="521907"/>
                    <a:pt x="626555" y="532702"/>
                  </a:cubicBezTo>
                  <a:lnTo>
                    <a:pt x="651129" y="557276"/>
                  </a:lnTo>
                  <a:cubicBezTo>
                    <a:pt x="661797" y="567944"/>
                    <a:pt x="661797" y="585279"/>
                    <a:pt x="651129" y="596011"/>
                  </a:cubicBezTo>
                  <a:lnTo>
                    <a:pt x="596075" y="651065"/>
                  </a:lnTo>
                  <a:cubicBezTo>
                    <a:pt x="585407" y="661734"/>
                    <a:pt x="568071" y="661734"/>
                    <a:pt x="557340" y="651065"/>
                  </a:cubicBezTo>
                  <a:lnTo>
                    <a:pt x="533083" y="626809"/>
                  </a:lnTo>
                  <a:cubicBezTo>
                    <a:pt x="522224" y="615950"/>
                    <a:pt x="505587" y="613346"/>
                    <a:pt x="491744" y="620268"/>
                  </a:cubicBezTo>
                  <a:cubicBezTo>
                    <a:pt x="480505" y="625856"/>
                    <a:pt x="468820" y="630746"/>
                    <a:pt x="456946" y="634809"/>
                  </a:cubicBezTo>
                  <a:cubicBezTo>
                    <a:pt x="441770" y="640016"/>
                    <a:pt x="431609" y="654114"/>
                    <a:pt x="431609" y="669989"/>
                  </a:cubicBezTo>
                  <a:lnTo>
                    <a:pt x="431609" y="703199"/>
                  </a:lnTo>
                  <a:cubicBezTo>
                    <a:pt x="431609" y="718312"/>
                    <a:pt x="419354" y="730567"/>
                    <a:pt x="404241" y="73056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075396F4-2026-6982-4F45-61B080E52FAB}"/>
                </a:ext>
              </a:extLst>
            </p:cNvPr>
            <p:cNvSpPr/>
            <p:nvPr/>
          </p:nvSpPr>
          <p:spPr>
            <a:xfrm>
              <a:off x="7034085" y="4296854"/>
              <a:ext cx="303974" cy="343789"/>
            </a:xfrm>
            <a:custGeom>
              <a:avLst/>
              <a:gdLst>
                <a:gd name="connsiteX0" fmla="*/ 303784 w 303974"/>
                <a:gd name="connsiteY0" fmla="*/ 151892 h 343789"/>
                <a:gd name="connsiteX1" fmla="*/ 151892 w 303974"/>
                <a:gd name="connsiteY1" fmla="*/ 0 h 343789"/>
                <a:gd name="connsiteX2" fmla="*/ 0 w 303974"/>
                <a:gd name="connsiteY2" fmla="*/ 151892 h 343789"/>
                <a:gd name="connsiteX3" fmla="*/ 92456 w 303974"/>
                <a:gd name="connsiteY3" fmla="*/ 291655 h 343789"/>
                <a:gd name="connsiteX4" fmla="*/ 94171 w 303974"/>
                <a:gd name="connsiteY4" fmla="*/ 292608 h 343789"/>
                <a:gd name="connsiteX5" fmla="*/ 145859 w 303974"/>
                <a:gd name="connsiteY5" fmla="*/ 339027 h 343789"/>
                <a:gd name="connsiteX6" fmla="*/ 145859 w 303974"/>
                <a:gd name="connsiteY6" fmla="*/ 339090 h 343789"/>
                <a:gd name="connsiteX7" fmla="*/ 146939 w 303974"/>
                <a:gd name="connsiteY7" fmla="*/ 340868 h 343789"/>
                <a:gd name="connsiteX8" fmla="*/ 147257 w 303974"/>
                <a:gd name="connsiteY8" fmla="*/ 341186 h 343789"/>
                <a:gd name="connsiteX9" fmla="*/ 148654 w 303974"/>
                <a:gd name="connsiteY9" fmla="*/ 342455 h 343789"/>
                <a:gd name="connsiteX10" fmla="*/ 148781 w 303974"/>
                <a:gd name="connsiteY10" fmla="*/ 342583 h 343789"/>
                <a:gd name="connsiteX11" fmla="*/ 150241 w 303974"/>
                <a:gd name="connsiteY11" fmla="*/ 343345 h 343789"/>
                <a:gd name="connsiteX12" fmla="*/ 150495 w 303974"/>
                <a:gd name="connsiteY12" fmla="*/ 343345 h 343789"/>
                <a:gd name="connsiteX13" fmla="*/ 153035 w 303974"/>
                <a:gd name="connsiteY13" fmla="*/ 343789 h 343789"/>
                <a:gd name="connsiteX14" fmla="*/ 153035 w 303974"/>
                <a:gd name="connsiteY14" fmla="*/ 343789 h 343789"/>
                <a:gd name="connsiteX15" fmla="*/ 153035 w 303974"/>
                <a:gd name="connsiteY15" fmla="*/ 343789 h 343789"/>
                <a:gd name="connsiteX16" fmla="*/ 155067 w 303974"/>
                <a:gd name="connsiteY16" fmla="*/ 343472 h 343789"/>
                <a:gd name="connsiteX17" fmla="*/ 155511 w 303974"/>
                <a:gd name="connsiteY17" fmla="*/ 343345 h 343789"/>
                <a:gd name="connsiteX18" fmla="*/ 155956 w 303974"/>
                <a:gd name="connsiteY18" fmla="*/ 343217 h 343789"/>
                <a:gd name="connsiteX19" fmla="*/ 157417 w 303974"/>
                <a:gd name="connsiteY19" fmla="*/ 342455 h 343789"/>
                <a:gd name="connsiteX20" fmla="*/ 157480 w 303974"/>
                <a:gd name="connsiteY20" fmla="*/ 342455 h 343789"/>
                <a:gd name="connsiteX21" fmla="*/ 158941 w 303974"/>
                <a:gd name="connsiteY21" fmla="*/ 341122 h 343789"/>
                <a:gd name="connsiteX22" fmla="*/ 159259 w 303974"/>
                <a:gd name="connsiteY22" fmla="*/ 340805 h 343789"/>
                <a:gd name="connsiteX23" fmla="*/ 160338 w 303974"/>
                <a:gd name="connsiteY23" fmla="*/ 338963 h 343789"/>
                <a:gd name="connsiteX24" fmla="*/ 160338 w 303974"/>
                <a:gd name="connsiteY24" fmla="*/ 338899 h 343789"/>
                <a:gd name="connsiteX25" fmla="*/ 208597 w 303974"/>
                <a:gd name="connsiteY25" fmla="*/ 292799 h 343789"/>
                <a:gd name="connsiteX26" fmla="*/ 303974 w 303974"/>
                <a:gd name="connsiteY26" fmla="*/ 151829 h 34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3974" h="343789">
                  <a:moveTo>
                    <a:pt x="303784" y="151892"/>
                  </a:moveTo>
                  <a:cubicBezTo>
                    <a:pt x="303784" y="68136"/>
                    <a:pt x="235648" y="0"/>
                    <a:pt x="151892" y="0"/>
                  </a:cubicBezTo>
                  <a:cubicBezTo>
                    <a:pt x="68135" y="0"/>
                    <a:pt x="0" y="68136"/>
                    <a:pt x="0" y="151892"/>
                  </a:cubicBezTo>
                  <a:cubicBezTo>
                    <a:pt x="0" y="213487"/>
                    <a:pt x="37465" y="268224"/>
                    <a:pt x="92456" y="291655"/>
                  </a:cubicBezTo>
                  <a:cubicBezTo>
                    <a:pt x="92964" y="292036"/>
                    <a:pt x="93535" y="292354"/>
                    <a:pt x="94171" y="292608"/>
                  </a:cubicBezTo>
                  <a:cubicBezTo>
                    <a:pt x="118555" y="301942"/>
                    <a:pt x="137858" y="319278"/>
                    <a:pt x="145859" y="339027"/>
                  </a:cubicBezTo>
                  <a:cubicBezTo>
                    <a:pt x="145859" y="339027"/>
                    <a:pt x="145859" y="339027"/>
                    <a:pt x="145859" y="339090"/>
                  </a:cubicBezTo>
                  <a:cubicBezTo>
                    <a:pt x="146114" y="339725"/>
                    <a:pt x="146495" y="340297"/>
                    <a:pt x="146939" y="340868"/>
                  </a:cubicBezTo>
                  <a:cubicBezTo>
                    <a:pt x="147003" y="340995"/>
                    <a:pt x="147130" y="341122"/>
                    <a:pt x="147257" y="341186"/>
                  </a:cubicBezTo>
                  <a:cubicBezTo>
                    <a:pt x="147638" y="341630"/>
                    <a:pt x="148146" y="342074"/>
                    <a:pt x="148654" y="342455"/>
                  </a:cubicBezTo>
                  <a:cubicBezTo>
                    <a:pt x="148654" y="342455"/>
                    <a:pt x="148717" y="342519"/>
                    <a:pt x="148781" y="342583"/>
                  </a:cubicBezTo>
                  <a:cubicBezTo>
                    <a:pt x="149225" y="342900"/>
                    <a:pt x="149734" y="343154"/>
                    <a:pt x="150241" y="343345"/>
                  </a:cubicBezTo>
                  <a:cubicBezTo>
                    <a:pt x="150305" y="343345"/>
                    <a:pt x="150432" y="343345"/>
                    <a:pt x="150495" y="343345"/>
                  </a:cubicBezTo>
                  <a:cubicBezTo>
                    <a:pt x="151321" y="343599"/>
                    <a:pt x="152146" y="343789"/>
                    <a:pt x="153035" y="343789"/>
                  </a:cubicBezTo>
                  <a:cubicBezTo>
                    <a:pt x="153035" y="343789"/>
                    <a:pt x="153035" y="343789"/>
                    <a:pt x="153035" y="343789"/>
                  </a:cubicBezTo>
                  <a:lnTo>
                    <a:pt x="153035" y="343789"/>
                  </a:lnTo>
                  <a:cubicBezTo>
                    <a:pt x="153733" y="343789"/>
                    <a:pt x="154369" y="343662"/>
                    <a:pt x="155067" y="343472"/>
                  </a:cubicBezTo>
                  <a:cubicBezTo>
                    <a:pt x="155194" y="343472"/>
                    <a:pt x="155384" y="343408"/>
                    <a:pt x="155511" y="343345"/>
                  </a:cubicBezTo>
                  <a:cubicBezTo>
                    <a:pt x="155639" y="343345"/>
                    <a:pt x="155766" y="343281"/>
                    <a:pt x="155956" y="343217"/>
                  </a:cubicBezTo>
                  <a:cubicBezTo>
                    <a:pt x="156464" y="343027"/>
                    <a:pt x="156972" y="342773"/>
                    <a:pt x="157417" y="342455"/>
                  </a:cubicBezTo>
                  <a:cubicBezTo>
                    <a:pt x="157417" y="342455"/>
                    <a:pt x="157417" y="342455"/>
                    <a:pt x="157480" y="342455"/>
                  </a:cubicBezTo>
                  <a:cubicBezTo>
                    <a:pt x="158052" y="342074"/>
                    <a:pt x="158496" y="341630"/>
                    <a:pt x="158941" y="341122"/>
                  </a:cubicBezTo>
                  <a:cubicBezTo>
                    <a:pt x="159068" y="340995"/>
                    <a:pt x="159131" y="340868"/>
                    <a:pt x="159259" y="340805"/>
                  </a:cubicBezTo>
                  <a:cubicBezTo>
                    <a:pt x="159703" y="340233"/>
                    <a:pt x="160020" y="339661"/>
                    <a:pt x="160338" y="338963"/>
                  </a:cubicBezTo>
                  <a:cubicBezTo>
                    <a:pt x="160338" y="338963"/>
                    <a:pt x="160338" y="338963"/>
                    <a:pt x="160338" y="338899"/>
                  </a:cubicBezTo>
                  <a:cubicBezTo>
                    <a:pt x="168910" y="316611"/>
                    <a:pt x="190309" y="300736"/>
                    <a:pt x="208597" y="292799"/>
                  </a:cubicBezTo>
                  <a:cubicBezTo>
                    <a:pt x="265684" y="270066"/>
                    <a:pt x="303974" y="214948"/>
                    <a:pt x="303974" y="15182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pic>
        <p:nvPicPr>
          <p:cNvPr id="11" name="Gráfico 10">
            <a:extLst>
              <a:ext uri="{FF2B5EF4-FFF2-40B4-BE49-F238E27FC236}">
                <a16:creationId xmlns:a16="http://schemas.microsoft.com/office/drawing/2014/main" id="{12F25315-AC9A-AF76-903B-BC0B5D471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2977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1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849783CB-853D-3B63-DF90-A3B1291B55F8}"/>
              </a:ext>
            </a:extLst>
          </p:cNvPr>
          <p:cNvSpPr/>
          <p:nvPr/>
        </p:nvSpPr>
        <p:spPr>
          <a:xfrm>
            <a:off x="0" y="0"/>
            <a:ext cx="12192127" cy="4673044"/>
          </a:xfrm>
          <a:custGeom>
            <a:avLst/>
            <a:gdLst>
              <a:gd name="connsiteX0" fmla="*/ 0 w 12192127"/>
              <a:gd name="connsiteY0" fmla="*/ 0 h 4673044"/>
              <a:gd name="connsiteX1" fmla="*/ 0 w 12192127"/>
              <a:gd name="connsiteY1" fmla="*/ 3888359 h 4673044"/>
              <a:gd name="connsiteX2" fmla="*/ 4979035 w 12192127"/>
              <a:gd name="connsiteY2" fmla="*/ 3888359 h 4673044"/>
              <a:gd name="connsiteX3" fmla="*/ 4983036 w 12192127"/>
              <a:gd name="connsiteY3" fmla="*/ 3888486 h 4673044"/>
              <a:gd name="connsiteX4" fmla="*/ 5046155 w 12192127"/>
              <a:gd name="connsiteY4" fmla="*/ 3893757 h 4673044"/>
              <a:gd name="connsiteX5" fmla="*/ 5123180 w 12192127"/>
              <a:gd name="connsiteY5" fmla="*/ 3898773 h 4673044"/>
              <a:gd name="connsiteX6" fmla="*/ 5339906 w 12192127"/>
              <a:gd name="connsiteY6" fmla="*/ 3926713 h 4673044"/>
              <a:gd name="connsiteX7" fmla="*/ 5426520 w 12192127"/>
              <a:gd name="connsiteY7" fmla="*/ 3948494 h 4673044"/>
              <a:gd name="connsiteX8" fmla="*/ 5427853 w 12192127"/>
              <a:gd name="connsiteY8" fmla="*/ 3948875 h 4673044"/>
              <a:gd name="connsiteX9" fmla="*/ 6083237 w 12192127"/>
              <a:gd name="connsiteY9" fmla="*/ 4664139 h 4673044"/>
              <a:gd name="connsiteX10" fmla="*/ 6108573 w 12192127"/>
              <a:gd name="connsiteY10" fmla="*/ 4664139 h 4673044"/>
              <a:gd name="connsiteX11" fmla="*/ 6753607 w 12192127"/>
              <a:gd name="connsiteY11" fmla="*/ 3952303 h 4673044"/>
              <a:gd name="connsiteX12" fmla="*/ 6774688 w 12192127"/>
              <a:gd name="connsiteY12" fmla="*/ 3945572 h 4673044"/>
              <a:gd name="connsiteX13" fmla="*/ 7076186 w 12192127"/>
              <a:gd name="connsiteY13" fmla="*/ 3892931 h 4673044"/>
              <a:gd name="connsiteX14" fmla="*/ 7148195 w 12192127"/>
              <a:gd name="connsiteY14" fmla="*/ 3888232 h 4673044"/>
              <a:gd name="connsiteX15" fmla="*/ 12192127 w 12192127"/>
              <a:gd name="connsiteY15" fmla="*/ 3888232 h 4673044"/>
              <a:gd name="connsiteX16" fmla="*/ 12192127 w 12192127"/>
              <a:gd name="connsiteY16" fmla="*/ 0 h 4673044"/>
              <a:gd name="connsiteX17" fmla="*/ 0 w 12192127"/>
              <a:gd name="connsiteY17" fmla="*/ 0 h 467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127" h="4673044">
                <a:moveTo>
                  <a:pt x="0" y="0"/>
                </a:moveTo>
                <a:lnTo>
                  <a:pt x="0" y="3888359"/>
                </a:lnTo>
                <a:lnTo>
                  <a:pt x="4979035" y="3888359"/>
                </a:lnTo>
                <a:cubicBezTo>
                  <a:pt x="4980369" y="3888359"/>
                  <a:pt x="4981639" y="3888486"/>
                  <a:pt x="4983036" y="3888486"/>
                </a:cubicBezTo>
                <a:cubicBezTo>
                  <a:pt x="5004118" y="3890391"/>
                  <a:pt x="5025136" y="3892296"/>
                  <a:pt x="5046155" y="3893757"/>
                </a:cubicBezTo>
                <a:cubicBezTo>
                  <a:pt x="5071618" y="3895471"/>
                  <a:pt x="5097336" y="3897059"/>
                  <a:pt x="5123180" y="3898773"/>
                </a:cubicBezTo>
                <a:cubicBezTo>
                  <a:pt x="5195951" y="3903345"/>
                  <a:pt x="5268659" y="3911283"/>
                  <a:pt x="5339906" y="3926713"/>
                </a:cubicBezTo>
                <a:cubicBezTo>
                  <a:pt x="5369878" y="3933190"/>
                  <a:pt x="5398516" y="3940683"/>
                  <a:pt x="5426520" y="3948494"/>
                </a:cubicBezTo>
                <a:cubicBezTo>
                  <a:pt x="5427028" y="3948621"/>
                  <a:pt x="5427472" y="3948747"/>
                  <a:pt x="5427853" y="3948875"/>
                </a:cubicBezTo>
                <a:cubicBezTo>
                  <a:pt x="5853557" y="4097084"/>
                  <a:pt x="6036437" y="4531805"/>
                  <a:pt x="6083237" y="4664139"/>
                </a:cubicBezTo>
                <a:cubicBezTo>
                  <a:pt x="6087428" y="4676013"/>
                  <a:pt x="6104382" y="4676013"/>
                  <a:pt x="6108573" y="4664139"/>
                </a:cubicBezTo>
                <a:cubicBezTo>
                  <a:pt x="6154865" y="4532884"/>
                  <a:pt x="6335078" y="4103815"/>
                  <a:pt x="6753607" y="3952303"/>
                </a:cubicBezTo>
                <a:cubicBezTo>
                  <a:pt x="6760591" y="3950081"/>
                  <a:pt x="6767703" y="3947859"/>
                  <a:pt x="6774688" y="3945572"/>
                </a:cubicBezTo>
                <a:cubicBezTo>
                  <a:pt x="6872923" y="3918395"/>
                  <a:pt x="6974459" y="3899408"/>
                  <a:pt x="7076186" y="3892931"/>
                </a:cubicBezTo>
                <a:cubicBezTo>
                  <a:pt x="7100316" y="3891471"/>
                  <a:pt x="7124382" y="3889883"/>
                  <a:pt x="7148195" y="3888232"/>
                </a:cubicBezTo>
                <a:lnTo>
                  <a:pt x="12192127" y="3888232"/>
                </a:lnTo>
                <a:lnTo>
                  <a:pt x="12192127" y="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t="-58000" b="-7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0828471C-7AA4-8D9A-B66A-8BC958EE2992}"/>
              </a:ext>
            </a:extLst>
          </p:cNvPr>
          <p:cNvSpPr/>
          <p:nvPr/>
        </p:nvSpPr>
        <p:spPr>
          <a:xfrm>
            <a:off x="0" y="3984"/>
            <a:ext cx="12192127" cy="4673044"/>
          </a:xfrm>
          <a:custGeom>
            <a:avLst/>
            <a:gdLst>
              <a:gd name="connsiteX0" fmla="*/ 0 w 12192127"/>
              <a:gd name="connsiteY0" fmla="*/ 0 h 4673044"/>
              <a:gd name="connsiteX1" fmla="*/ 0 w 12192127"/>
              <a:gd name="connsiteY1" fmla="*/ 3888359 h 4673044"/>
              <a:gd name="connsiteX2" fmla="*/ 4979035 w 12192127"/>
              <a:gd name="connsiteY2" fmla="*/ 3888359 h 4673044"/>
              <a:gd name="connsiteX3" fmla="*/ 4983036 w 12192127"/>
              <a:gd name="connsiteY3" fmla="*/ 3888486 h 4673044"/>
              <a:gd name="connsiteX4" fmla="*/ 5046155 w 12192127"/>
              <a:gd name="connsiteY4" fmla="*/ 3893757 h 4673044"/>
              <a:gd name="connsiteX5" fmla="*/ 5123180 w 12192127"/>
              <a:gd name="connsiteY5" fmla="*/ 3898773 h 4673044"/>
              <a:gd name="connsiteX6" fmla="*/ 5339906 w 12192127"/>
              <a:gd name="connsiteY6" fmla="*/ 3926713 h 4673044"/>
              <a:gd name="connsiteX7" fmla="*/ 5426520 w 12192127"/>
              <a:gd name="connsiteY7" fmla="*/ 3948494 h 4673044"/>
              <a:gd name="connsiteX8" fmla="*/ 5427853 w 12192127"/>
              <a:gd name="connsiteY8" fmla="*/ 3948875 h 4673044"/>
              <a:gd name="connsiteX9" fmla="*/ 6083237 w 12192127"/>
              <a:gd name="connsiteY9" fmla="*/ 4664139 h 4673044"/>
              <a:gd name="connsiteX10" fmla="*/ 6108573 w 12192127"/>
              <a:gd name="connsiteY10" fmla="*/ 4664139 h 4673044"/>
              <a:gd name="connsiteX11" fmla="*/ 6753607 w 12192127"/>
              <a:gd name="connsiteY11" fmla="*/ 3952303 h 4673044"/>
              <a:gd name="connsiteX12" fmla="*/ 6774688 w 12192127"/>
              <a:gd name="connsiteY12" fmla="*/ 3945572 h 4673044"/>
              <a:gd name="connsiteX13" fmla="*/ 7076186 w 12192127"/>
              <a:gd name="connsiteY13" fmla="*/ 3892931 h 4673044"/>
              <a:gd name="connsiteX14" fmla="*/ 7148195 w 12192127"/>
              <a:gd name="connsiteY14" fmla="*/ 3888232 h 4673044"/>
              <a:gd name="connsiteX15" fmla="*/ 12192127 w 12192127"/>
              <a:gd name="connsiteY15" fmla="*/ 3888232 h 4673044"/>
              <a:gd name="connsiteX16" fmla="*/ 12192127 w 12192127"/>
              <a:gd name="connsiteY16" fmla="*/ 0 h 4673044"/>
              <a:gd name="connsiteX17" fmla="*/ 0 w 12192127"/>
              <a:gd name="connsiteY17" fmla="*/ 0 h 467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127" h="4673044">
                <a:moveTo>
                  <a:pt x="0" y="0"/>
                </a:moveTo>
                <a:lnTo>
                  <a:pt x="0" y="3888359"/>
                </a:lnTo>
                <a:lnTo>
                  <a:pt x="4979035" y="3888359"/>
                </a:lnTo>
                <a:cubicBezTo>
                  <a:pt x="4980369" y="3888359"/>
                  <a:pt x="4981639" y="3888486"/>
                  <a:pt x="4983036" y="3888486"/>
                </a:cubicBezTo>
                <a:cubicBezTo>
                  <a:pt x="5004118" y="3890391"/>
                  <a:pt x="5025136" y="3892296"/>
                  <a:pt x="5046155" y="3893757"/>
                </a:cubicBezTo>
                <a:cubicBezTo>
                  <a:pt x="5071618" y="3895471"/>
                  <a:pt x="5097336" y="3897059"/>
                  <a:pt x="5123180" y="3898773"/>
                </a:cubicBezTo>
                <a:cubicBezTo>
                  <a:pt x="5195951" y="3903345"/>
                  <a:pt x="5268659" y="3911283"/>
                  <a:pt x="5339906" y="3926713"/>
                </a:cubicBezTo>
                <a:cubicBezTo>
                  <a:pt x="5369878" y="3933190"/>
                  <a:pt x="5398516" y="3940683"/>
                  <a:pt x="5426520" y="3948494"/>
                </a:cubicBezTo>
                <a:cubicBezTo>
                  <a:pt x="5427028" y="3948621"/>
                  <a:pt x="5427472" y="3948747"/>
                  <a:pt x="5427853" y="3948875"/>
                </a:cubicBezTo>
                <a:cubicBezTo>
                  <a:pt x="5853557" y="4097084"/>
                  <a:pt x="6036437" y="4531805"/>
                  <a:pt x="6083237" y="4664139"/>
                </a:cubicBezTo>
                <a:cubicBezTo>
                  <a:pt x="6087428" y="4676013"/>
                  <a:pt x="6104382" y="4676013"/>
                  <a:pt x="6108573" y="4664139"/>
                </a:cubicBezTo>
                <a:cubicBezTo>
                  <a:pt x="6154865" y="4532884"/>
                  <a:pt x="6335078" y="4103815"/>
                  <a:pt x="6753607" y="3952303"/>
                </a:cubicBezTo>
                <a:cubicBezTo>
                  <a:pt x="6760591" y="3950081"/>
                  <a:pt x="6767703" y="3947859"/>
                  <a:pt x="6774688" y="3945572"/>
                </a:cubicBezTo>
                <a:cubicBezTo>
                  <a:pt x="6872923" y="3918395"/>
                  <a:pt x="6974459" y="3899408"/>
                  <a:pt x="7076186" y="3892931"/>
                </a:cubicBezTo>
                <a:cubicBezTo>
                  <a:pt x="7100316" y="3891471"/>
                  <a:pt x="7124382" y="3889883"/>
                  <a:pt x="7148195" y="3888232"/>
                </a:cubicBezTo>
                <a:lnTo>
                  <a:pt x="12192127" y="3888232"/>
                </a:lnTo>
                <a:lnTo>
                  <a:pt x="121921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1225A">
              <a:alpha val="77974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CE72EA42-1004-C9C7-D259-88AA2222527C}"/>
              </a:ext>
            </a:extLst>
          </p:cNvPr>
          <p:cNvSpPr/>
          <p:nvPr/>
        </p:nvSpPr>
        <p:spPr>
          <a:xfrm>
            <a:off x="3376096" y="1520063"/>
            <a:ext cx="5439608" cy="647064"/>
          </a:xfrm>
          <a:custGeom>
            <a:avLst/>
            <a:gdLst>
              <a:gd name="connsiteX0" fmla="*/ 5438784 w 5439608"/>
              <a:gd name="connsiteY0" fmla="*/ 318897 h 647064"/>
              <a:gd name="connsiteX1" fmla="*/ 5438784 w 5439608"/>
              <a:gd name="connsiteY1" fmla="*/ 318897 h 647064"/>
              <a:gd name="connsiteX2" fmla="*/ 5438657 w 5439608"/>
              <a:gd name="connsiteY2" fmla="*/ 318770 h 647064"/>
              <a:gd name="connsiteX3" fmla="*/ 5434973 w 5439608"/>
              <a:gd name="connsiteY3" fmla="*/ 314325 h 647064"/>
              <a:gd name="connsiteX4" fmla="*/ 5433767 w 5439608"/>
              <a:gd name="connsiteY4" fmla="*/ 313499 h 647064"/>
              <a:gd name="connsiteX5" fmla="*/ 5432687 w 5439608"/>
              <a:gd name="connsiteY5" fmla="*/ 312738 h 647064"/>
              <a:gd name="connsiteX6" fmla="*/ 5293114 w 5439608"/>
              <a:gd name="connsiteY6" fmla="*/ 195263 h 647064"/>
              <a:gd name="connsiteX7" fmla="*/ 5264222 w 5439608"/>
              <a:gd name="connsiteY7" fmla="*/ 102108 h 647064"/>
              <a:gd name="connsiteX8" fmla="*/ 5264222 w 5439608"/>
              <a:gd name="connsiteY8" fmla="*/ 102108 h 647064"/>
              <a:gd name="connsiteX9" fmla="*/ 5162114 w 5439608"/>
              <a:gd name="connsiteY9" fmla="*/ 0 h 647064"/>
              <a:gd name="connsiteX10" fmla="*/ 277503 w 5439608"/>
              <a:gd name="connsiteY10" fmla="*/ 0 h 647064"/>
              <a:gd name="connsiteX11" fmla="*/ 175395 w 5439608"/>
              <a:gd name="connsiteY11" fmla="*/ 102108 h 647064"/>
              <a:gd name="connsiteX12" fmla="*/ 175395 w 5439608"/>
              <a:gd name="connsiteY12" fmla="*/ 102108 h 647064"/>
              <a:gd name="connsiteX13" fmla="*/ 146503 w 5439608"/>
              <a:gd name="connsiteY13" fmla="*/ 195263 h 647064"/>
              <a:gd name="connsiteX14" fmla="*/ 6930 w 5439608"/>
              <a:gd name="connsiteY14" fmla="*/ 312738 h 647064"/>
              <a:gd name="connsiteX15" fmla="*/ 5850 w 5439608"/>
              <a:gd name="connsiteY15" fmla="*/ 313499 h 647064"/>
              <a:gd name="connsiteX16" fmla="*/ 4644 w 5439608"/>
              <a:gd name="connsiteY16" fmla="*/ 314325 h 647064"/>
              <a:gd name="connsiteX17" fmla="*/ 961 w 5439608"/>
              <a:gd name="connsiteY17" fmla="*/ 318770 h 647064"/>
              <a:gd name="connsiteX18" fmla="*/ 834 w 5439608"/>
              <a:gd name="connsiteY18" fmla="*/ 318897 h 647064"/>
              <a:gd name="connsiteX19" fmla="*/ 834 w 5439608"/>
              <a:gd name="connsiteY19" fmla="*/ 318897 h 647064"/>
              <a:gd name="connsiteX20" fmla="*/ 8 w 5439608"/>
              <a:gd name="connsiteY20" fmla="*/ 323279 h 647064"/>
              <a:gd name="connsiteX21" fmla="*/ 961 w 5439608"/>
              <a:gd name="connsiteY21" fmla="*/ 327660 h 647064"/>
              <a:gd name="connsiteX22" fmla="*/ 961 w 5439608"/>
              <a:gd name="connsiteY22" fmla="*/ 327660 h 647064"/>
              <a:gd name="connsiteX23" fmla="*/ 1596 w 5439608"/>
              <a:gd name="connsiteY23" fmla="*/ 328549 h 647064"/>
              <a:gd name="connsiteX24" fmla="*/ 3500 w 5439608"/>
              <a:gd name="connsiteY24" fmla="*/ 331279 h 647064"/>
              <a:gd name="connsiteX25" fmla="*/ 5723 w 5439608"/>
              <a:gd name="connsiteY25" fmla="*/ 332740 h 647064"/>
              <a:gd name="connsiteX26" fmla="*/ 7120 w 5439608"/>
              <a:gd name="connsiteY26" fmla="*/ 333692 h 647064"/>
              <a:gd name="connsiteX27" fmla="*/ 146566 w 5439608"/>
              <a:gd name="connsiteY27" fmla="*/ 451358 h 647064"/>
              <a:gd name="connsiteX28" fmla="*/ 175395 w 5439608"/>
              <a:gd name="connsiteY28" fmla="*/ 544449 h 647064"/>
              <a:gd name="connsiteX29" fmla="*/ 175395 w 5439608"/>
              <a:gd name="connsiteY29" fmla="*/ 544957 h 647064"/>
              <a:gd name="connsiteX30" fmla="*/ 277503 w 5439608"/>
              <a:gd name="connsiteY30" fmla="*/ 647065 h 647064"/>
              <a:gd name="connsiteX31" fmla="*/ 5162114 w 5439608"/>
              <a:gd name="connsiteY31" fmla="*/ 647065 h 647064"/>
              <a:gd name="connsiteX32" fmla="*/ 5264222 w 5439608"/>
              <a:gd name="connsiteY32" fmla="*/ 544957 h 647064"/>
              <a:gd name="connsiteX33" fmla="*/ 5264222 w 5439608"/>
              <a:gd name="connsiteY33" fmla="*/ 544449 h 647064"/>
              <a:gd name="connsiteX34" fmla="*/ 5293051 w 5439608"/>
              <a:gd name="connsiteY34" fmla="*/ 451358 h 647064"/>
              <a:gd name="connsiteX35" fmla="*/ 5432497 w 5439608"/>
              <a:gd name="connsiteY35" fmla="*/ 333692 h 647064"/>
              <a:gd name="connsiteX36" fmla="*/ 5433894 w 5439608"/>
              <a:gd name="connsiteY36" fmla="*/ 332740 h 647064"/>
              <a:gd name="connsiteX37" fmla="*/ 5436116 w 5439608"/>
              <a:gd name="connsiteY37" fmla="*/ 331279 h 647064"/>
              <a:gd name="connsiteX38" fmla="*/ 5438022 w 5439608"/>
              <a:gd name="connsiteY38" fmla="*/ 328549 h 647064"/>
              <a:gd name="connsiteX39" fmla="*/ 5438657 w 5439608"/>
              <a:gd name="connsiteY39" fmla="*/ 327660 h 647064"/>
              <a:gd name="connsiteX40" fmla="*/ 5438657 w 5439608"/>
              <a:gd name="connsiteY40" fmla="*/ 327660 h 647064"/>
              <a:gd name="connsiteX41" fmla="*/ 5439609 w 5439608"/>
              <a:gd name="connsiteY41" fmla="*/ 323279 h 647064"/>
              <a:gd name="connsiteX42" fmla="*/ 5438784 w 5439608"/>
              <a:gd name="connsiteY42" fmla="*/ 318897 h 64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439608" h="647064">
                <a:moveTo>
                  <a:pt x="5438784" y="318897"/>
                </a:moveTo>
                <a:cubicBezTo>
                  <a:pt x="5438784" y="318897"/>
                  <a:pt x="5438784" y="318897"/>
                  <a:pt x="5438784" y="318897"/>
                </a:cubicBezTo>
                <a:cubicBezTo>
                  <a:pt x="5438784" y="318897"/>
                  <a:pt x="5438720" y="318833"/>
                  <a:pt x="5438657" y="318770"/>
                </a:cubicBezTo>
                <a:cubicBezTo>
                  <a:pt x="5437895" y="316992"/>
                  <a:pt x="5436561" y="315532"/>
                  <a:pt x="5434973" y="314325"/>
                </a:cubicBezTo>
                <a:cubicBezTo>
                  <a:pt x="5434592" y="314007"/>
                  <a:pt x="5434211" y="313754"/>
                  <a:pt x="5433767" y="313499"/>
                </a:cubicBezTo>
                <a:cubicBezTo>
                  <a:pt x="5433386" y="313245"/>
                  <a:pt x="5433132" y="312928"/>
                  <a:pt x="5432687" y="312738"/>
                </a:cubicBezTo>
                <a:cubicBezTo>
                  <a:pt x="5379728" y="289941"/>
                  <a:pt x="5327722" y="245046"/>
                  <a:pt x="5293114" y="195263"/>
                </a:cubicBezTo>
                <a:cubicBezTo>
                  <a:pt x="5274128" y="167957"/>
                  <a:pt x="5264222" y="135382"/>
                  <a:pt x="5264222" y="102108"/>
                </a:cubicBezTo>
                <a:lnTo>
                  <a:pt x="5264222" y="102108"/>
                </a:lnTo>
                <a:cubicBezTo>
                  <a:pt x="5264222" y="45720"/>
                  <a:pt x="5218502" y="0"/>
                  <a:pt x="5162114" y="0"/>
                </a:cubicBezTo>
                <a:lnTo>
                  <a:pt x="277503" y="0"/>
                </a:lnTo>
                <a:cubicBezTo>
                  <a:pt x="221115" y="0"/>
                  <a:pt x="175395" y="45720"/>
                  <a:pt x="175395" y="102108"/>
                </a:cubicBezTo>
                <a:lnTo>
                  <a:pt x="175395" y="102108"/>
                </a:lnTo>
                <a:cubicBezTo>
                  <a:pt x="175395" y="135382"/>
                  <a:pt x="165489" y="167957"/>
                  <a:pt x="146503" y="195263"/>
                </a:cubicBezTo>
                <a:cubicBezTo>
                  <a:pt x="111895" y="245046"/>
                  <a:pt x="59952" y="289941"/>
                  <a:pt x="6930" y="312738"/>
                </a:cubicBezTo>
                <a:cubicBezTo>
                  <a:pt x="6485" y="312928"/>
                  <a:pt x="6231" y="313245"/>
                  <a:pt x="5850" y="313499"/>
                </a:cubicBezTo>
                <a:cubicBezTo>
                  <a:pt x="5406" y="313754"/>
                  <a:pt x="5088" y="314007"/>
                  <a:pt x="4644" y="314325"/>
                </a:cubicBezTo>
                <a:cubicBezTo>
                  <a:pt x="3056" y="315532"/>
                  <a:pt x="1723" y="316992"/>
                  <a:pt x="961" y="318770"/>
                </a:cubicBezTo>
                <a:cubicBezTo>
                  <a:pt x="961" y="318770"/>
                  <a:pt x="897" y="318833"/>
                  <a:pt x="834" y="318897"/>
                </a:cubicBezTo>
                <a:cubicBezTo>
                  <a:pt x="834" y="318897"/>
                  <a:pt x="834" y="318897"/>
                  <a:pt x="834" y="318897"/>
                </a:cubicBezTo>
                <a:cubicBezTo>
                  <a:pt x="262" y="320294"/>
                  <a:pt x="-56" y="321754"/>
                  <a:pt x="8" y="323279"/>
                </a:cubicBezTo>
                <a:cubicBezTo>
                  <a:pt x="8" y="324802"/>
                  <a:pt x="325" y="326263"/>
                  <a:pt x="961" y="327660"/>
                </a:cubicBezTo>
                <a:cubicBezTo>
                  <a:pt x="961" y="327660"/>
                  <a:pt x="961" y="327660"/>
                  <a:pt x="961" y="327660"/>
                </a:cubicBezTo>
                <a:cubicBezTo>
                  <a:pt x="1088" y="327977"/>
                  <a:pt x="1405" y="328232"/>
                  <a:pt x="1596" y="328549"/>
                </a:cubicBezTo>
                <a:cubicBezTo>
                  <a:pt x="2104" y="329501"/>
                  <a:pt x="2675" y="330517"/>
                  <a:pt x="3500" y="331279"/>
                </a:cubicBezTo>
                <a:cubicBezTo>
                  <a:pt x="4136" y="331914"/>
                  <a:pt x="4961" y="332295"/>
                  <a:pt x="5723" y="332740"/>
                </a:cubicBezTo>
                <a:cubicBezTo>
                  <a:pt x="6231" y="333057"/>
                  <a:pt x="6612" y="333439"/>
                  <a:pt x="7120" y="333692"/>
                </a:cubicBezTo>
                <a:cubicBezTo>
                  <a:pt x="59317" y="355155"/>
                  <a:pt x="111450" y="400241"/>
                  <a:pt x="146566" y="451358"/>
                </a:cubicBezTo>
                <a:cubicBezTo>
                  <a:pt x="165362" y="478726"/>
                  <a:pt x="175395" y="511175"/>
                  <a:pt x="175395" y="544449"/>
                </a:cubicBezTo>
                <a:lnTo>
                  <a:pt x="175395" y="544957"/>
                </a:lnTo>
                <a:cubicBezTo>
                  <a:pt x="175395" y="601345"/>
                  <a:pt x="221115" y="647065"/>
                  <a:pt x="277503" y="647065"/>
                </a:cubicBezTo>
                <a:lnTo>
                  <a:pt x="5162114" y="647065"/>
                </a:lnTo>
                <a:cubicBezTo>
                  <a:pt x="5218502" y="647065"/>
                  <a:pt x="5264222" y="601345"/>
                  <a:pt x="5264222" y="544957"/>
                </a:cubicBezTo>
                <a:lnTo>
                  <a:pt x="5264222" y="544449"/>
                </a:lnTo>
                <a:cubicBezTo>
                  <a:pt x="5264222" y="511239"/>
                  <a:pt x="5274255" y="478790"/>
                  <a:pt x="5293051" y="451358"/>
                </a:cubicBezTo>
                <a:cubicBezTo>
                  <a:pt x="5328166" y="400241"/>
                  <a:pt x="5380236" y="355155"/>
                  <a:pt x="5432497" y="333692"/>
                </a:cubicBezTo>
                <a:cubicBezTo>
                  <a:pt x="5433069" y="333439"/>
                  <a:pt x="5433449" y="333057"/>
                  <a:pt x="5433894" y="332740"/>
                </a:cubicBezTo>
                <a:cubicBezTo>
                  <a:pt x="5434656" y="332295"/>
                  <a:pt x="5435482" y="331914"/>
                  <a:pt x="5436116" y="331279"/>
                </a:cubicBezTo>
                <a:cubicBezTo>
                  <a:pt x="5436942" y="330517"/>
                  <a:pt x="5437513" y="329501"/>
                  <a:pt x="5438022" y="328549"/>
                </a:cubicBezTo>
                <a:cubicBezTo>
                  <a:pt x="5438212" y="328232"/>
                  <a:pt x="5438466" y="328041"/>
                  <a:pt x="5438657" y="327660"/>
                </a:cubicBezTo>
                <a:cubicBezTo>
                  <a:pt x="5438657" y="327660"/>
                  <a:pt x="5438657" y="327660"/>
                  <a:pt x="5438657" y="327660"/>
                </a:cubicBezTo>
                <a:cubicBezTo>
                  <a:pt x="5439228" y="326263"/>
                  <a:pt x="5439546" y="324802"/>
                  <a:pt x="5439609" y="323279"/>
                </a:cubicBezTo>
                <a:cubicBezTo>
                  <a:pt x="5439609" y="321754"/>
                  <a:pt x="5439291" y="320294"/>
                  <a:pt x="5438784" y="318897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5" name="Gráfico 4">
            <a:extLst>
              <a:ext uri="{FF2B5EF4-FFF2-40B4-BE49-F238E27FC236}">
                <a16:creationId xmlns:a16="http://schemas.microsoft.com/office/drawing/2014/main" id="{372BC587-A1C2-A6D6-5B66-ADC809897A2C}"/>
              </a:ext>
            </a:extLst>
          </p:cNvPr>
          <p:cNvGrpSpPr/>
          <p:nvPr/>
        </p:nvGrpSpPr>
        <p:grpSpPr>
          <a:xfrm>
            <a:off x="1103566" y="4599368"/>
            <a:ext cx="5905690" cy="944054"/>
            <a:chOff x="1103566" y="4599368"/>
            <a:chExt cx="5905690" cy="944054"/>
          </a:xfrm>
          <a:solidFill>
            <a:srgbClr val="001C5B"/>
          </a:solidFill>
        </p:grpSpPr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74295E59-43D2-DEF1-F171-608EDFA9C817}"/>
                </a:ext>
              </a:extLst>
            </p:cNvPr>
            <p:cNvGrpSpPr/>
            <p:nvPr/>
          </p:nvGrpSpPr>
          <p:grpSpPr>
            <a:xfrm>
              <a:off x="1103566" y="4599368"/>
              <a:ext cx="118681" cy="125095"/>
              <a:chOff x="1103566" y="4599368"/>
              <a:chExt cx="118681" cy="125095"/>
            </a:xfrm>
            <a:solidFill>
              <a:srgbClr val="001C5B"/>
            </a:solidFill>
          </p:grpSpPr>
          <p:sp>
            <p:nvSpPr>
              <p:cNvPr id="31" name="Forma libre 30">
                <a:extLst>
                  <a:ext uri="{FF2B5EF4-FFF2-40B4-BE49-F238E27FC236}">
                    <a16:creationId xmlns:a16="http://schemas.microsoft.com/office/drawing/2014/main" id="{79D1BABA-72D1-CAB0-F837-AE178A597B72}"/>
                  </a:ext>
                </a:extLst>
              </p:cNvPr>
              <p:cNvSpPr/>
              <p:nvPr/>
            </p:nvSpPr>
            <p:spPr>
              <a:xfrm>
                <a:off x="1147191" y="4599368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5 w 31368"/>
                  <a:gd name="connsiteY1" fmla="*/ 31369 h 31369"/>
                  <a:gd name="connsiteX2" fmla="*/ 0 w 31368"/>
                  <a:gd name="connsiteY2" fmla="*/ 15685 h 31369"/>
                  <a:gd name="connsiteX3" fmla="*/ 15685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2" name="Forma libre 31">
                <a:extLst>
                  <a:ext uri="{FF2B5EF4-FFF2-40B4-BE49-F238E27FC236}">
                    <a16:creationId xmlns:a16="http://schemas.microsoft.com/office/drawing/2014/main" id="{B6668469-81BD-F3F8-AB6E-C619D80682A6}"/>
                  </a:ext>
                </a:extLst>
              </p:cNvPr>
              <p:cNvSpPr/>
              <p:nvPr/>
            </p:nvSpPr>
            <p:spPr>
              <a:xfrm>
                <a:off x="1147191" y="4645660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5 w 31368"/>
                  <a:gd name="connsiteY1" fmla="*/ 31369 h 31369"/>
                  <a:gd name="connsiteX2" fmla="*/ 0 w 31368"/>
                  <a:gd name="connsiteY2" fmla="*/ 15685 h 31369"/>
                  <a:gd name="connsiteX3" fmla="*/ 15685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3" name="Forma libre 32">
                <a:extLst>
                  <a:ext uri="{FF2B5EF4-FFF2-40B4-BE49-F238E27FC236}">
                    <a16:creationId xmlns:a16="http://schemas.microsoft.com/office/drawing/2014/main" id="{0D1B232F-10E5-39C1-7FBA-D2D96ED684F9}"/>
                  </a:ext>
                </a:extLst>
              </p:cNvPr>
              <p:cNvSpPr/>
              <p:nvPr/>
            </p:nvSpPr>
            <p:spPr>
              <a:xfrm>
                <a:off x="1147191" y="4693094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5 w 31368"/>
                  <a:gd name="connsiteY1" fmla="*/ 31369 h 31369"/>
                  <a:gd name="connsiteX2" fmla="*/ 0 w 31368"/>
                  <a:gd name="connsiteY2" fmla="*/ 15684 h 31369"/>
                  <a:gd name="connsiteX3" fmla="*/ 15685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4" name="Forma libre 33">
                <a:extLst>
                  <a:ext uri="{FF2B5EF4-FFF2-40B4-BE49-F238E27FC236}">
                    <a16:creationId xmlns:a16="http://schemas.microsoft.com/office/drawing/2014/main" id="{D23FE440-F979-C4DD-5A21-50B42D1E619D}"/>
                  </a:ext>
                </a:extLst>
              </p:cNvPr>
              <p:cNvSpPr/>
              <p:nvPr/>
            </p:nvSpPr>
            <p:spPr>
              <a:xfrm>
                <a:off x="1190879" y="4668456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4 w 31368"/>
                  <a:gd name="connsiteY1" fmla="*/ 31369 h 31369"/>
                  <a:gd name="connsiteX2" fmla="*/ 0 w 31368"/>
                  <a:gd name="connsiteY2" fmla="*/ 15684 h 31369"/>
                  <a:gd name="connsiteX3" fmla="*/ 15684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5" name="Forma libre 34">
                <a:extLst>
                  <a:ext uri="{FF2B5EF4-FFF2-40B4-BE49-F238E27FC236}">
                    <a16:creationId xmlns:a16="http://schemas.microsoft.com/office/drawing/2014/main" id="{B857B4FD-28C8-78DD-AA94-4C53382BC7C3}"/>
                  </a:ext>
                </a:extLst>
              </p:cNvPr>
              <p:cNvSpPr/>
              <p:nvPr/>
            </p:nvSpPr>
            <p:spPr>
              <a:xfrm>
                <a:off x="1190879" y="4622482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4 w 31368"/>
                  <a:gd name="connsiteY1" fmla="*/ 31369 h 31369"/>
                  <a:gd name="connsiteX2" fmla="*/ 0 w 31368"/>
                  <a:gd name="connsiteY2" fmla="*/ 15684 h 31369"/>
                  <a:gd name="connsiteX3" fmla="*/ 15684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6" name="Forma libre 35">
                <a:extLst>
                  <a:ext uri="{FF2B5EF4-FFF2-40B4-BE49-F238E27FC236}">
                    <a16:creationId xmlns:a16="http://schemas.microsoft.com/office/drawing/2014/main" id="{D98A7EDA-102D-842B-BFD0-B0D031136C8C}"/>
                  </a:ext>
                </a:extLst>
              </p:cNvPr>
              <p:cNvSpPr/>
              <p:nvPr/>
            </p:nvSpPr>
            <p:spPr>
              <a:xfrm>
                <a:off x="1103566" y="4668456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4 w 31368"/>
                  <a:gd name="connsiteY1" fmla="*/ 31369 h 31369"/>
                  <a:gd name="connsiteX2" fmla="*/ 0 w 31368"/>
                  <a:gd name="connsiteY2" fmla="*/ 15684 h 31369"/>
                  <a:gd name="connsiteX3" fmla="*/ 15684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7" name="Forma libre 36">
                <a:extLst>
                  <a:ext uri="{FF2B5EF4-FFF2-40B4-BE49-F238E27FC236}">
                    <a16:creationId xmlns:a16="http://schemas.microsoft.com/office/drawing/2014/main" id="{36C79ED6-D8A9-02E3-E01C-20BDFE4E68BE}"/>
                  </a:ext>
                </a:extLst>
              </p:cNvPr>
              <p:cNvSpPr/>
              <p:nvPr/>
            </p:nvSpPr>
            <p:spPr>
              <a:xfrm>
                <a:off x="1103566" y="4622482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4 w 31368"/>
                  <a:gd name="connsiteY1" fmla="*/ 31369 h 31369"/>
                  <a:gd name="connsiteX2" fmla="*/ 0 w 31368"/>
                  <a:gd name="connsiteY2" fmla="*/ 15684 h 31369"/>
                  <a:gd name="connsiteX3" fmla="*/ 15684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grpSp>
          <p:nvGrpSpPr>
            <p:cNvPr id="7" name="Gráfico 4">
              <a:extLst>
                <a:ext uri="{FF2B5EF4-FFF2-40B4-BE49-F238E27FC236}">
                  <a16:creationId xmlns:a16="http://schemas.microsoft.com/office/drawing/2014/main" id="{95F3145C-01E1-E192-5A9E-1C3C58E9EC6F}"/>
                </a:ext>
              </a:extLst>
            </p:cNvPr>
            <p:cNvGrpSpPr/>
            <p:nvPr/>
          </p:nvGrpSpPr>
          <p:grpSpPr>
            <a:xfrm>
              <a:off x="1103566" y="5418328"/>
              <a:ext cx="118681" cy="125095"/>
              <a:chOff x="1103566" y="5418328"/>
              <a:chExt cx="118681" cy="125095"/>
            </a:xfrm>
            <a:solidFill>
              <a:srgbClr val="001C5B"/>
            </a:solidFill>
          </p:grpSpPr>
          <p:sp>
            <p:nvSpPr>
              <p:cNvPr id="24" name="Forma libre 23">
                <a:extLst>
                  <a:ext uri="{FF2B5EF4-FFF2-40B4-BE49-F238E27FC236}">
                    <a16:creationId xmlns:a16="http://schemas.microsoft.com/office/drawing/2014/main" id="{719B6C71-DD7B-44C7-A9B6-8450A280D1A8}"/>
                  </a:ext>
                </a:extLst>
              </p:cNvPr>
              <p:cNvSpPr/>
              <p:nvPr/>
            </p:nvSpPr>
            <p:spPr>
              <a:xfrm>
                <a:off x="1147191" y="5418328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5 w 31368"/>
                  <a:gd name="connsiteY1" fmla="*/ 31369 h 31369"/>
                  <a:gd name="connsiteX2" fmla="*/ 0 w 31368"/>
                  <a:gd name="connsiteY2" fmla="*/ 15685 h 31369"/>
                  <a:gd name="connsiteX3" fmla="*/ 15685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5" name="Forma libre 24">
                <a:extLst>
                  <a:ext uri="{FF2B5EF4-FFF2-40B4-BE49-F238E27FC236}">
                    <a16:creationId xmlns:a16="http://schemas.microsoft.com/office/drawing/2014/main" id="{95C7AB34-C880-A851-284D-9F16603507FC}"/>
                  </a:ext>
                </a:extLst>
              </p:cNvPr>
              <p:cNvSpPr/>
              <p:nvPr/>
            </p:nvSpPr>
            <p:spPr>
              <a:xfrm>
                <a:off x="1147191" y="5464619"/>
                <a:ext cx="31368" cy="31369"/>
              </a:xfrm>
              <a:custGeom>
                <a:avLst/>
                <a:gdLst>
                  <a:gd name="connsiteX0" fmla="*/ 31369 w 31368"/>
                  <a:gd name="connsiteY0" fmla="*/ 15684 h 31369"/>
                  <a:gd name="connsiteX1" fmla="*/ 15685 w 31368"/>
                  <a:gd name="connsiteY1" fmla="*/ 31369 h 31369"/>
                  <a:gd name="connsiteX2" fmla="*/ 0 w 31368"/>
                  <a:gd name="connsiteY2" fmla="*/ 15684 h 31369"/>
                  <a:gd name="connsiteX3" fmla="*/ 15685 w 31368"/>
                  <a:gd name="connsiteY3" fmla="*/ 0 h 31369"/>
                  <a:gd name="connsiteX4" fmla="*/ 31369 w 31368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6" name="Forma libre 25">
                <a:extLst>
                  <a:ext uri="{FF2B5EF4-FFF2-40B4-BE49-F238E27FC236}">
                    <a16:creationId xmlns:a16="http://schemas.microsoft.com/office/drawing/2014/main" id="{52D5D7D7-2CE2-036F-1BEA-B6E8A20F6499}"/>
                  </a:ext>
                </a:extLst>
              </p:cNvPr>
              <p:cNvSpPr/>
              <p:nvPr/>
            </p:nvSpPr>
            <p:spPr>
              <a:xfrm>
                <a:off x="1147191" y="5512054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5 w 31368"/>
                  <a:gd name="connsiteY1" fmla="*/ 31369 h 31369"/>
                  <a:gd name="connsiteX2" fmla="*/ 0 w 31368"/>
                  <a:gd name="connsiteY2" fmla="*/ 15685 h 31369"/>
                  <a:gd name="connsiteX3" fmla="*/ 15685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5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5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7" name="Forma libre 26">
                <a:extLst>
                  <a:ext uri="{FF2B5EF4-FFF2-40B4-BE49-F238E27FC236}">
                    <a16:creationId xmlns:a16="http://schemas.microsoft.com/office/drawing/2014/main" id="{F3F3F82D-26E8-4372-7FA7-984370996644}"/>
                  </a:ext>
                </a:extLst>
              </p:cNvPr>
              <p:cNvSpPr/>
              <p:nvPr/>
            </p:nvSpPr>
            <p:spPr>
              <a:xfrm>
                <a:off x="1190879" y="5487416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4 w 31368"/>
                  <a:gd name="connsiteY1" fmla="*/ 31369 h 31369"/>
                  <a:gd name="connsiteX2" fmla="*/ 0 w 31368"/>
                  <a:gd name="connsiteY2" fmla="*/ 15685 h 31369"/>
                  <a:gd name="connsiteX3" fmla="*/ 15684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8" name="Forma libre 27">
                <a:extLst>
                  <a:ext uri="{FF2B5EF4-FFF2-40B4-BE49-F238E27FC236}">
                    <a16:creationId xmlns:a16="http://schemas.microsoft.com/office/drawing/2014/main" id="{46E9D458-4548-06FB-487B-7F67CD9C7548}"/>
                  </a:ext>
                </a:extLst>
              </p:cNvPr>
              <p:cNvSpPr/>
              <p:nvPr/>
            </p:nvSpPr>
            <p:spPr>
              <a:xfrm>
                <a:off x="1190879" y="5441505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4 w 31368"/>
                  <a:gd name="connsiteY1" fmla="*/ 31369 h 31369"/>
                  <a:gd name="connsiteX2" fmla="*/ 0 w 31368"/>
                  <a:gd name="connsiteY2" fmla="*/ 15685 h 31369"/>
                  <a:gd name="connsiteX3" fmla="*/ 15684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9" name="Forma libre 28">
                <a:extLst>
                  <a:ext uri="{FF2B5EF4-FFF2-40B4-BE49-F238E27FC236}">
                    <a16:creationId xmlns:a16="http://schemas.microsoft.com/office/drawing/2014/main" id="{36ECEF00-F65C-4DD2-D2A7-E5B19534239B}"/>
                  </a:ext>
                </a:extLst>
              </p:cNvPr>
              <p:cNvSpPr/>
              <p:nvPr/>
            </p:nvSpPr>
            <p:spPr>
              <a:xfrm>
                <a:off x="1103566" y="5487416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4 w 31368"/>
                  <a:gd name="connsiteY1" fmla="*/ 31369 h 31369"/>
                  <a:gd name="connsiteX2" fmla="*/ 0 w 31368"/>
                  <a:gd name="connsiteY2" fmla="*/ 15685 h 31369"/>
                  <a:gd name="connsiteX3" fmla="*/ 15684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30" name="Forma libre 29">
                <a:extLst>
                  <a:ext uri="{FF2B5EF4-FFF2-40B4-BE49-F238E27FC236}">
                    <a16:creationId xmlns:a16="http://schemas.microsoft.com/office/drawing/2014/main" id="{227D2764-E5C4-2927-CA2F-939C5353BB7D}"/>
                  </a:ext>
                </a:extLst>
              </p:cNvPr>
              <p:cNvSpPr/>
              <p:nvPr/>
            </p:nvSpPr>
            <p:spPr>
              <a:xfrm>
                <a:off x="1103566" y="5441505"/>
                <a:ext cx="31368" cy="31369"/>
              </a:xfrm>
              <a:custGeom>
                <a:avLst/>
                <a:gdLst>
                  <a:gd name="connsiteX0" fmla="*/ 31369 w 31368"/>
                  <a:gd name="connsiteY0" fmla="*/ 15685 h 31369"/>
                  <a:gd name="connsiteX1" fmla="*/ 15684 w 31368"/>
                  <a:gd name="connsiteY1" fmla="*/ 31369 h 31369"/>
                  <a:gd name="connsiteX2" fmla="*/ 0 w 31368"/>
                  <a:gd name="connsiteY2" fmla="*/ 15685 h 31369"/>
                  <a:gd name="connsiteX3" fmla="*/ 15684 w 31368"/>
                  <a:gd name="connsiteY3" fmla="*/ 0 h 31369"/>
                  <a:gd name="connsiteX4" fmla="*/ 31369 w 31368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8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grpSp>
          <p:nvGrpSpPr>
            <p:cNvPr id="8" name="Gráfico 4">
              <a:extLst>
                <a:ext uri="{FF2B5EF4-FFF2-40B4-BE49-F238E27FC236}">
                  <a16:creationId xmlns:a16="http://schemas.microsoft.com/office/drawing/2014/main" id="{3D8D950B-AC60-F8B0-BEC3-2FFFC4EC9221}"/>
                </a:ext>
              </a:extLst>
            </p:cNvPr>
            <p:cNvGrpSpPr/>
            <p:nvPr/>
          </p:nvGrpSpPr>
          <p:grpSpPr>
            <a:xfrm>
              <a:off x="6890638" y="4599368"/>
              <a:ext cx="118618" cy="125095"/>
              <a:chOff x="6890638" y="4599368"/>
              <a:chExt cx="118618" cy="125095"/>
            </a:xfrm>
            <a:solidFill>
              <a:srgbClr val="001C5B"/>
            </a:solidFill>
          </p:grpSpPr>
          <p:sp>
            <p:nvSpPr>
              <p:cNvPr id="17" name="Forma libre 16">
                <a:extLst>
                  <a:ext uri="{FF2B5EF4-FFF2-40B4-BE49-F238E27FC236}">
                    <a16:creationId xmlns:a16="http://schemas.microsoft.com/office/drawing/2014/main" id="{C506631D-B259-7DE5-C5AA-74614AAE3C58}"/>
                  </a:ext>
                </a:extLst>
              </p:cNvPr>
              <p:cNvSpPr/>
              <p:nvPr/>
            </p:nvSpPr>
            <p:spPr>
              <a:xfrm>
                <a:off x="6934263" y="4599368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8" name="Forma libre 17">
                <a:extLst>
                  <a:ext uri="{FF2B5EF4-FFF2-40B4-BE49-F238E27FC236}">
                    <a16:creationId xmlns:a16="http://schemas.microsoft.com/office/drawing/2014/main" id="{DC8B1696-D234-B8EF-5906-E31540507A11}"/>
                  </a:ext>
                </a:extLst>
              </p:cNvPr>
              <p:cNvSpPr/>
              <p:nvPr/>
            </p:nvSpPr>
            <p:spPr>
              <a:xfrm>
                <a:off x="6934263" y="4645660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9" name="Forma libre 18">
                <a:extLst>
                  <a:ext uri="{FF2B5EF4-FFF2-40B4-BE49-F238E27FC236}">
                    <a16:creationId xmlns:a16="http://schemas.microsoft.com/office/drawing/2014/main" id="{E24E8F29-8EDF-EFF9-E954-CD6B288A6303}"/>
                  </a:ext>
                </a:extLst>
              </p:cNvPr>
              <p:cNvSpPr/>
              <p:nvPr/>
            </p:nvSpPr>
            <p:spPr>
              <a:xfrm>
                <a:off x="6934263" y="4693094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0" name="Forma libre 19">
                <a:extLst>
                  <a:ext uri="{FF2B5EF4-FFF2-40B4-BE49-F238E27FC236}">
                    <a16:creationId xmlns:a16="http://schemas.microsoft.com/office/drawing/2014/main" id="{EAD4D21B-69C0-672B-4CFF-C0AFA525DCD2}"/>
                  </a:ext>
                </a:extLst>
              </p:cNvPr>
              <p:cNvSpPr/>
              <p:nvPr/>
            </p:nvSpPr>
            <p:spPr>
              <a:xfrm>
                <a:off x="6977887" y="4668456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1" name="Forma libre 20">
                <a:extLst>
                  <a:ext uri="{FF2B5EF4-FFF2-40B4-BE49-F238E27FC236}">
                    <a16:creationId xmlns:a16="http://schemas.microsoft.com/office/drawing/2014/main" id="{2DA7AFBE-3047-3DD1-8C83-8496EC0EAFA2}"/>
                  </a:ext>
                </a:extLst>
              </p:cNvPr>
              <p:cNvSpPr/>
              <p:nvPr/>
            </p:nvSpPr>
            <p:spPr>
              <a:xfrm>
                <a:off x="6977887" y="4622482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2" name="Forma libre 21">
                <a:extLst>
                  <a:ext uri="{FF2B5EF4-FFF2-40B4-BE49-F238E27FC236}">
                    <a16:creationId xmlns:a16="http://schemas.microsoft.com/office/drawing/2014/main" id="{F8B6E551-041A-512D-5890-57AAEAD3616B}"/>
                  </a:ext>
                </a:extLst>
              </p:cNvPr>
              <p:cNvSpPr/>
              <p:nvPr/>
            </p:nvSpPr>
            <p:spPr>
              <a:xfrm>
                <a:off x="6890638" y="4668456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3" name="Forma libre 22">
                <a:extLst>
                  <a:ext uri="{FF2B5EF4-FFF2-40B4-BE49-F238E27FC236}">
                    <a16:creationId xmlns:a16="http://schemas.microsoft.com/office/drawing/2014/main" id="{B3EF86C7-4363-2029-C798-F4DF6D1C8356}"/>
                  </a:ext>
                </a:extLst>
              </p:cNvPr>
              <p:cNvSpPr/>
              <p:nvPr/>
            </p:nvSpPr>
            <p:spPr>
              <a:xfrm>
                <a:off x="6890638" y="4622482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grpSp>
          <p:nvGrpSpPr>
            <p:cNvPr id="9" name="Gráfico 4">
              <a:extLst>
                <a:ext uri="{FF2B5EF4-FFF2-40B4-BE49-F238E27FC236}">
                  <a16:creationId xmlns:a16="http://schemas.microsoft.com/office/drawing/2014/main" id="{FE1F539C-9077-BFD7-90C9-6186F8D124D4}"/>
                </a:ext>
              </a:extLst>
            </p:cNvPr>
            <p:cNvGrpSpPr/>
            <p:nvPr/>
          </p:nvGrpSpPr>
          <p:grpSpPr>
            <a:xfrm>
              <a:off x="6890638" y="5418328"/>
              <a:ext cx="118618" cy="125095"/>
              <a:chOff x="6890638" y="5418328"/>
              <a:chExt cx="118618" cy="125095"/>
            </a:xfrm>
            <a:solidFill>
              <a:srgbClr val="001C5B"/>
            </a:solidFill>
          </p:grpSpPr>
          <p:sp>
            <p:nvSpPr>
              <p:cNvPr id="10" name="Forma libre 9">
                <a:extLst>
                  <a:ext uri="{FF2B5EF4-FFF2-40B4-BE49-F238E27FC236}">
                    <a16:creationId xmlns:a16="http://schemas.microsoft.com/office/drawing/2014/main" id="{0DAACB2F-AA26-3518-6BE5-36297CF7ADEF}"/>
                  </a:ext>
                </a:extLst>
              </p:cNvPr>
              <p:cNvSpPr/>
              <p:nvPr/>
            </p:nvSpPr>
            <p:spPr>
              <a:xfrm>
                <a:off x="6934263" y="5418328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1" name="Forma libre 10">
                <a:extLst>
                  <a:ext uri="{FF2B5EF4-FFF2-40B4-BE49-F238E27FC236}">
                    <a16:creationId xmlns:a16="http://schemas.microsoft.com/office/drawing/2014/main" id="{0356C7DF-B572-1BF0-FFDF-9FEFB2F83976}"/>
                  </a:ext>
                </a:extLst>
              </p:cNvPr>
              <p:cNvSpPr/>
              <p:nvPr/>
            </p:nvSpPr>
            <p:spPr>
              <a:xfrm>
                <a:off x="6934263" y="5464619"/>
                <a:ext cx="31369" cy="31369"/>
              </a:xfrm>
              <a:custGeom>
                <a:avLst/>
                <a:gdLst>
                  <a:gd name="connsiteX0" fmla="*/ 31369 w 31369"/>
                  <a:gd name="connsiteY0" fmla="*/ 15684 h 31369"/>
                  <a:gd name="connsiteX1" fmla="*/ 15684 w 31369"/>
                  <a:gd name="connsiteY1" fmla="*/ 31369 h 31369"/>
                  <a:gd name="connsiteX2" fmla="*/ 0 w 31369"/>
                  <a:gd name="connsiteY2" fmla="*/ 15684 h 31369"/>
                  <a:gd name="connsiteX3" fmla="*/ 15684 w 31369"/>
                  <a:gd name="connsiteY3" fmla="*/ 0 h 31369"/>
                  <a:gd name="connsiteX4" fmla="*/ 31369 w 31369"/>
                  <a:gd name="connsiteY4" fmla="*/ 15684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4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4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4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" name="Forma libre 11">
                <a:extLst>
                  <a:ext uri="{FF2B5EF4-FFF2-40B4-BE49-F238E27FC236}">
                    <a16:creationId xmlns:a16="http://schemas.microsoft.com/office/drawing/2014/main" id="{851FD533-A5C7-AC37-42DB-3021BC0D80C0}"/>
                  </a:ext>
                </a:extLst>
              </p:cNvPr>
              <p:cNvSpPr/>
              <p:nvPr/>
            </p:nvSpPr>
            <p:spPr>
              <a:xfrm>
                <a:off x="6934263" y="5512054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" name="Forma libre 12">
                <a:extLst>
                  <a:ext uri="{FF2B5EF4-FFF2-40B4-BE49-F238E27FC236}">
                    <a16:creationId xmlns:a16="http://schemas.microsoft.com/office/drawing/2014/main" id="{FAB02771-D185-C1DD-24C9-7E4F788A7389}"/>
                  </a:ext>
                </a:extLst>
              </p:cNvPr>
              <p:cNvSpPr/>
              <p:nvPr/>
            </p:nvSpPr>
            <p:spPr>
              <a:xfrm>
                <a:off x="6977887" y="5487416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4" name="Forma libre 13">
                <a:extLst>
                  <a:ext uri="{FF2B5EF4-FFF2-40B4-BE49-F238E27FC236}">
                    <a16:creationId xmlns:a16="http://schemas.microsoft.com/office/drawing/2014/main" id="{7D8D1422-4810-C684-9782-D430AD511724}"/>
                  </a:ext>
                </a:extLst>
              </p:cNvPr>
              <p:cNvSpPr/>
              <p:nvPr/>
            </p:nvSpPr>
            <p:spPr>
              <a:xfrm>
                <a:off x="6977887" y="5441505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A137F6E7-51B3-A9E4-D47F-3B49C08E2CFA}"/>
                  </a:ext>
                </a:extLst>
              </p:cNvPr>
              <p:cNvSpPr/>
              <p:nvPr/>
            </p:nvSpPr>
            <p:spPr>
              <a:xfrm>
                <a:off x="6890638" y="5487416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6" name="Forma libre 15">
                <a:extLst>
                  <a:ext uri="{FF2B5EF4-FFF2-40B4-BE49-F238E27FC236}">
                    <a16:creationId xmlns:a16="http://schemas.microsoft.com/office/drawing/2014/main" id="{F4006695-C65C-B6E7-380F-666C12DBF357}"/>
                  </a:ext>
                </a:extLst>
              </p:cNvPr>
              <p:cNvSpPr/>
              <p:nvPr/>
            </p:nvSpPr>
            <p:spPr>
              <a:xfrm>
                <a:off x="6890638" y="5441505"/>
                <a:ext cx="31369" cy="31369"/>
              </a:xfrm>
              <a:custGeom>
                <a:avLst/>
                <a:gdLst>
                  <a:gd name="connsiteX0" fmla="*/ 31369 w 31369"/>
                  <a:gd name="connsiteY0" fmla="*/ 15685 h 31369"/>
                  <a:gd name="connsiteX1" fmla="*/ 15684 w 31369"/>
                  <a:gd name="connsiteY1" fmla="*/ 31369 h 31369"/>
                  <a:gd name="connsiteX2" fmla="*/ 0 w 31369"/>
                  <a:gd name="connsiteY2" fmla="*/ 15685 h 31369"/>
                  <a:gd name="connsiteX3" fmla="*/ 15684 w 31369"/>
                  <a:gd name="connsiteY3" fmla="*/ 0 h 31369"/>
                  <a:gd name="connsiteX4" fmla="*/ 31369 w 31369"/>
                  <a:gd name="connsiteY4" fmla="*/ 15685 h 31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69" h="31369">
                    <a:moveTo>
                      <a:pt x="31369" y="15685"/>
                    </a:moveTo>
                    <a:cubicBezTo>
                      <a:pt x="31369" y="24347"/>
                      <a:pt x="24347" y="31369"/>
                      <a:pt x="15684" y="31369"/>
                    </a:cubicBezTo>
                    <a:cubicBezTo>
                      <a:pt x="7022" y="31369"/>
                      <a:pt x="0" y="24347"/>
                      <a:pt x="0" y="15685"/>
                    </a:cubicBezTo>
                    <a:cubicBezTo>
                      <a:pt x="0" y="7022"/>
                      <a:pt x="7022" y="0"/>
                      <a:pt x="15684" y="0"/>
                    </a:cubicBezTo>
                    <a:cubicBezTo>
                      <a:pt x="24347" y="0"/>
                      <a:pt x="31369" y="7022"/>
                      <a:pt x="31369" y="15685"/>
                    </a:cubicBez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sp>
        <p:nvSpPr>
          <p:cNvPr id="38" name="object 21">
            <a:extLst>
              <a:ext uri="{FF2B5EF4-FFF2-40B4-BE49-F238E27FC236}">
                <a16:creationId xmlns:a16="http://schemas.microsoft.com/office/drawing/2014/main" id="{0CEC4E2D-EC90-DDDB-6B59-D688C96FD6C2}"/>
              </a:ext>
            </a:extLst>
          </p:cNvPr>
          <p:cNvSpPr txBox="1"/>
          <p:nvPr/>
        </p:nvSpPr>
        <p:spPr>
          <a:xfrm>
            <a:off x="1380762" y="4599368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E5CDDEE4-C809-B66F-A31F-40AF8B24E2C6}"/>
              </a:ext>
            </a:extLst>
          </p:cNvPr>
          <p:cNvSpPr txBox="1"/>
          <p:nvPr/>
        </p:nvSpPr>
        <p:spPr>
          <a:xfrm>
            <a:off x="1380762" y="5412168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3F30C590-DF4B-299D-E5CE-B9CA3F9559CF}"/>
              </a:ext>
            </a:extLst>
          </p:cNvPr>
          <p:cNvSpPr txBox="1"/>
          <p:nvPr/>
        </p:nvSpPr>
        <p:spPr>
          <a:xfrm>
            <a:off x="7184662" y="4599368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EF1FAE57-667A-F7A3-BBEC-0A5A06CD0D9F}"/>
              </a:ext>
            </a:extLst>
          </p:cNvPr>
          <p:cNvSpPr txBox="1"/>
          <p:nvPr/>
        </p:nvSpPr>
        <p:spPr>
          <a:xfrm>
            <a:off x="7184662" y="5412168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2" name="object 105">
            <a:extLst>
              <a:ext uri="{FF2B5EF4-FFF2-40B4-BE49-F238E27FC236}">
                <a16:creationId xmlns:a16="http://schemas.microsoft.com/office/drawing/2014/main" id="{25627486-C32F-336F-6754-144295AF6A70}"/>
              </a:ext>
            </a:extLst>
          </p:cNvPr>
          <p:cNvSpPr txBox="1"/>
          <p:nvPr/>
        </p:nvSpPr>
        <p:spPr>
          <a:xfrm>
            <a:off x="1875531" y="2022764"/>
            <a:ext cx="8440737" cy="1240049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 algn="ctr">
              <a:spcBef>
                <a:spcPts val="69"/>
              </a:spcBef>
            </a:pPr>
            <a:r>
              <a:rPr lang="es-ES" sz="8000" b="1" spc="161" dirty="0" err="1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Lorem</a:t>
            </a:r>
            <a:r>
              <a:rPr lang="es-ES"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 </a:t>
            </a:r>
            <a:r>
              <a:rPr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ipsum</a:t>
            </a:r>
            <a:endParaRPr sz="8000" b="1" dirty="0">
              <a:latin typeface="Libre Franklin Black" pitchFamily="2" charset="77"/>
              <a:cs typeface="Libre Franklin Black"/>
            </a:endParaRPr>
          </a:p>
        </p:txBody>
      </p:sp>
      <p:sp>
        <p:nvSpPr>
          <p:cNvPr id="43" name="object 112">
            <a:extLst>
              <a:ext uri="{FF2B5EF4-FFF2-40B4-BE49-F238E27FC236}">
                <a16:creationId xmlns:a16="http://schemas.microsoft.com/office/drawing/2014/main" id="{5400FA24-EFFB-AF94-A070-12824D830F66}"/>
              </a:ext>
            </a:extLst>
          </p:cNvPr>
          <p:cNvSpPr txBox="1">
            <a:spLocks/>
          </p:cNvSpPr>
          <p:nvPr/>
        </p:nvSpPr>
        <p:spPr>
          <a:xfrm>
            <a:off x="3376095" y="1543409"/>
            <a:ext cx="5439608" cy="623718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algn="ctr">
              <a:lnSpc>
                <a:spcPct val="100000"/>
              </a:lnSpc>
              <a:spcBef>
                <a:spcPts val="64"/>
              </a:spcBef>
            </a:pP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Lorem</a:t>
            </a:r>
            <a:r>
              <a:rPr lang="es-CO" sz="4000" spc="-39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ipsum</a:t>
            </a:r>
            <a:r>
              <a:rPr lang="es-CO" sz="4000" spc="-36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spc="-6" dirty="0">
                <a:solidFill>
                  <a:schemeClr val="tx2"/>
                </a:solidFill>
                <a:latin typeface="Libre Franklin" pitchFamily="2" charset="77"/>
              </a:rPr>
              <a:t>dolor</a:t>
            </a:r>
            <a:endParaRPr lang="es-CO" sz="4000" dirty="0">
              <a:solidFill>
                <a:schemeClr val="tx2"/>
              </a:solidFill>
              <a:latin typeface="Libre Franklin" pitchFamily="2" charset="77"/>
            </a:endParaRPr>
          </a:p>
        </p:txBody>
      </p:sp>
      <p:pic>
        <p:nvPicPr>
          <p:cNvPr id="44" name="Gráfico 43">
            <a:extLst>
              <a:ext uri="{FF2B5EF4-FFF2-40B4-BE49-F238E27FC236}">
                <a16:creationId xmlns:a16="http://schemas.microsoft.com/office/drawing/2014/main" id="{9607107A-884C-0D73-F274-25C55822A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62190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9F3B776B-4C88-2A5D-13E7-756372B379E5}"/>
              </a:ext>
            </a:extLst>
          </p:cNvPr>
          <p:cNvSpPr/>
          <p:nvPr/>
        </p:nvSpPr>
        <p:spPr>
          <a:xfrm>
            <a:off x="6255892" y="5158803"/>
            <a:ext cx="5147055" cy="862330"/>
          </a:xfrm>
          <a:custGeom>
            <a:avLst/>
            <a:gdLst>
              <a:gd name="connsiteX0" fmla="*/ 5146421 w 5147055"/>
              <a:gd name="connsiteY0" fmla="*/ 434277 h 862330"/>
              <a:gd name="connsiteX1" fmla="*/ 5147056 w 5147055"/>
              <a:gd name="connsiteY1" fmla="*/ 431038 h 862330"/>
              <a:gd name="connsiteX2" fmla="*/ 5146358 w 5147055"/>
              <a:gd name="connsiteY2" fmla="*/ 427800 h 862330"/>
              <a:gd name="connsiteX3" fmla="*/ 5146358 w 5147055"/>
              <a:gd name="connsiteY3" fmla="*/ 427800 h 862330"/>
              <a:gd name="connsiteX4" fmla="*/ 5145914 w 5147055"/>
              <a:gd name="connsiteY4" fmla="*/ 427165 h 862330"/>
              <a:gd name="connsiteX5" fmla="*/ 5144516 w 5147055"/>
              <a:gd name="connsiteY5" fmla="*/ 425133 h 862330"/>
              <a:gd name="connsiteX6" fmla="*/ 5142865 w 5147055"/>
              <a:gd name="connsiteY6" fmla="*/ 424053 h 862330"/>
              <a:gd name="connsiteX7" fmla="*/ 5141786 w 5147055"/>
              <a:gd name="connsiteY7" fmla="*/ 423355 h 862330"/>
              <a:gd name="connsiteX8" fmla="*/ 5037075 w 5147055"/>
              <a:gd name="connsiteY8" fmla="*/ 334201 h 862330"/>
              <a:gd name="connsiteX9" fmla="*/ 5016945 w 5147055"/>
              <a:gd name="connsiteY9" fmla="*/ 266954 h 862330"/>
              <a:gd name="connsiteX10" fmla="*/ 5016945 w 5147055"/>
              <a:gd name="connsiteY10" fmla="*/ 102108 h 862330"/>
              <a:gd name="connsiteX11" fmla="*/ 4914837 w 5147055"/>
              <a:gd name="connsiteY11" fmla="*/ 0 h 862330"/>
              <a:gd name="connsiteX12" fmla="*/ 0 w 5147055"/>
              <a:gd name="connsiteY12" fmla="*/ 0 h 862330"/>
              <a:gd name="connsiteX13" fmla="*/ 0 w 5147055"/>
              <a:gd name="connsiteY13" fmla="*/ 862330 h 862330"/>
              <a:gd name="connsiteX14" fmla="*/ 4914837 w 5147055"/>
              <a:gd name="connsiteY14" fmla="*/ 862330 h 862330"/>
              <a:gd name="connsiteX15" fmla="*/ 5016945 w 5147055"/>
              <a:gd name="connsiteY15" fmla="*/ 760222 h 862330"/>
              <a:gd name="connsiteX16" fmla="*/ 5016945 w 5147055"/>
              <a:gd name="connsiteY16" fmla="*/ 595376 h 862330"/>
              <a:gd name="connsiteX17" fmla="*/ 5037138 w 5147055"/>
              <a:gd name="connsiteY17" fmla="*/ 528066 h 862330"/>
              <a:gd name="connsiteX18" fmla="*/ 5141913 w 5147055"/>
              <a:gd name="connsiteY18" fmla="*/ 439103 h 862330"/>
              <a:gd name="connsiteX19" fmla="*/ 5142739 w 5147055"/>
              <a:gd name="connsiteY19" fmla="*/ 438531 h 862330"/>
              <a:gd name="connsiteX20" fmla="*/ 5143627 w 5147055"/>
              <a:gd name="connsiteY20" fmla="*/ 437896 h 862330"/>
              <a:gd name="connsiteX21" fmla="*/ 5146358 w 5147055"/>
              <a:gd name="connsiteY21" fmla="*/ 434594 h 862330"/>
              <a:gd name="connsiteX22" fmla="*/ 5146421 w 5147055"/>
              <a:gd name="connsiteY22" fmla="*/ 434531 h 862330"/>
              <a:gd name="connsiteX23" fmla="*/ 5146421 w 5147055"/>
              <a:gd name="connsiteY23" fmla="*/ 434531 h 862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30">
                <a:moveTo>
                  <a:pt x="5146421" y="434277"/>
                </a:moveTo>
                <a:cubicBezTo>
                  <a:pt x="5146866" y="433261"/>
                  <a:pt x="5147056" y="432118"/>
                  <a:pt x="5147056" y="431038"/>
                </a:cubicBezTo>
                <a:cubicBezTo>
                  <a:pt x="5147056" y="429895"/>
                  <a:pt x="5146802" y="428816"/>
                  <a:pt x="5146358" y="427800"/>
                </a:cubicBezTo>
                <a:cubicBezTo>
                  <a:pt x="5146358" y="427800"/>
                  <a:pt x="5146358" y="427800"/>
                  <a:pt x="5146358" y="427800"/>
                </a:cubicBezTo>
                <a:cubicBezTo>
                  <a:pt x="5146231" y="427546"/>
                  <a:pt x="5146040" y="427355"/>
                  <a:pt x="5145914" y="427165"/>
                </a:cubicBezTo>
                <a:cubicBezTo>
                  <a:pt x="5145532" y="426466"/>
                  <a:pt x="5145088" y="425704"/>
                  <a:pt x="5144516" y="425133"/>
                </a:cubicBezTo>
                <a:cubicBezTo>
                  <a:pt x="5144008" y="424688"/>
                  <a:pt x="5143437" y="424371"/>
                  <a:pt x="5142865" y="424053"/>
                </a:cubicBezTo>
                <a:cubicBezTo>
                  <a:pt x="5142484" y="423863"/>
                  <a:pt x="5142230" y="423482"/>
                  <a:pt x="5141786" y="423355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9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7"/>
                  <a:pt x="5023676" y="547815"/>
                  <a:pt x="5037138" y="528066"/>
                </a:cubicBezTo>
                <a:cubicBezTo>
                  <a:pt x="5062792" y="490411"/>
                  <a:pt x="5101971" y="456311"/>
                  <a:pt x="5141913" y="439103"/>
                </a:cubicBezTo>
                <a:cubicBezTo>
                  <a:pt x="5142230" y="438976"/>
                  <a:pt x="5142421" y="438722"/>
                  <a:pt x="5142739" y="438531"/>
                </a:cubicBezTo>
                <a:cubicBezTo>
                  <a:pt x="5143056" y="438341"/>
                  <a:pt x="5143310" y="438150"/>
                  <a:pt x="5143627" y="437896"/>
                </a:cubicBezTo>
                <a:cubicBezTo>
                  <a:pt x="5144834" y="437007"/>
                  <a:pt x="5145787" y="435928"/>
                  <a:pt x="5146358" y="434594"/>
                </a:cubicBezTo>
                <a:cubicBezTo>
                  <a:pt x="5146358" y="434594"/>
                  <a:pt x="5146358" y="434594"/>
                  <a:pt x="5146421" y="434531"/>
                </a:cubicBezTo>
                <a:cubicBezTo>
                  <a:pt x="5146421" y="434531"/>
                  <a:pt x="5146421" y="434531"/>
                  <a:pt x="5146421" y="434531"/>
                </a:cubicBezTo>
                <a:close/>
              </a:path>
            </a:pathLst>
          </a:custGeom>
          <a:solidFill>
            <a:srgbClr val="E0D9C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872B83AF-350D-771B-4BC5-844C69316748}"/>
              </a:ext>
            </a:extLst>
          </p:cNvPr>
          <p:cNvSpPr/>
          <p:nvPr/>
        </p:nvSpPr>
        <p:spPr>
          <a:xfrm>
            <a:off x="5720651" y="5092319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6 h 1113218"/>
              <a:gd name="connsiteX5" fmla="*/ 541083 w 1070165"/>
              <a:gd name="connsiteY5" fmla="*/ 1110678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0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5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6"/>
                </a:cubicBezTo>
                <a:cubicBezTo>
                  <a:pt x="539750" y="1111695"/>
                  <a:pt x="540512" y="1111250"/>
                  <a:pt x="541083" y="1110678"/>
                </a:cubicBezTo>
                <a:cubicBezTo>
                  <a:pt x="541528" y="1110171"/>
                  <a:pt x="541845" y="1109599"/>
                  <a:pt x="542163" y="1109028"/>
                </a:cubicBezTo>
                <a:cubicBezTo>
                  <a:pt x="542353" y="1108647"/>
                  <a:pt x="542734" y="1108392"/>
                  <a:pt x="542861" y="1107948"/>
                </a:cubicBezTo>
                <a:cubicBezTo>
                  <a:pt x="558990" y="1068705"/>
                  <a:pt x="593090" y="1029526"/>
                  <a:pt x="631634" y="1003490"/>
                </a:cubicBezTo>
                <a:cubicBezTo>
                  <a:pt x="651573" y="990028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0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7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2"/>
                  <a:pt x="528193" y="1109535"/>
                  <a:pt x="528447" y="1109853"/>
                </a:cubicBezTo>
                <a:cubicBezTo>
                  <a:pt x="529336" y="1111059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F7EF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801B69CA-FF3B-F994-E979-D17A1E00804A}"/>
              </a:ext>
            </a:extLst>
          </p:cNvPr>
          <p:cNvSpPr/>
          <p:nvPr/>
        </p:nvSpPr>
        <p:spPr>
          <a:xfrm>
            <a:off x="6255892" y="4130357"/>
            <a:ext cx="5147055" cy="862329"/>
          </a:xfrm>
          <a:custGeom>
            <a:avLst/>
            <a:gdLst>
              <a:gd name="connsiteX0" fmla="*/ 5146421 w 5147055"/>
              <a:gd name="connsiteY0" fmla="*/ 434277 h 862329"/>
              <a:gd name="connsiteX1" fmla="*/ 5147056 w 5147055"/>
              <a:gd name="connsiteY1" fmla="*/ 431038 h 862329"/>
              <a:gd name="connsiteX2" fmla="*/ 5146358 w 5147055"/>
              <a:gd name="connsiteY2" fmla="*/ 427799 h 862329"/>
              <a:gd name="connsiteX3" fmla="*/ 5146358 w 5147055"/>
              <a:gd name="connsiteY3" fmla="*/ 427799 h 862329"/>
              <a:gd name="connsiteX4" fmla="*/ 5145914 w 5147055"/>
              <a:gd name="connsiteY4" fmla="*/ 427164 h 862329"/>
              <a:gd name="connsiteX5" fmla="*/ 5144516 w 5147055"/>
              <a:gd name="connsiteY5" fmla="*/ 425133 h 862329"/>
              <a:gd name="connsiteX6" fmla="*/ 5142865 w 5147055"/>
              <a:gd name="connsiteY6" fmla="*/ 424053 h 862329"/>
              <a:gd name="connsiteX7" fmla="*/ 5141786 w 5147055"/>
              <a:gd name="connsiteY7" fmla="*/ 423354 h 862329"/>
              <a:gd name="connsiteX8" fmla="*/ 5037075 w 5147055"/>
              <a:gd name="connsiteY8" fmla="*/ 334201 h 862329"/>
              <a:gd name="connsiteX9" fmla="*/ 5016945 w 5147055"/>
              <a:gd name="connsiteY9" fmla="*/ 266954 h 862329"/>
              <a:gd name="connsiteX10" fmla="*/ 5016945 w 5147055"/>
              <a:gd name="connsiteY10" fmla="*/ 102108 h 862329"/>
              <a:gd name="connsiteX11" fmla="*/ 4914837 w 5147055"/>
              <a:gd name="connsiteY11" fmla="*/ 0 h 862329"/>
              <a:gd name="connsiteX12" fmla="*/ 0 w 5147055"/>
              <a:gd name="connsiteY12" fmla="*/ 0 h 862329"/>
              <a:gd name="connsiteX13" fmla="*/ 0 w 5147055"/>
              <a:gd name="connsiteY13" fmla="*/ 862330 h 862329"/>
              <a:gd name="connsiteX14" fmla="*/ 4914837 w 5147055"/>
              <a:gd name="connsiteY14" fmla="*/ 862330 h 862329"/>
              <a:gd name="connsiteX15" fmla="*/ 5016945 w 5147055"/>
              <a:gd name="connsiteY15" fmla="*/ 760222 h 862329"/>
              <a:gd name="connsiteX16" fmla="*/ 5016945 w 5147055"/>
              <a:gd name="connsiteY16" fmla="*/ 595376 h 862329"/>
              <a:gd name="connsiteX17" fmla="*/ 5037138 w 5147055"/>
              <a:gd name="connsiteY17" fmla="*/ 528066 h 862329"/>
              <a:gd name="connsiteX18" fmla="*/ 5141913 w 5147055"/>
              <a:gd name="connsiteY18" fmla="*/ 439102 h 862329"/>
              <a:gd name="connsiteX19" fmla="*/ 5142739 w 5147055"/>
              <a:gd name="connsiteY19" fmla="*/ 438531 h 862329"/>
              <a:gd name="connsiteX20" fmla="*/ 5143627 w 5147055"/>
              <a:gd name="connsiteY20" fmla="*/ 437896 h 862329"/>
              <a:gd name="connsiteX21" fmla="*/ 5146358 w 5147055"/>
              <a:gd name="connsiteY21" fmla="*/ 434594 h 862329"/>
              <a:gd name="connsiteX22" fmla="*/ 5146421 w 5147055"/>
              <a:gd name="connsiteY22" fmla="*/ 434530 h 862329"/>
              <a:gd name="connsiteX23" fmla="*/ 5146421 w 5147055"/>
              <a:gd name="connsiteY23" fmla="*/ 434530 h 86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29">
                <a:moveTo>
                  <a:pt x="5146421" y="434277"/>
                </a:moveTo>
                <a:cubicBezTo>
                  <a:pt x="5146866" y="433260"/>
                  <a:pt x="5147056" y="432117"/>
                  <a:pt x="5147056" y="431038"/>
                </a:cubicBezTo>
                <a:cubicBezTo>
                  <a:pt x="5147056" y="429895"/>
                  <a:pt x="5146802" y="428815"/>
                  <a:pt x="5146358" y="427799"/>
                </a:cubicBezTo>
                <a:cubicBezTo>
                  <a:pt x="5146358" y="427799"/>
                  <a:pt x="5146358" y="427799"/>
                  <a:pt x="5146358" y="427799"/>
                </a:cubicBezTo>
                <a:cubicBezTo>
                  <a:pt x="5146231" y="427546"/>
                  <a:pt x="5146040" y="427355"/>
                  <a:pt x="5145914" y="427164"/>
                </a:cubicBezTo>
                <a:cubicBezTo>
                  <a:pt x="5145532" y="426466"/>
                  <a:pt x="5145088" y="425704"/>
                  <a:pt x="5144516" y="425133"/>
                </a:cubicBezTo>
                <a:cubicBezTo>
                  <a:pt x="5144008" y="424688"/>
                  <a:pt x="5143437" y="424371"/>
                  <a:pt x="5142865" y="424053"/>
                </a:cubicBezTo>
                <a:cubicBezTo>
                  <a:pt x="5142484" y="423863"/>
                  <a:pt x="5142230" y="423482"/>
                  <a:pt x="5141786" y="423354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9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6"/>
                  <a:pt x="5023676" y="547814"/>
                  <a:pt x="5037138" y="528066"/>
                </a:cubicBezTo>
                <a:cubicBezTo>
                  <a:pt x="5062792" y="490410"/>
                  <a:pt x="5101971" y="456311"/>
                  <a:pt x="5141913" y="439102"/>
                </a:cubicBezTo>
                <a:cubicBezTo>
                  <a:pt x="5142230" y="438976"/>
                  <a:pt x="5142421" y="438721"/>
                  <a:pt x="5142739" y="438531"/>
                </a:cubicBezTo>
                <a:cubicBezTo>
                  <a:pt x="5143056" y="438340"/>
                  <a:pt x="5143310" y="438150"/>
                  <a:pt x="5143627" y="437896"/>
                </a:cubicBezTo>
                <a:cubicBezTo>
                  <a:pt x="5144834" y="437007"/>
                  <a:pt x="5145787" y="435927"/>
                  <a:pt x="5146358" y="434594"/>
                </a:cubicBezTo>
                <a:cubicBezTo>
                  <a:pt x="5146358" y="434594"/>
                  <a:pt x="5146358" y="434594"/>
                  <a:pt x="5146421" y="434530"/>
                </a:cubicBezTo>
                <a:cubicBezTo>
                  <a:pt x="5146421" y="434530"/>
                  <a:pt x="5146421" y="434530"/>
                  <a:pt x="5146421" y="434530"/>
                </a:cubicBezTo>
                <a:close/>
              </a:path>
            </a:pathLst>
          </a:custGeom>
          <a:solidFill>
            <a:srgbClr val="C4CBD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BDEF090B-898A-FA1D-437A-B48805BCFA47}"/>
              </a:ext>
            </a:extLst>
          </p:cNvPr>
          <p:cNvSpPr/>
          <p:nvPr/>
        </p:nvSpPr>
        <p:spPr>
          <a:xfrm>
            <a:off x="5720651" y="4063872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6 h 1113218"/>
              <a:gd name="connsiteX5" fmla="*/ 541083 w 1070165"/>
              <a:gd name="connsiteY5" fmla="*/ 1110679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1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5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6"/>
                </a:cubicBezTo>
                <a:cubicBezTo>
                  <a:pt x="539750" y="1111695"/>
                  <a:pt x="540512" y="1111250"/>
                  <a:pt x="541083" y="1110679"/>
                </a:cubicBezTo>
                <a:cubicBezTo>
                  <a:pt x="541528" y="1110171"/>
                  <a:pt x="541845" y="1109599"/>
                  <a:pt x="542163" y="1109028"/>
                </a:cubicBezTo>
                <a:cubicBezTo>
                  <a:pt x="542353" y="1108647"/>
                  <a:pt x="542734" y="1108393"/>
                  <a:pt x="542861" y="1107948"/>
                </a:cubicBezTo>
                <a:cubicBezTo>
                  <a:pt x="558990" y="1068705"/>
                  <a:pt x="593090" y="1029526"/>
                  <a:pt x="631634" y="1003491"/>
                </a:cubicBezTo>
                <a:cubicBezTo>
                  <a:pt x="651573" y="990029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1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7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2"/>
                  <a:pt x="528193" y="1109536"/>
                  <a:pt x="528447" y="1109853"/>
                </a:cubicBezTo>
                <a:cubicBezTo>
                  <a:pt x="529336" y="1111060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C30AFD3B-D75E-1A43-ADA0-85EE108A1546}"/>
              </a:ext>
            </a:extLst>
          </p:cNvPr>
          <p:cNvSpPr/>
          <p:nvPr/>
        </p:nvSpPr>
        <p:spPr>
          <a:xfrm>
            <a:off x="6255892" y="3101911"/>
            <a:ext cx="5147055" cy="862329"/>
          </a:xfrm>
          <a:custGeom>
            <a:avLst/>
            <a:gdLst>
              <a:gd name="connsiteX0" fmla="*/ 5146421 w 5147055"/>
              <a:gd name="connsiteY0" fmla="*/ 434277 h 862329"/>
              <a:gd name="connsiteX1" fmla="*/ 5147056 w 5147055"/>
              <a:gd name="connsiteY1" fmla="*/ 431038 h 862329"/>
              <a:gd name="connsiteX2" fmla="*/ 5146358 w 5147055"/>
              <a:gd name="connsiteY2" fmla="*/ 427799 h 862329"/>
              <a:gd name="connsiteX3" fmla="*/ 5146358 w 5147055"/>
              <a:gd name="connsiteY3" fmla="*/ 427799 h 862329"/>
              <a:gd name="connsiteX4" fmla="*/ 5145914 w 5147055"/>
              <a:gd name="connsiteY4" fmla="*/ 427165 h 862329"/>
              <a:gd name="connsiteX5" fmla="*/ 5144516 w 5147055"/>
              <a:gd name="connsiteY5" fmla="*/ 425133 h 862329"/>
              <a:gd name="connsiteX6" fmla="*/ 5142865 w 5147055"/>
              <a:gd name="connsiteY6" fmla="*/ 424053 h 862329"/>
              <a:gd name="connsiteX7" fmla="*/ 5141786 w 5147055"/>
              <a:gd name="connsiteY7" fmla="*/ 423354 h 862329"/>
              <a:gd name="connsiteX8" fmla="*/ 5037075 w 5147055"/>
              <a:gd name="connsiteY8" fmla="*/ 334201 h 862329"/>
              <a:gd name="connsiteX9" fmla="*/ 5016945 w 5147055"/>
              <a:gd name="connsiteY9" fmla="*/ 266954 h 862329"/>
              <a:gd name="connsiteX10" fmla="*/ 5016945 w 5147055"/>
              <a:gd name="connsiteY10" fmla="*/ 102108 h 862329"/>
              <a:gd name="connsiteX11" fmla="*/ 4914837 w 5147055"/>
              <a:gd name="connsiteY11" fmla="*/ 0 h 862329"/>
              <a:gd name="connsiteX12" fmla="*/ 0 w 5147055"/>
              <a:gd name="connsiteY12" fmla="*/ 0 h 862329"/>
              <a:gd name="connsiteX13" fmla="*/ 0 w 5147055"/>
              <a:gd name="connsiteY13" fmla="*/ 862330 h 862329"/>
              <a:gd name="connsiteX14" fmla="*/ 4914837 w 5147055"/>
              <a:gd name="connsiteY14" fmla="*/ 862330 h 862329"/>
              <a:gd name="connsiteX15" fmla="*/ 5016945 w 5147055"/>
              <a:gd name="connsiteY15" fmla="*/ 760222 h 862329"/>
              <a:gd name="connsiteX16" fmla="*/ 5016945 w 5147055"/>
              <a:gd name="connsiteY16" fmla="*/ 595376 h 862329"/>
              <a:gd name="connsiteX17" fmla="*/ 5037138 w 5147055"/>
              <a:gd name="connsiteY17" fmla="*/ 528066 h 862329"/>
              <a:gd name="connsiteX18" fmla="*/ 5141913 w 5147055"/>
              <a:gd name="connsiteY18" fmla="*/ 439103 h 862329"/>
              <a:gd name="connsiteX19" fmla="*/ 5142739 w 5147055"/>
              <a:gd name="connsiteY19" fmla="*/ 438531 h 862329"/>
              <a:gd name="connsiteX20" fmla="*/ 5143627 w 5147055"/>
              <a:gd name="connsiteY20" fmla="*/ 437896 h 862329"/>
              <a:gd name="connsiteX21" fmla="*/ 5146358 w 5147055"/>
              <a:gd name="connsiteY21" fmla="*/ 434594 h 862329"/>
              <a:gd name="connsiteX22" fmla="*/ 5146421 w 5147055"/>
              <a:gd name="connsiteY22" fmla="*/ 434530 h 862329"/>
              <a:gd name="connsiteX23" fmla="*/ 5146421 w 5147055"/>
              <a:gd name="connsiteY23" fmla="*/ 434530 h 86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29">
                <a:moveTo>
                  <a:pt x="5146421" y="434277"/>
                </a:moveTo>
                <a:cubicBezTo>
                  <a:pt x="5146866" y="433260"/>
                  <a:pt x="5147056" y="432117"/>
                  <a:pt x="5147056" y="431038"/>
                </a:cubicBezTo>
                <a:cubicBezTo>
                  <a:pt x="5147056" y="429895"/>
                  <a:pt x="5146802" y="428816"/>
                  <a:pt x="5146358" y="427799"/>
                </a:cubicBezTo>
                <a:cubicBezTo>
                  <a:pt x="5146358" y="427799"/>
                  <a:pt x="5146358" y="427799"/>
                  <a:pt x="5146358" y="427799"/>
                </a:cubicBezTo>
                <a:cubicBezTo>
                  <a:pt x="5146231" y="427546"/>
                  <a:pt x="5146040" y="427355"/>
                  <a:pt x="5145914" y="427165"/>
                </a:cubicBezTo>
                <a:cubicBezTo>
                  <a:pt x="5145532" y="426466"/>
                  <a:pt x="5145088" y="425704"/>
                  <a:pt x="5144516" y="425133"/>
                </a:cubicBezTo>
                <a:cubicBezTo>
                  <a:pt x="5144008" y="424688"/>
                  <a:pt x="5143437" y="424371"/>
                  <a:pt x="5142865" y="424053"/>
                </a:cubicBezTo>
                <a:cubicBezTo>
                  <a:pt x="5142484" y="423863"/>
                  <a:pt x="5142230" y="423482"/>
                  <a:pt x="5141786" y="423354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9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6"/>
                  <a:pt x="5023676" y="547815"/>
                  <a:pt x="5037138" y="528066"/>
                </a:cubicBezTo>
                <a:cubicBezTo>
                  <a:pt x="5062792" y="490410"/>
                  <a:pt x="5101971" y="456311"/>
                  <a:pt x="5141913" y="439103"/>
                </a:cubicBezTo>
                <a:cubicBezTo>
                  <a:pt x="5142230" y="438976"/>
                  <a:pt x="5142421" y="438722"/>
                  <a:pt x="5142739" y="438531"/>
                </a:cubicBezTo>
                <a:cubicBezTo>
                  <a:pt x="5143056" y="438341"/>
                  <a:pt x="5143310" y="438150"/>
                  <a:pt x="5143627" y="437896"/>
                </a:cubicBezTo>
                <a:cubicBezTo>
                  <a:pt x="5144834" y="437007"/>
                  <a:pt x="5145787" y="435928"/>
                  <a:pt x="5146358" y="434594"/>
                </a:cubicBezTo>
                <a:cubicBezTo>
                  <a:pt x="5146358" y="434594"/>
                  <a:pt x="5146358" y="434594"/>
                  <a:pt x="5146421" y="434530"/>
                </a:cubicBezTo>
                <a:cubicBezTo>
                  <a:pt x="5146421" y="434530"/>
                  <a:pt x="5146421" y="434530"/>
                  <a:pt x="5146421" y="434530"/>
                </a:cubicBezTo>
                <a:close/>
              </a:path>
            </a:pathLst>
          </a:custGeom>
          <a:solidFill>
            <a:srgbClr val="8298A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88892424-43BA-8B61-244D-904C2B70381E}"/>
              </a:ext>
            </a:extLst>
          </p:cNvPr>
          <p:cNvSpPr/>
          <p:nvPr/>
        </p:nvSpPr>
        <p:spPr>
          <a:xfrm>
            <a:off x="5720651" y="3035426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6 h 1113218"/>
              <a:gd name="connsiteX5" fmla="*/ 541083 w 1070165"/>
              <a:gd name="connsiteY5" fmla="*/ 1110679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1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4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6"/>
                </a:cubicBezTo>
                <a:cubicBezTo>
                  <a:pt x="539750" y="1111695"/>
                  <a:pt x="540512" y="1111250"/>
                  <a:pt x="541083" y="1110679"/>
                </a:cubicBezTo>
                <a:cubicBezTo>
                  <a:pt x="541528" y="1110170"/>
                  <a:pt x="541845" y="1109599"/>
                  <a:pt x="542163" y="1109028"/>
                </a:cubicBezTo>
                <a:cubicBezTo>
                  <a:pt x="542353" y="1108647"/>
                  <a:pt x="542734" y="1108393"/>
                  <a:pt x="542861" y="1107948"/>
                </a:cubicBezTo>
                <a:cubicBezTo>
                  <a:pt x="558990" y="1068705"/>
                  <a:pt x="593090" y="1029526"/>
                  <a:pt x="631634" y="1003491"/>
                </a:cubicBezTo>
                <a:cubicBezTo>
                  <a:pt x="651573" y="990029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1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6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2"/>
                  <a:pt x="528193" y="1109536"/>
                  <a:pt x="528447" y="1109853"/>
                </a:cubicBezTo>
                <a:cubicBezTo>
                  <a:pt x="529336" y="1111060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5D2D5ACB-793B-8DC9-DB06-24ECD11AE10A}"/>
              </a:ext>
            </a:extLst>
          </p:cNvPr>
          <p:cNvSpPr/>
          <p:nvPr/>
        </p:nvSpPr>
        <p:spPr>
          <a:xfrm>
            <a:off x="6255892" y="2073529"/>
            <a:ext cx="5147055" cy="862329"/>
          </a:xfrm>
          <a:custGeom>
            <a:avLst/>
            <a:gdLst>
              <a:gd name="connsiteX0" fmla="*/ 5146421 w 5147055"/>
              <a:gd name="connsiteY0" fmla="*/ 434276 h 862329"/>
              <a:gd name="connsiteX1" fmla="*/ 5147056 w 5147055"/>
              <a:gd name="connsiteY1" fmla="*/ 431038 h 862329"/>
              <a:gd name="connsiteX2" fmla="*/ 5146358 w 5147055"/>
              <a:gd name="connsiteY2" fmla="*/ 427799 h 862329"/>
              <a:gd name="connsiteX3" fmla="*/ 5146358 w 5147055"/>
              <a:gd name="connsiteY3" fmla="*/ 427799 h 862329"/>
              <a:gd name="connsiteX4" fmla="*/ 5145914 w 5147055"/>
              <a:gd name="connsiteY4" fmla="*/ 427164 h 862329"/>
              <a:gd name="connsiteX5" fmla="*/ 5144516 w 5147055"/>
              <a:gd name="connsiteY5" fmla="*/ 425132 h 862329"/>
              <a:gd name="connsiteX6" fmla="*/ 5142865 w 5147055"/>
              <a:gd name="connsiteY6" fmla="*/ 424053 h 862329"/>
              <a:gd name="connsiteX7" fmla="*/ 5141786 w 5147055"/>
              <a:gd name="connsiteY7" fmla="*/ 423354 h 862329"/>
              <a:gd name="connsiteX8" fmla="*/ 5037075 w 5147055"/>
              <a:gd name="connsiteY8" fmla="*/ 334201 h 862329"/>
              <a:gd name="connsiteX9" fmla="*/ 5016945 w 5147055"/>
              <a:gd name="connsiteY9" fmla="*/ 266954 h 862329"/>
              <a:gd name="connsiteX10" fmla="*/ 5016945 w 5147055"/>
              <a:gd name="connsiteY10" fmla="*/ 102108 h 862329"/>
              <a:gd name="connsiteX11" fmla="*/ 4914837 w 5147055"/>
              <a:gd name="connsiteY11" fmla="*/ 0 h 862329"/>
              <a:gd name="connsiteX12" fmla="*/ 0 w 5147055"/>
              <a:gd name="connsiteY12" fmla="*/ 0 h 862329"/>
              <a:gd name="connsiteX13" fmla="*/ 0 w 5147055"/>
              <a:gd name="connsiteY13" fmla="*/ 862330 h 862329"/>
              <a:gd name="connsiteX14" fmla="*/ 4914837 w 5147055"/>
              <a:gd name="connsiteY14" fmla="*/ 862330 h 862329"/>
              <a:gd name="connsiteX15" fmla="*/ 5016945 w 5147055"/>
              <a:gd name="connsiteY15" fmla="*/ 760222 h 862329"/>
              <a:gd name="connsiteX16" fmla="*/ 5016945 w 5147055"/>
              <a:gd name="connsiteY16" fmla="*/ 595376 h 862329"/>
              <a:gd name="connsiteX17" fmla="*/ 5037138 w 5147055"/>
              <a:gd name="connsiteY17" fmla="*/ 528066 h 862329"/>
              <a:gd name="connsiteX18" fmla="*/ 5141913 w 5147055"/>
              <a:gd name="connsiteY18" fmla="*/ 439102 h 862329"/>
              <a:gd name="connsiteX19" fmla="*/ 5142739 w 5147055"/>
              <a:gd name="connsiteY19" fmla="*/ 438531 h 862329"/>
              <a:gd name="connsiteX20" fmla="*/ 5143627 w 5147055"/>
              <a:gd name="connsiteY20" fmla="*/ 437896 h 862329"/>
              <a:gd name="connsiteX21" fmla="*/ 5146358 w 5147055"/>
              <a:gd name="connsiteY21" fmla="*/ 434594 h 862329"/>
              <a:gd name="connsiteX22" fmla="*/ 5146421 w 5147055"/>
              <a:gd name="connsiteY22" fmla="*/ 434530 h 862329"/>
              <a:gd name="connsiteX23" fmla="*/ 5146421 w 5147055"/>
              <a:gd name="connsiteY23" fmla="*/ 434530 h 86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29">
                <a:moveTo>
                  <a:pt x="5146421" y="434276"/>
                </a:moveTo>
                <a:cubicBezTo>
                  <a:pt x="5146866" y="433260"/>
                  <a:pt x="5147056" y="432117"/>
                  <a:pt x="5147056" y="431038"/>
                </a:cubicBezTo>
                <a:cubicBezTo>
                  <a:pt x="5147056" y="429895"/>
                  <a:pt x="5146802" y="428816"/>
                  <a:pt x="5146358" y="427799"/>
                </a:cubicBezTo>
                <a:cubicBezTo>
                  <a:pt x="5146358" y="427799"/>
                  <a:pt x="5146358" y="427799"/>
                  <a:pt x="5146358" y="427799"/>
                </a:cubicBezTo>
                <a:cubicBezTo>
                  <a:pt x="5146231" y="427545"/>
                  <a:pt x="5146040" y="427355"/>
                  <a:pt x="5145914" y="427164"/>
                </a:cubicBezTo>
                <a:cubicBezTo>
                  <a:pt x="5145532" y="426466"/>
                  <a:pt x="5145088" y="425704"/>
                  <a:pt x="5144516" y="425132"/>
                </a:cubicBezTo>
                <a:cubicBezTo>
                  <a:pt x="5144008" y="424688"/>
                  <a:pt x="5143437" y="424370"/>
                  <a:pt x="5142865" y="424053"/>
                </a:cubicBezTo>
                <a:cubicBezTo>
                  <a:pt x="5142484" y="423863"/>
                  <a:pt x="5142230" y="423482"/>
                  <a:pt x="5141786" y="423354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8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6"/>
                  <a:pt x="5023676" y="547814"/>
                  <a:pt x="5037138" y="528066"/>
                </a:cubicBezTo>
                <a:cubicBezTo>
                  <a:pt x="5062792" y="490410"/>
                  <a:pt x="5101971" y="456311"/>
                  <a:pt x="5141913" y="439102"/>
                </a:cubicBezTo>
                <a:cubicBezTo>
                  <a:pt x="5142230" y="438976"/>
                  <a:pt x="5142421" y="438721"/>
                  <a:pt x="5142739" y="438531"/>
                </a:cubicBezTo>
                <a:cubicBezTo>
                  <a:pt x="5143056" y="438341"/>
                  <a:pt x="5143310" y="438150"/>
                  <a:pt x="5143627" y="437896"/>
                </a:cubicBezTo>
                <a:cubicBezTo>
                  <a:pt x="5144834" y="437007"/>
                  <a:pt x="5145787" y="435927"/>
                  <a:pt x="5146358" y="434594"/>
                </a:cubicBezTo>
                <a:cubicBezTo>
                  <a:pt x="5146358" y="434594"/>
                  <a:pt x="5146358" y="434594"/>
                  <a:pt x="5146421" y="434530"/>
                </a:cubicBezTo>
                <a:cubicBezTo>
                  <a:pt x="5146421" y="434530"/>
                  <a:pt x="5146421" y="434530"/>
                  <a:pt x="5146421" y="434530"/>
                </a:cubicBezTo>
                <a:close/>
              </a:path>
            </a:pathLst>
          </a:custGeom>
          <a:solidFill>
            <a:srgbClr val="00326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DAC82703-34AD-952B-CAD9-7C3F985813C9}"/>
              </a:ext>
            </a:extLst>
          </p:cNvPr>
          <p:cNvSpPr/>
          <p:nvPr/>
        </p:nvSpPr>
        <p:spPr>
          <a:xfrm>
            <a:off x="5720651" y="2006980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6 h 1113218"/>
              <a:gd name="connsiteX5" fmla="*/ 541083 w 1070165"/>
              <a:gd name="connsiteY5" fmla="*/ 1110679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1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4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6"/>
                </a:cubicBezTo>
                <a:cubicBezTo>
                  <a:pt x="539750" y="1111695"/>
                  <a:pt x="540512" y="1111250"/>
                  <a:pt x="541083" y="1110679"/>
                </a:cubicBezTo>
                <a:cubicBezTo>
                  <a:pt x="541528" y="1110171"/>
                  <a:pt x="541845" y="1109599"/>
                  <a:pt x="542163" y="1109028"/>
                </a:cubicBezTo>
                <a:cubicBezTo>
                  <a:pt x="542353" y="1108647"/>
                  <a:pt x="542734" y="1108392"/>
                  <a:pt x="542861" y="1107948"/>
                </a:cubicBezTo>
                <a:cubicBezTo>
                  <a:pt x="558990" y="1068705"/>
                  <a:pt x="593090" y="1029526"/>
                  <a:pt x="631634" y="1003491"/>
                </a:cubicBezTo>
                <a:cubicBezTo>
                  <a:pt x="651573" y="990029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1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6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2"/>
                  <a:pt x="528193" y="1109536"/>
                  <a:pt x="528447" y="1109853"/>
                </a:cubicBezTo>
                <a:cubicBezTo>
                  <a:pt x="529336" y="1111060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2F9C977B-85FF-3AEB-B557-7E87C4F3167B}"/>
              </a:ext>
            </a:extLst>
          </p:cNvPr>
          <p:cNvSpPr/>
          <p:nvPr/>
        </p:nvSpPr>
        <p:spPr>
          <a:xfrm>
            <a:off x="427878" y="-39941"/>
            <a:ext cx="4464240" cy="6907593"/>
          </a:xfrm>
          <a:custGeom>
            <a:avLst/>
            <a:gdLst>
              <a:gd name="connsiteX0" fmla="*/ 4455922 w 4464240"/>
              <a:gd name="connsiteY0" fmla="*/ 3404235 h 6907593"/>
              <a:gd name="connsiteX1" fmla="*/ 3868166 w 4464240"/>
              <a:gd name="connsiteY1" fmla="*/ 2795842 h 6907593"/>
              <a:gd name="connsiteX2" fmla="*/ 3861816 w 4464240"/>
              <a:gd name="connsiteY2" fmla="*/ 2775966 h 6907593"/>
              <a:gd name="connsiteX3" fmla="*/ 3812223 w 4464240"/>
              <a:gd name="connsiteY3" fmla="*/ 2491613 h 6907593"/>
              <a:gd name="connsiteX4" fmla="*/ 3807778 w 4464240"/>
              <a:gd name="connsiteY4" fmla="*/ 2423668 h 6907593"/>
              <a:gd name="connsiteX5" fmla="*/ 3807778 w 4464240"/>
              <a:gd name="connsiteY5" fmla="*/ 0 h 6907593"/>
              <a:gd name="connsiteX6" fmla="*/ 0 w 4464240"/>
              <a:gd name="connsiteY6" fmla="*/ 0 h 6907593"/>
              <a:gd name="connsiteX7" fmla="*/ 0 w 4464240"/>
              <a:gd name="connsiteY7" fmla="*/ 6907594 h 6907593"/>
              <a:gd name="connsiteX8" fmla="*/ 3807714 w 4464240"/>
              <a:gd name="connsiteY8" fmla="*/ 6907594 h 6907593"/>
              <a:gd name="connsiteX9" fmla="*/ 3807714 w 4464240"/>
              <a:gd name="connsiteY9" fmla="*/ 4469638 h 6907593"/>
              <a:gd name="connsiteX10" fmla="*/ 3807905 w 4464240"/>
              <a:gd name="connsiteY10" fmla="*/ 4465892 h 6907593"/>
              <a:gd name="connsiteX11" fmla="*/ 3812794 w 4464240"/>
              <a:gd name="connsiteY11" fmla="*/ 4406392 h 6907593"/>
              <a:gd name="connsiteX12" fmla="*/ 3817493 w 4464240"/>
              <a:gd name="connsiteY12" fmla="*/ 4333748 h 6907593"/>
              <a:gd name="connsiteX13" fmla="*/ 3843846 w 4464240"/>
              <a:gd name="connsiteY13" fmla="*/ 4129342 h 6907593"/>
              <a:gd name="connsiteX14" fmla="*/ 3864420 w 4464240"/>
              <a:gd name="connsiteY14" fmla="*/ 4047681 h 6907593"/>
              <a:gd name="connsiteX15" fmla="*/ 3864801 w 4464240"/>
              <a:gd name="connsiteY15" fmla="*/ 4046411 h 6907593"/>
              <a:gd name="connsiteX16" fmla="*/ 4455859 w 4464240"/>
              <a:gd name="connsiteY16" fmla="*/ 3428238 h 6907593"/>
              <a:gd name="connsiteX17" fmla="*/ 4455859 w 4464240"/>
              <a:gd name="connsiteY17" fmla="*/ 3404362 h 69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464240" h="6907593">
                <a:moveTo>
                  <a:pt x="4455922" y="3404235"/>
                </a:moveTo>
                <a:cubicBezTo>
                  <a:pt x="4332097" y="3360484"/>
                  <a:pt x="4011105" y="3190558"/>
                  <a:pt x="3868166" y="2795842"/>
                </a:cubicBezTo>
                <a:cubicBezTo>
                  <a:pt x="3866134" y="2789238"/>
                  <a:pt x="3863975" y="2782570"/>
                  <a:pt x="3861816" y="2775966"/>
                </a:cubicBezTo>
                <a:cubicBezTo>
                  <a:pt x="3836289" y="2683256"/>
                  <a:pt x="3818255" y="2587498"/>
                  <a:pt x="3812223" y="2491613"/>
                </a:cubicBezTo>
                <a:cubicBezTo>
                  <a:pt x="3810762" y="2468817"/>
                  <a:pt x="3809302" y="2446147"/>
                  <a:pt x="3807778" y="2423668"/>
                </a:cubicBezTo>
                <a:lnTo>
                  <a:pt x="3807778" y="0"/>
                </a:lnTo>
                <a:lnTo>
                  <a:pt x="0" y="0"/>
                </a:lnTo>
                <a:lnTo>
                  <a:pt x="0" y="6907594"/>
                </a:lnTo>
                <a:lnTo>
                  <a:pt x="3807714" y="6907594"/>
                </a:lnTo>
                <a:lnTo>
                  <a:pt x="3807714" y="4469638"/>
                </a:lnTo>
                <a:cubicBezTo>
                  <a:pt x="3807714" y="4468368"/>
                  <a:pt x="3807905" y="4467162"/>
                  <a:pt x="3807905" y="4465892"/>
                </a:cubicBezTo>
                <a:cubicBezTo>
                  <a:pt x="3809619" y="4446016"/>
                  <a:pt x="3811461" y="4426077"/>
                  <a:pt x="3812794" y="4406392"/>
                </a:cubicBezTo>
                <a:cubicBezTo>
                  <a:pt x="3814381" y="4382326"/>
                  <a:pt x="3815969" y="4358069"/>
                  <a:pt x="3817493" y="4333748"/>
                </a:cubicBezTo>
                <a:cubicBezTo>
                  <a:pt x="3821811" y="4265105"/>
                  <a:pt x="3829368" y="4196525"/>
                  <a:pt x="3843846" y="4129342"/>
                </a:cubicBezTo>
                <a:cubicBezTo>
                  <a:pt x="3850005" y="4101020"/>
                  <a:pt x="3856990" y="4074033"/>
                  <a:pt x="3864420" y="4047681"/>
                </a:cubicBezTo>
                <a:cubicBezTo>
                  <a:pt x="3864547" y="4047236"/>
                  <a:pt x="3864674" y="4046792"/>
                  <a:pt x="3864801" y="4046411"/>
                </a:cubicBezTo>
                <a:cubicBezTo>
                  <a:pt x="4004564" y="3644837"/>
                  <a:pt x="4331081" y="3472370"/>
                  <a:pt x="4455859" y="3428238"/>
                </a:cubicBezTo>
                <a:cubicBezTo>
                  <a:pt x="4467035" y="3424301"/>
                  <a:pt x="4467035" y="3408299"/>
                  <a:pt x="4455859" y="3404362"/>
                </a:cubicBezTo>
              </a:path>
            </a:pathLst>
          </a:custGeom>
          <a:solidFill>
            <a:srgbClr val="00387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475F30A7-B55F-42F3-797F-C9167BF803B7}"/>
              </a:ext>
            </a:extLst>
          </p:cNvPr>
          <p:cNvSpPr/>
          <p:nvPr/>
        </p:nvSpPr>
        <p:spPr>
          <a:xfrm>
            <a:off x="-6603" y="-39941"/>
            <a:ext cx="4691633" cy="6907593"/>
          </a:xfrm>
          <a:custGeom>
            <a:avLst/>
            <a:gdLst>
              <a:gd name="connsiteX0" fmla="*/ 4683316 w 4691633"/>
              <a:gd name="connsiteY0" fmla="*/ 3404235 h 6907593"/>
              <a:gd name="connsiteX1" fmla="*/ 4170998 w 4691633"/>
              <a:gd name="connsiteY1" fmla="*/ 2795842 h 6907593"/>
              <a:gd name="connsiteX2" fmla="*/ 4164648 w 4691633"/>
              <a:gd name="connsiteY2" fmla="*/ 2775966 h 6907593"/>
              <a:gd name="connsiteX3" fmla="*/ 4114991 w 4691633"/>
              <a:gd name="connsiteY3" fmla="*/ 2491613 h 6907593"/>
              <a:gd name="connsiteX4" fmla="*/ 4110609 w 4691633"/>
              <a:gd name="connsiteY4" fmla="*/ 2423668 h 6907593"/>
              <a:gd name="connsiteX5" fmla="*/ 4110609 w 4691633"/>
              <a:gd name="connsiteY5" fmla="*/ 0 h 6907593"/>
              <a:gd name="connsiteX6" fmla="*/ 0 w 4691633"/>
              <a:gd name="connsiteY6" fmla="*/ 0 h 6907593"/>
              <a:gd name="connsiteX7" fmla="*/ 0 w 4691633"/>
              <a:gd name="connsiteY7" fmla="*/ 6907594 h 6907593"/>
              <a:gd name="connsiteX8" fmla="*/ 4110609 w 4691633"/>
              <a:gd name="connsiteY8" fmla="*/ 6907594 h 6907593"/>
              <a:gd name="connsiteX9" fmla="*/ 4110609 w 4691633"/>
              <a:gd name="connsiteY9" fmla="*/ 4469638 h 6907593"/>
              <a:gd name="connsiteX10" fmla="*/ 4110736 w 4691633"/>
              <a:gd name="connsiteY10" fmla="*/ 4465892 h 6907593"/>
              <a:gd name="connsiteX11" fmla="*/ 4115626 w 4691633"/>
              <a:gd name="connsiteY11" fmla="*/ 4406392 h 6907593"/>
              <a:gd name="connsiteX12" fmla="*/ 4120325 w 4691633"/>
              <a:gd name="connsiteY12" fmla="*/ 4333748 h 6907593"/>
              <a:gd name="connsiteX13" fmla="*/ 4146677 w 4691633"/>
              <a:gd name="connsiteY13" fmla="*/ 4129342 h 6907593"/>
              <a:gd name="connsiteX14" fmla="*/ 4167251 w 4691633"/>
              <a:gd name="connsiteY14" fmla="*/ 4047681 h 6907593"/>
              <a:gd name="connsiteX15" fmla="*/ 4167695 w 4691633"/>
              <a:gd name="connsiteY15" fmla="*/ 4046411 h 6907593"/>
              <a:gd name="connsiteX16" fmla="*/ 4683252 w 4691633"/>
              <a:gd name="connsiteY16" fmla="*/ 3428238 h 6907593"/>
              <a:gd name="connsiteX17" fmla="*/ 4683252 w 4691633"/>
              <a:gd name="connsiteY17" fmla="*/ 3404362 h 69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691633" h="6907593">
                <a:moveTo>
                  <a:pt x="4683316" y="3404235"/>
                </a:moveTo>
                <a:cubicBezTo>
                  <a:pt x="4559491" y="3360484"/>
                  <a:pt x="4313936" y="3190558"/>
                  <a:pt x="4170998" y="2795842"/>
                </a:cubicBezTo>
                <a:cubicBezTo>
                  <a:pt x="4168902" y="2789238"/>
                  <a:pt x="4166743" y="2782570"/>
                  <a:pt x="4164648" y="2775966"/>
                </a:cubicBezTo>
                <a:cubicBezTo>
                  <a:pt x="4139057" y="2683256"/>
                  <a:pt x="4121023" y="2587498"/>
                  <a:pt x="4114991" y="2491613"/>
                </a:cubicBezTo>
                <a:cubicBezTo>
                  <a:pt x="4113530" y="2468817"/>
                  <a:pt x="4112070" y="2446147"/>
                  <a:pt x="4110609" y="2423668"/>
                </a:cubicBezTo>
                <a:lnTo>
                  <a:pt x="4110609" y="0"/>
                </a:lnTo>
                <a:lnTo>
                  <a:pt x="0" y="0"/>
                </a:lnTo>
                <a:lnTo>
                  <a:pt x="0" y="6907594"/>
                </a:lnTo>
                <a:lnTo>
                  <a:pt x="4110609" y="6907594"/>
                </a:lnTo>
                <a:lnTo>
                  <a:pt x="4110609" y="4469638"/>
                </a:lnTo>
                <a:cubicBezTo>
                  <a:pt x="4110609" y="4468368"/>
                  <a:pt x="4110736" y="4467162"/>
                  <a:pt x="4110736" y="4465892"/>
                </a:cubicBezTo>
                <a:cubicBezTo>
                  <a:pt x="4112451" y="4446016"/>
                  <a:pt x="4114292" y="4426077"/>
                  <a:pt x="4115626" y="4406392"/>
                </a:cubicBezTo>
                <a:cubicBezTo>
                  <a:pt x="4117213" y="4382326"/>
                  <a:pt x="4118801" y="4358069"/>
                  <a:pt x="4120325" y="4333748"/>
                </a:cubicBezTo>
                <a:cubicBezTo>
                  <a:pt x="4124643" y="4265105"/>
                  <a:pt x="4132199" y="4196525"/>
                  <a:pt x="4146677" y="4129342"/>
                </a:cubicBezTo>
                <a:cubicBezTo>
                  <a:pt x="4152837" y="4101020"/>
                  <a:pt x="4159885" y="4074033"/>
                  <a:pt x="4167251" y="4047681"/>
                </a:cubicBezTo>
                <a:cubicBezTo>
                  <a:pt x="4167378" y="4047236"/>
                  <a:pt x="4167505" y="4046792"/>
                  <a:pt x="4167695" y="4046411"/>
                </a:cubicBezTo>
                <a:cubicBezTo>
                  <a:pt x="4307459" y="3644837"/>
                  <a:pt x="4558475" y="3472370"/>
                  <a:pt x="4683252" y="3428238"/>
                </a:cubicBezTo>
                <a:cubicBezTo>
                  <a:pt x="4694428" y="3424301"/>
                  <a:pt x="4694428" y="3408299"/>
                  <a:pt x="4683252" y="3404362"/>
                </a:cubicBezTo>
              </a:path>
            </a:pathLst>
          </a:custGeom>
          <a:blipFill dpi="0" rotWithShape="1">
            <a:blip r:embed="rId2"/>
            <a:srcRect/>
            <a:stretch>
              <a:fillRect l="-74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AEBE3535-DD1B-3656-D31E-9F2AEB8FDC22}"/>
              </a:ext>
            </a:extLst>
          </p:cNvPr>
          <p:cNvSpPr/>
          <p:nvPr/>
        </p:nvSpPr>
        <p:spPr>
          <a:xfrm>
            <a:off x="6255892" y="1045083"/>
            <a:ext cx="5147055" cy="862330"/>
          </a:xfrm>
          <a:custGeom>
            <a:avLst/>
            <a:gdLst>
              <a:gd name="connsiteX0" fmla="*/ 5146421 w 5147055"/>
              <a:gd name="connsiteY0" fmla="*/ 434277 h 862330"/>
              <a:gd name="connsiteX1" fmla="*/ 5147056 w 5147055"/>
              <a:gd name="connsiteY1" fmla="*/ 431038 h 862330"/>
              <a:gd name="connsiteX2" fmla="*/ 5146358 w 5147055"/>
              <a:gd name="connsiteY2" fmla="*/ 427799 h 862330"/>
              <a:gd name="connsiteX3" fmla="*/ 5146358 w 5147055"/>
              <a:gd name="connsiteY3" fmla="*/ 427799 h 862330"/>
              <a:gd name="connsiteX4" fmla="*/ 5145914 w 5147055"/>
              <a:gd name="connsiteY4" fmla="*/ 427165 h 862330"/>
              <a:gd name="connsiteX5" fmla="*/ 5144516 w 5147055"/>
              <a:gd name="connsiteY5" fmla="*/ 425132 h 862330"/>
              <a:gd name="connsiteX6" fmla="*/ 5142865 w 5147055"/>
              <a:gd name="connsiteY6" fmla="*/ 424053 h 862330"/>
              <a:gd name="connsiteX7" fmla="*/ 5141786 w 5147055"/>
              <a:gd name="connsiteY7" fmla="*/ 423355 h 862330"/>
              <a:gd name="connsiteX8" fmla="*/ 5037075 w 5147055"/>
              <a:gd name="connsiteY8" fmla="*/ 334201 h 862330"/>
              <a:gd name="connsiteX9" fmla="*/ 5016945 w 5147055"/>
              <a:gd name="connsiteY9" fmla="*/ 266954 h 862330"/>
              <a:gd name="connsiteX10" fmla="*/ 5016945 w 5147055"/>
              <a:gd name="connsiteY10" fmla="*/ 102108 h 862330"/>
              <a:gd name="connsiteX11" fmla="*/ 4914837 w 5147055"/>
              <a:gd name="connsiteY11" fmla="*/ 0 h 862330"/>
              <a:gd name="connsiteX12" fmla="*/ 0 w 5147055"/>
              <a:gd name="connsiteY12" fmla="*/ 0 h 862330"/>
              <a:gd name="connsiteX13" fmla="*/ 0 w 5147055"/>
              <a:gd name="connsiteY13" fmla="*/ 862330 h 862330"/>
              <a:gd name="connsiteX14" fmla="*/ 4914837 w 5147055"/>
              <a:gd name="connsiteY14" fmla="*/ 862330 h 862330"/>
              <a:gd name="connsiteX15" fmla="*/ 5016945 w 5147055"/>
              <a:gd name="connsiteY15" fmla="*/ 760222 h 862330"/>
              <a:gd name="connsiteX16" fmla="*/ 5016945 w 5147055"/>
              <a:gd name="connsiteY16" fmla="*/ 595376 h 862330"/>
              <a:gd name="connsiteX17" fmla="*/ 5037138 w 5147055"/>
              <a:gd name="connsiteY17" fmla="*/ 528066 h 862330"/>
              <a:gd name="connsiteX18" fmla="*/ 5141913 w 5147055"/>
              <a:gd name="connsiteY18" fmla="*/ 439102 h 862330"/>
              <a:gd name="connsiteX19" fmla="*/ 5142739 w 5147055"/>
              <a:gd name="connsiteY19" fmla="*/ 438531 h 862330"/>
              <a:gd name="connsiteX20" fmla="*/ 5143627 w 5147055"/>
              <a:gd name="connsiteY20" fmla="*/ 437896 h 862330"/>
              <a:gd name="connsiteX21" fmla="*/ 5146358 w 5147055"/>
              <a:gd name="connsiteY21" fmla="*/ 434594 h 862330"/>
              <a:gd name="connsiteX22" fmla="*/ 5146421 w 5147055"/>
              <a:gd name="connsiteY22" fmla="*/ 434530 h 862330"/>
              <a:gd name="connsiteX23" fmla="*/ 5146421 w 5147055"/>
              <a:gd name="connsiteY23" fmla="*/ 434530 h 862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47055" h="862330">
                <a:moveTo>
                  <a:pt x="5146421" y="434277"/>
                </a:moveTo>
                <a:cubicBezTo>
                  <a:pt x="5146866" y="433260"/>
                  <a:pt x="5147056" y="432118"/>
                  <a:pt x="5147056" y="431038"/>
                </a:cubicBezTo>
                <a:cubicBezTo>
                  <a:pt x="5147056" y="429895"/>
                  <a:pt x="5146802" y="428816"/>
                  <a:pt x="5146358" y="427799"/>
                </a:cubicBezTo>
                <a:cubicBezTo>
                  <a:pt x="5146358" y="427799"/>
                  <a:pt x="5146358" y="427799"/>
                  <a:pt x="5146358" y="427799"/>
                </a:cubicBezTo>
                <a:cubicBezTo>
                  <a:pt x="5146231" y="427546"/>
                  <a:pt x="5146040" y="427355"/>
                  <a:pt x="5145914" y="427165"/>
                </a:cubicBezTo>
                <a:cubicBezTo>
                  <a:pt x="5145532" y="426466"/>
                  <a:pt x="5145088" y="425704"/>
                  <a:pt x="5144516" y="425132"/>
                </a:cubicBezTo>
                <a:cubicBezTo>
                  <a:pt x="5144008" y="424688"/>
                  <a:pt x="5143437" y="424371"/>
                  <a:pt x="5142865" y="424053"/>
                </a:cubicBezTo>
                <a:cubicBezTo>
                  <a:pt x="5142484" y="423863"/>
                  <a:pt x="5142230" y="423482"/>
                  <a:pt x="5141786" y="423355"/>
                </a:cubicBezTo>
                <a:cubicBezTo>
                  <a:pt x="5102416" y="407162"/>
                  <a:pt x="5063173" y="372872"/>
                  <a:pt x="5037075" y="334201"/>
                </a:cubicBezTo>
                <a:cubicBezTo>
                  <a:pt x="5023739" y="314388"/>
                  <a:pt x="5016945" y="290830"/>
                  <a:pt x="5016945" y="266954"/>
                </a:cubicBezTo>
                <a:lnTo>
                  <a:pt x="5016945" y="102108"/>
                </a:lnTo>
                <a:cubicBezTo>
                  <a:pt x="5016945" y="45720"/>
                  <a:pt x="4971225" y="0"/>
                  <a:pt x="4914837" y="0"/>
                </a:cubicBezTo>
                <a:lnTo>
                  <a:pt x="0" y="0"/>
                </a:lnTo>
                <a:lnTo>
                  <a:pt x="0" y="862330"/>
                </a:lnTo>
                <a:lnTo>
                  <a:pt x="4914837" y="862330"/>
                </a:lnTo>
                <a:cubicBezTo>
                  <a:pt x="4971225" y="862330"/>
                  <a:pt x="5016945" y="816610"/>
                  <a:pt x="5016945" y="760222"/>
                </a:cubicBezTo>
                <a:lnTo>
                  <a:pt x="5016945" y="595376"/>
                </a:lnTo>
                <a:cubicBezTo>
                  <a:pt x="5016945" y="571437"/>
                  <a:pt x="5023676" y="547815"/>
                  <a:pt x="5037138" y="528066"/>
                </a:cubicBezTo>
                <a:cubicBezTo>
                  <a:pt x="5062792" y="490410"/>
                  <a:pt x="5101971" y="456311"/>
                  <a:pt x="5141913" y="439102"/>
                </a:cubicBezTo>
                <a:cubicBezTo>
                  <a:pt x="5142230" y="438976"/>
                  <a:pt x="5142421" y="438721"/>
                  <a:pt x="5142739" y="438531"/>
                </a:cubicBezTo>
                <a:cubicBezTo>
                  <a:pt x="5143056" y="438341"/>
                  <a:pt x="5143310" y="438150"/>
                  <a:pt x="5143627" y="437896"/>
                </a:cubicBezTo>
                <a:cubicBezTo>
                  <a:pt x="5144834" y="437007"/>
                  <a:pt x="5145787" y="435927"/>
                  <a:pt x="5146358" y="434594"/>
                </a:cubicBezTo>
                <a:cubicBezTo>
                  <a:pt x="5146358" y="434594"/>
                  <a:pt x="5146358" y="434594"/>
                  <a:pt x="5146421" y="434530"/>
                </a:cubicBezTo>
                <a:cubicBezTo>
                  <a:pt x="5146421" y="434530"/>
                  <a:pt x="5146421" y="434530"/>
                  <a:pt x="5146421" y="434530"/>
                </a:cubicBezTo>
                <a:close/>
              </a:path>
            </a:pathLst>
          </a:custGeom>
          <a:solidFill>
            <a:srgbClr val="0A1A3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609B309D-349D-0F80-3A29-C19393032B15}"/>
              </a:ext>
            </a:extLst>
          </p:cNvPr>
          <p:cNvSpPr/>
          <p:nvPr/>
        </p:nvSpPr>
        <p:spPr>
          <a:xfrm>
            <a:off x="5720651" y="978598"/>
            <a:ext cx="1070165" cy="1113218"/>
          </a:xfrm>
          <a:custGeom>
            <a:avLst/>
            <a:gdLst>
              <a:gd name="connsiteX0" fmla="*/ 531939 w 1070165"/>
              <a:gd name="connsiteY0" fmla="*/ 1112584 h 1113218"/>
              <a:gd name="connsiteX1" fmla="*/ 535178 w 1070165"/>
              <a:gd name="connsiteY1" fmla="*/ 1113219 h 1113218"/>
              <a:gd name="connsiteX2" fmla="*/ 538416 w 1070165"/>
              <a:gd name="connsiteY2" fmla="*/ 1112520 h 1113218"/>
              <a:gd name="connsiteX3" fmla="*/ 538416 w 1070165"/>
              <a:gd name="connsiteY3" fmla="*/ 1112520 h 1113218"/>
              <a:gd name="connsiteX4" fmla="*/ 539052 w 1070165"/>
              <a:gd name="connsiteY4" fmla="*/ 1112075 h 1113218"/>
              <a:gd name="connsiteX5" fmla="*/ 541083 w 1070165"/>
              <a:gd name="connsiteY5" fmla="*/ 1110678 h 1113218"/>
              <a:gd name="connsiteX6" fmla="*/ 542163 w 1070165"/>
              <a:gd name="connsiteY6" fmla="*/ 1109028 h 1113218"/>
              <a:gd name="connsiteX7" fmla="*/ 542861 w 1070165"/>
              <a:gd name="connsiteY7" fmla="*/ 1107948 h 1113218"/>
              <a:gd name="connsiteX8" fmla="*/ 631634 w 1070165"/>
              <a:gd name="connsiteY8" fmla="*/ 1003491 h 1113218"/>
              <a:gd name="connsiteX9" fmla="*/ 699262 w 1070165"/>
              <a:gd name="connsiteY9" fmla="*/ 983107 h 1113218"/>
              <a:gd name="connsiteX10" fmla="*/ 1005015 w 1070165"/>
              <a:gd name="connsiteY10" fmla="*/ 983107 h 1113218"/>
              <a:gd name="connsiteX11" fmla="*/ 1070166 w 1070165"/>
              <a:gd name="connsiteY11" fmla="*/ 917956 h 1113218"/>
              <a:gd name="connsiteX12" fmla="*/ 1070166 w 1070165"/>
              <a:gd name="connsiteY12" fmla="*/ 65151 h 1113218"/>
              <a:gd name="connsiteX13" fmla="*/ 1005015 w 1070165"/>
              <a:gd name="connsiteY13" fmla="*/ 0 h 1113218"/>
              <a:gd name="connsiteX14" fmla="*/ 65151 w 1070165"/>
              <a:gd name="connsiteY14" fmla="*/ 0 h 1113218"/>
              <a:gd name="connsiteX15" fmla="*/ 0 w 1070165"/>
              <a:gd name="connsiteY15" fmla="*/ 65151 h 1113218"/>
              <a:gd name="connsiteX16" fmla="*/ 0 w 1070165"/>
              <a:gd name="connsiteY16" fmla="*/ 917956 h 1113218"/>
              <a:gd name="connsiteX17" fmla="*/ 65151 w 1070165"/>
              <a:gd name="connsiteY17" fmla="*/ 983107 h 1113218"/>
              <a:gd name="connsiteX18" fmla="*/ 370903 w 1070165"/>
              <a:gd name="connsiteY18" fmla="*/ 983107 h 1113218"/>
              <a:gd name="connsiteX19" fmla="*/ 438595 w 1070165"/>
              <a:gd name="connsiteY19" fmla="*/ 1003554 h 1113218"/>
              <a:gd name="connsiteX20" fmla="*/ 527240 w 1070165"/>
              <a:gd name="connsiteY20" fmla="*/ 1108139 h 1113218"/>
              <a:gd name="connsiteX21" fmla="*/ 527812 w 1070165"/>
              <a:gd name="connsiteY21" fmla="*/ 1108964 h 1113218"/>
              <a:gd name="connsiteX22" fmla="*/ 528447 w 1070165"/>
              <a:gd name="connsiteY22" fmla="*/ 1109853 h 1113218"/>
              <a:gd name="connsiteX23" fmla="*/ 531749 w 1070165"/>
              <a:gd name="connsiteY23" fmla="*/ 1112584 h 1113218"/>
              <a:gd name="connsiteX24" fmla="*/ 531813 w 1070165"/>
              <a:gd name="connsiteY24" fmla="*/ 1112647 h 1113218"/>
              <a:gd name="connsiteX25" fmla="*/ 531813 w 1070165"/>
              <a:gd name="connsiteY25" fmla="*/ 1112647 h 111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70165" h="1113218">
                <a:moveTo>
                  <a:pt x="531939" y="1112584"/>
                </a:moveTo>
                <a:cubicBezTo>
                  <a:pt x="532955" y="1113028"/>
                  <a:pt x="534098" y="1113219"/>
                  <a:pt x="535178" y="1113219"/>
                </a:cubicBezTo>
                <a:cubicBezTo>
                  <a:pt x="536321" y="1113219"/>
                  <a:pt x="537401" y="1112965"/>
                  <a:pt x="538416" y="1112520"/>
                </a:cubicBezTo>
                <a:cubicBezTo>
                  <a:pt x="538416" y="1112520"/>
                  <a:pt x="538416" y="1112520"/>
                  <a:pt x="538416" y="1112520"/>
                </a:cubicBezTo>
                <a:cubicBezTo>
                  <a:pt x="538670" y="1112393"/>
                  <a:pt x="538861" y="1112203"/>
                  <a:pt x="539052" y="1112075"/>
                </a:cubicBezTo>
                <a:cubicBezTo>
                  <a:pt x="539750" y="1111695"/>
                  <a:pt x="540512" y="1111250"/>
                  <a:pt x="541083" y="1110678"/>
                </a:cubicBezTo>
                <a:cubicBezTo>
                  <a:pt x="541528" y="1110171"/>
                  <a:pt x="541845" y="1109599"/>
                  <a:pt x="542163" y="1109028"/>
                </a:cubicBezTo>
                <a:cubicBezTo>
                  <a:pt x="542353" y="1108647"/>
                  <a:pt x="542734" y="1108393"/>
                  <a:pt x="542861" y="1107948"/>
                </a:cubicBezTo>
                <a:cubicBezTo>
                  <a:pt x="558990" y="1068705"/>
                  <a:pt x="593090" y="1029525"/>
                  <a:pt x="631634" y="1003491"/>
                </a:cubicBezTo>
                <a:cubicBezTo>
                  <a:pt x="651573" y="990028"/>
                  <a:pt x="675195" y="983107"/>
                  <a:pt x="699262" y="983107"/>
                </a:cubicBezTo>
                <a:lnTo>
                  <a:pt x="1005015" y="983107"/>
                </a:lnTo>
                <a:cubicBezTo>
                  <a:pt x="1040955" y="983107"/>
                  <a:pt x="1070166" y="953961"/>
                  <a:pt x="1070166" y="917956"/>
                </a:cubicBezTo>
                <a:lnTo>
                  <a:pt x="1070166" y="65151"/>
                </a:lnTo>
                <a:cubicBezTo>
                  <a:pt x="1070166" y="29210"/>
                  <a:pt x="1041019" y="0"/>
                  <a:pt x="1005015" y="0"/>
                </a:cubicBezTo>
                <a:lnTo>
                  <a:pt x="65151" y="0"/>
                </a:lnTo>
                <a:cubicBezTo>
                  <a:pt x="29210" y="0"/>
                  <a:pt x="0" y="29146"/>
                  <a:pt x="0" y="65151"/>
                </a:cubicBezTo>
                <a:lnTo>
                  <a:pt x="0" y="917956"/>
                </a:lnTo>
                <a:cubicBezTo>
                  <a:pt x="0" y="953897"/>
                  <a:pt x="29146" y="983107"/>
                  <a:pt x="65151" y="983107"/>
                </a:cubicBezTo>
                <a:lnTo>
                  <a:pt x="370903" y="983107"/>
                </a:lnTo>
                <a:cubicBezTo>
                  <a:pt x="394970" y="983107"/>
                  <a:pt x="418719" y="989965"/>
                  <a:pt x="438595" y="1003554"/>
                </a:cubicBezTo>
                <a:cubicBezTo>
                  <a:pt x="476123" y="1029208"/>
                  <a:pt x="510095" y="1068324"/>
                  <a:pt x="527240" y="1108139"/>
                </a:cubicBezTo>
                <a:cubicBezTo>
                  <a:pt x="527367" y="1108456"/>
                  <a:pt x="527621" y="1108647"/>
                  <a:pt x="527812" y="1108964"/>
                </a:cubicBezTo>
                <a:cubicBezTo>
                  <a:pt x="528002" y="1109281"/>
                  <a:pt x="528193" y="1109536"/>
                  <a:pt x="528447" y="1109853"/>
                </a:cubicBezTo>
                <a:cubicBezTo>
                  <a:pt x="529336" y="1111059"/>
                  <a:pt x="530415" y="1112012"/>
                  <a:pt x="531749" y="1112584"/>
                </a:cubicBezTo>
                <a:cubicBezTo>
                  <a:pt x="531749" y="1112584"/>
                  <a:pt x="531749" y="1112584"/>
                  <a:pt x="531813" y="1112647"/>
                </a:cubicBezTo>
                <a:cubicBezTo>
                  <a:pt x="531813" y="1112647"/>
                  <a:pt x="531813" y="1112647"/>
                  <a:pt x="531813" y="1112647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4" name="object 118">
            <a:extLst>
              <a:ext uri="{FF2B5EF4-FFF2-40B4-BE49-F238E27FC236}">
                <a16:creationId xmlns:a16="http://schemas.microsoft.com/office/drawing/2014/main" id="{A5A0DA8F-EC0F-A429-E6B2-49A148118703}"/>
              </a:ext>
            </a:extLst>
          </p:cNvPr>
          <p:cNvSpPr txBox="1"/>
          <p:nvPr/>
        </p:nvSpPr>
        <p:spPr>
          <a:xfrm>
            <a:off x="7103151" y="11885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15" name="object 118">
            <a:extLst>
              <a:ext uri="{FF2B5EF4-FFF2-40B4-BE49-F238E27FC236}">
                <a16:creationId xmlns:a16="http://schemas.microsoft.com/office/drawing/2014/main" id="{14013FEE-0E13-84CE-BA02-765C386D3F31}"/>
              </a:ext>
            </a:extLst>
          </p:cNvPr>
          <p:cNvSpPr txBox="1"/>
          <p:nvPr/>
        </p:nvSpPr>
        <p:spPr>
          <a:xfrm>
            <a:off x="7103151" y="22299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16" name="object 118">
            <a:extLst>
              <a:ext uri="{FF2B5EF4-FFF2-40B4-BE49-F238E27FC236}">
                <a16:creationId xmlns:a16="http://schemas.microsoft.com/office/drawing/2014/main" id="{9573036C-E95A-A314-BBFD-EEA6CC1C86EC}"/>
              </a:ext>
            </a:extLst>
          </p:cNvPr>
          <p:cNvSpPr txBox="1"/>
          <p:nvPr/>
        </p:nvSpPr>
        <p:spPr>
          <a:xfrm>
            <a:off x="7103151" y="32586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17" name="object 118">
            <a:extLst>
              <a:ext uri="{FF2B5EF4-FFF2-40B4-BE49-F238E27FC236}">
                <a16:creationId xmlns:a16="http://schemas.microsoft.com/office/drawing/2014/main" id="{797D9705-B498-F8C7-D819-1F2E36D773BF}"/>
              </a:ext>
            </a:extLst>
          </p:cNvPr>
          <p:cNvSpPr txBox="1"/>
          <p:nvPr/>
        </p:nvSpPr>
        <p:spPr>
          <a:xfrm>
            <a:off x="7103151" y="42873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0D2057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18" name="object 118">
            <a:extLst>
              <a:ext uri="{FF2B5EF4-FFF2-40B4-BE49-F238E27FC236}">
                <a16:creationId xmlns:a16="http://schemas.microsoft.com/office/drawing/2014/main" id="{101CCE4D-E228-1D17-DE28-7CD8DD6FE999}"/>
              </a:ext>
            </a:extLst>
          </p:cNvPr>
          <p:cNvSpPr txBox="1"/>
          <p:nvPr/>
        </p:nvSpPr>
        <p:spPr>
          <a:xfrm>
            <a:off x="7103151" y="5328735"/>
            <a:ext cx="3793449" cy="56292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0D2057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0D2057"/>
              </a:solidFill>
              <a:latin typeface="Libre Franklin" pitchFamily="2" charset="77"/>
              <a:cs typeface="Libre Franklin Medium"/>
            </a:endParaRPr>
          </a:p>
        </p:txBody>
      </p:sp>
      <p:grpSp>
        <p:nvGrpSpPr>
          <p:cNvPr id="19" name="Gráfico 4">
            <a:extLst>
              <a:ext uri="{FF2B5EF4-FFF2-40B4-BE49-F238E27FC236}">
                <a16:creationId xmlns:a16="http://schemas.microsoft.com/office/drawing/2014/main" id="{BD225923-8794-09AE-0DFA-51BEBC88F444}"/>
              </a:ext>
            </a:extLst>
          </p:cNvPr>
          <p:cNvGrpSpPr/>
          <p:nvPr/>
        </p:nvGrpSpPr>
        <p:grpSpPr>
          <a:xfrm>
            <a:off x="5820467" y="2298180"/>
            <a:ext cx="864248" cy="446110"/>
            <a:chOff x="4166742" y="3150171"/>
            <a:chExt cx="1033907" cy="533685"/>
          </a:xfrm>
          <a:noFill/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BFA6E31B-6662-D62F-56FE-2C4ABD54C056}"/>
                </a:ext>
              </a:extLst>
            </p:cNvPr>
            <p:cNvSpPr/>
            <p:nvPr/>
          </p:nvSpPr>
          <p:spPr>
            <a:xfrm>
              <a:off x="4166742" y="3279521"/>
              <a:ext cx="643128" cy="404335"/>
            </a:xfrm>
            <a:custGeom>
              <a:avLst/>
              <a:gdLst>
                <a:gd name="connsiteX0" fmla="*/ 390716 w 643128"/>
                <a:gd name="connsiteY0" fmla="*/ 0 h 404335"/>
                <a:gd name="connsiteX1" fmla="*/ 25845 w 643128"/>
                <a:gd name="connsiteY1" fmla="*/ 0 h 404335"/>
                <a:gd name="connsiteX2" fmla="*/ 0 w 643128"/>
                <a:gd name="connsiteY2" fmla="*/ 25845 h 404335"/>
                <a:gd name="connsiteX3" fmla="*/ 0 w 643128"/>
                <a:gd name="connsiteY3" fmla="*/ 337185 h 404335"/>
                <a:gd name="connsiteX4" fmla="*/ 25908 w 643128"/>
                <a:gd name="connsiteY4" fmla="*/ 363093 h 404335"/>
                <a:gd name="connsiteX5" fmla="*/ 82741 w 643128"/>
                <a:gd name="connsiteY5" fmla="*/ 363093 h 404335"/>
                <a:gd name="connsiteX6" fmla="*/ 86042 w 643128"/>
                <a:gd name="connsiteY6" fmla="*/ 363347 h 404335"/>
                <a:gd name="connsiteX7" fmla="*/ 90107 w 643128"/>
                <a:gd name="connsiteY7" fmla="*/ 363601 h 404335"/>
                <a:gd name="connsiteX8" fmla="*/ 101473 w 643128"/>
                <a:gd name="connsiteY8" fmla="*/ 365061 h 404335"/>
                <a:gd name="connsiteX9" fmla="*/ 106045 w 643128"/>
                <a:gd name="connsiteY9" fmla="*/ 366204 h 404335"/>
                <a:gd name="connsiteX10" fmla="*/ 106045 w 643128"/>
                <a:gd name="connsiteY10" fmla="*/ 366204 h 404335"/>
                <a:gd name="connsiteX11" fmla="*/ 140526 w 643128"/>
                <a:gd name="connsiteY11" fmla="*/ 403860 h 404335"/>
                <a:gd name="connsiteX12" fmla="*/ 141859 w 643128"/>
                <a:gd name="connsiteY12" fmla="*/ 403860 h 404335"/>
                <a:gd name="connsiteX13" fmla="*/ 175832 w 643128"/>
                <a:gd name="connsiteY13" fmla="*/ 366395 h 404335"/>
                <a:gd name="connsiteX14" fmla="*/ 176911 w 643128"/>
                <a:gd name="connsiteY14" fmla="*/ 366077 h 404335"/>
                <a:gd name="connsiteX15" fmla="*/ 192786 w 643128"/>
                <a:gd name="connsiteY15" fmla="*/ 363283 h 404335"/>
                <a:gd name="connsiteX16" fmla="*/ 196596 w 643128"/>
                <a:gd name="connsiteY16" fmla="*/ 363029 h 404335"/>
                <a:gd name="connsiteX17" fmla="*/ 618046 w 643128"/>
                <a:gd name="connsiteY17" fmla="*/ 363029 h 404335"/>
                <a:gd name="connsiteX18" fmla="*/ 643128 w 643128"/>
                <a:gd name="connsiteY18" fmla="*/ 337947 h 404335"/>
                <a:gd name="connsiteX19" fmla="*/ 643128 w 643128"/>
                <a:gd name="connsiteY19" fmla="*/ 237426 h 40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3128" h="404335">
                  <a:moveTo>
                    <a:pt x="390716" y="0"/>
                  </a:moveTo>
                  <a:lnTo>
                    <a:pt x="25845" y="0"/>
                  </a:lnTo>
                  <a:cubicBezTo>
                    <a:pt x="11557" y="0"/>
                    <a:pt x="0" y="11557"/>
                    <a:pt x="0" y="25845"/>
                  </a:cubicBezTo>
                  <a:lnTo>
                    <a:pt x="0" y="337185"/>
                  </a:lnTo>
                  <a:cubicBezTo>
                    <a:pt x="0" y="351536"/>
                    <a:pt x="11621" y="363093"/>
                    <a:pt x="25908" y="363093"/>
                  </a:cubicBezTo>
                  <a:lnTo>
                    <a:pt x="82741" y="363093"/>
                  </a:lnTo>
                  <a:cubicBezTo>
                    <a:pt x="83820" y="363220"/>
                    <a:pt x="84963" y="363283"/>
                    <a:pt x="86042" y="363347"/>
                  </a:cubicBezTo>
                  <a:cubicBezTo>
                    <a:pt x="87376" y="363410"/>
                    <a:pt x="88710" y="363538"/>
                    <a:pt x="90107" y="363601"/>
                  </a:cubicBezTo>
                  <a:cubicBezTo>
                    <a:pt x="93916" y="363855"/>
                    <a:pt x="97727" y="364236"/>
                    <a:pt x="101473" y="365061"/>
                  </a:cubicBezTo>
                  <a:cubicBezTo>
                    <a:pt x="103060" y="365379"/>
                    <a:pt x="104585" y="365823"/>
                    <a:pt x="106045" y="366204"/>
                  </a:cubicBezTo>
                  <a:cubicBezTo>
                    <a:pt x="106045" y="366204"/>
                    <a:pt x="106045" y="366204"/>
                    <a:pt x="106045" y="366204"/>
                  </a:cubicBezTo>
                  <a:cubicBezTo>
                    <a:pt x="128460" y="374015"/>
                    <a:pt x="138049" y="396875"/>
                    <a:pt x="140526" y="403860"/>
                  </a:cubicBezTo>
                  <a:cubicBezTo>
                    <a:pt x="140779" y="404495"/>
                    <a:pt x="141605" y="404495"/>
                    <a:pt x="141859" y="403860"/>
                  </a:cubicBezTo>
                  <a:cubicBezTo>
                    <a:pt x="144272" y="397002"/>
                    <a:pt x="153797" y="374332"/>
                    <a:pt x="175832" y="366395"/>
                  </a:cubicBezTo>
                  <a:cubicBezTo>
                    <a:pt x="176213" y="366268"/>
                    <a:pt x="176530" y="366141"/>
                    <a:pt x="176911" y="366077"/>
                  </a:cubicBezTo>
                  <a:cubicBezTo>
                    <a:pt x="182054" y="364680"/>
                    <a:pt x="187389" y="363664"/>
                    <a:pt x="192786" y="363283"/>
                  </a:cubicBezTo>
                  <a:cubicBezTo>
                    <a:pt x="194056" y="363220"/>
                    <a:pt x="195326" y="363093"/>
                    <a:pt x="196596" y="363029"/>
                  </a:cubicBezTo>
                  <a:lnTo>
                    <a:pt x="618046" y="363029"/>
                  </a:lnTo>
                  <a:cubicBezTo>
                    <a:pt x="631889" y="363029"/>
                    <a:pt x="643128" y="351790"/>
                    <a:pt x="643128" y="337947"/>
                  </a:cubicBezTo>
                  <a:lnTo>
                    <a:pt x="643128" y="237426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04F5C2A-12CC-6EFB-7AD2-E9B65E1885BE}"/>
                </a:ext>
              </a:extLst>
            </p:cNvPr>
            <p:cNvSpPr/>
            <p:nvPr/>
          </p:nvSpPr>
          <p:spPr>
            <a:xfrm>
              <a:off x="4557521" y="3150171"/>
              <a:ext cx="643128" cy="404463"/>
            </a:xfrm>
            <a:custGeom>
              <a:avLst/>
              <a:gdLst>
                <a:gd name="connsiteX0" fmla="*/ 643128 w 643128"/>
                <a:gd name="connsiteY0" fmla="*/ 25971 h 404463"/>
                <a:gd name="connsiteX1" fmla="*/ 643128 w 643128"/>
                <a:gd name="connsiteY1" fmla="*/ 337312 h 404463"/>
                <a:gd name="connsiteX2" fmla="*/ 617220 w 643128"/>
                <a:gd name="connsiteY2" fmla="*/ 363220 h 404463"/>
                <a:gd name="connsiteX3" fmla="*/ 560388 w 643128"/>
                <a:gd name="connsiteY3" fmla="*/ 363220 h 404463"/>
                <a:gd name="connsiteX4" fmla="*/ 557086 w 643128"/>
                <a:gd name="connsiteY4" fmla="*/ 363474 h 404463"/>
                <a:gd name="connsiteX5" fmla="*/ 553022 w 643128"/>
                <a:gd name="connsiteY5" fmla="*/ 363728 h 404463"/>
                <a:gd name="connsiteX6" fmla="*/ 541655 w 643128"/>
                <a:gd name="connsiteY6" fmla="*/ 365188 h 404463"/>
                <a:gd name="connsiteX7" fmla="*/ 537083 w 643128"/>
                <a:gd name="connsiteY7" fmla="*/ 366332 h 404463"/>
                <a:gd name="connsiteX8" fmla="*/ 537083 w 643128"/>
                <a:gd name="connsiteY8" fmla="*/ 366332 h 404463"/>
                <a:gd name="connsiteX9" fmla="*/ 502603 w 643128"/>
                <a:gd name="connsiteY9" fmla="*/ 403987 h 404463"/>
                <a:gd name="connsiteX10" fmla="*/ 501269 w 643128"/>
                <a:gd name="connsiteY10" fmla="*/ 403987 h 404463"/>
                <a:gd name="connsiteX11" fmla="*/ 467297 w 643128"/>
                <a:gd name="connsiteY11" fmla="*/ 366522 h 404463"/>
                <a:gd name="connsiteX12" fmla="*/ 466217 w 643128"/>
                <a:gd name="connsiteY12" fmla="*/ 366205 h 404463"/>
                <a:gd name="connsiteX13" fmla="*/ 450342 w 643128"/>
                <a:gd name="connsiteY13" fmla="*/ 363411 h 404463"/>
                <a:gd name="connsiteX14" fmla="*/ 446532 w 643128"/>
                <a:gd name="connsiteY14" fmla="*/ 363157 h 404463"/>
                <a:gd name="connsiteX15" fmla="*/ 25083 w 643128"/>
                <a:gd name="connsiteY15" fmla="*/ 363157 h 404463"/>
                <a:gd name="connsiteX16" fmla="*/ 0 w 643128"/>
                <a:gd name="connsiteY16" fmla="*/ 338074 h 404463"/>
                <a:gd name="connsiteX17" fmla="*/ 0 w 643128"/>
                <a:gd name="connsiteY17" fmla="*/ 25464 h 404463"/>
                <a:gd name="connsiteX18" fmla="*/ 25464 w 643128"/>
                <a:gd name="connsiteY18" fmla="*/ 0 h 404463"/>
                <a:gd name="connsiteX19" fmla="*/ 617284 w 643128"/>
                <a:gd name="connsiteY19" fmla="*/ 0 h 404463"/>
                <a:gd name="connsiteX20" fmla="*/ 643128 w 643128"/>
                <a:gd name="connsiteY20" fmla="*/ 25845 h 40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3128" h="404463">
                  <a:moveTo>
                    <a:pt x="643128" y="25971"/>
                  </a:moveTo>
                  <a:lnTo>
                    <a:pt x="643128" y="337312"/>
                  </a:lnTo>
                  <a:cubicBezTo>
                    <a:pt x="643128" y="351663"/>
                    <a:pt x="631508" y="363220"/>
                    <a:pt x="617220" y="363220"/>
                  </a:cubicBezTo>
                  <a:lnTo>
                    <a:pt x="560388" y="363220"/>
                  </a:lnTo>
                  <a:cubicBezTo>
                    <a:pt x="559308" y="363347"/>
                    <a:pt x="558165" y="363411"/>
                    <a:pt x="557086" y="363474"/>
                  </a:cubicBezTo>
                  <a:cubicBezTo>
                    <a:pt x="555752" y="363538"/>
                    <a:pt x="554419" y="363664"/>
                    <a:pt x="553022" y="363728"/>
                  </a:cubicBezTo>
                  <a:cubicBezTo>
                    <a:pt x="549212" y="363982"/>
                    <a:pt x="545402" y="364363"/>
                    <a:pt x="541655" y="365188"/>
                  </a:cubicBezTo>
                  <a:cubicBezTo>
                    <a:pt x="540068" y="365506"/>
                    <a:pt x="538544" y="365950"/>
                    <a:pt x="537083" y="366332"/>
                  </a:cubicBezTo>
                  <a:cubicBezTo>
                    <a:pt x="537083" y="366332"/>
                    <a:pt x="537083" y="366332"/>
                    <a:pt x="537083" y="366332"/>
                  </a:cubicBezTo>
                  <a:cubicBezTo>
                    <a:pt x="514668" y="374142"/>
                    <a:pt x="505079" y="397002"/>
                    <a:pt x="502603" y="403987"/>
                  </a:cubicBezTo>
                  <a:cubicBezTo>
                    <a:pt x="502349" y="404622"/>
                    <a:pt x="501523" y="404622"/>
                    <a:pt x="501269" y="403987"/>
                  </a:cubicBezTo>
                  <a:cubicBezTo>
                    <a:pt x="498856" y="397129"/>
                    <a:pt x="489331" y="374460"/>
                    <a:pt x="467297" y="366522"/>
                  </a:cubicBezTo>
                  <a:cubicBezTo>
                    <a:pt x="466916" y="366395"/>
                    <a:pt x="466598" y="366268"/>
                    <a:pt x="466217" y="366205"/>
                  </a:cubicBezTo>
                  <a:cubicBezTo>
                    <a:pt x="461074" y="364807"/>
                    <a:pt x="455740" y="363792"/>
                    <a:pt x="450342" y="363411"/>
                  </a:cubicBezTo>
                  <a:cubicBezTo>
                    <a:pt x="449072" y="363347"/>
                    <a:pt x="447802" y="363220"/>
                    <a:pt x="446532" y="363157"/>
                  </a:cubicBezTo>
                  <a:lnTo>
                    <a:pt x="25083" y="363157"/>
                  </a:lnTo>
                  <a:cubicBezTo>
                    <a:pt x="11240" y="363157"/>
                    <a:pt x="0" y="351917"/>
                    <a:pt x="0" y="338074"/>
                  </a:cubicBezTo>
                  <a:lnTo>
                    <a:pt x="0" y="25464"/>
                  </a:lnTo>
                  <a:cubicBezTo>
                    <a:pt x="0" y="11367"/>
                    <a:pt x="11430" y="0"/>
                    <a:pt x="25464" y="0"/>
                  </a:cubicBezTo>
                  <a:lnTo>
                    <a:pt x="617284" y="0"/>
                  </a:lnTo>
                  <a:cubicBezTo>
                    <a:pt x="631571" y="0"/>
                    <a:pt x="643128" y="11557"/>
                    <a:pt x="643128" y="25845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5AD16D8-9E21-C352-187E-DA34ED15380F}"/>
                </a:ext>
              </a:extLst>
            </p:cNvPr>
            <p:cNvSpPr/>
            <p:nvPr/>
          </p:nvSpPr>
          <p:spPr>
            <a:xfrm>
              <a:off x="4660646" y="3291776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32DB6924-5B4B-4F56-CD67-AE8661D69C2A}"/>
                </a:ext>
              </a:extLst>
            </p:cNvPr>
            <p:cNvSpPr/>
            <p:nvPr/>
          </p:nvSpPr>
          <p:spPr>
            <a:xfrm>
              <a:off x="4247007" y="3425571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DCDAB87-A42C-7FB8-C50C-0635819DCA7B}"/>
                </a:ext>
              </a:extLst>
            </p:cNvPr>
            <p:cNvSpPr/>
            <p:nvPr/>
          </p:nvSpPr>
          <p:spPr>
            <a:xfrm>
              <a:off x="4247007" y="3507422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B11AFBFA-CCDA-8ADD-FEA3-BC70098CFC51}"/>
                </a:ext>
              </a:extLst>
            </p:cNvPr>
            <p:cNvSpPr/>
            <p:nvPr/>
          </p:nvSpPr>
          <p:spPr>
            <a:xfrm>
              <a:off x="4660646" y="3394329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6" name="Gráfico 4">
            <a:extLst>
              <a:ext uri="{FF2B5EF4-FFF2-40B4-BE49-F238E27FC236}">
                <a16:creationId xmlns:a16="http://schemas.microsoft.com/office/drawing/2014/main" id="{7CEF5A98-7E5E-B551-3311-A16B37082447}"/>
              </a:ext>
            </a:extLst>
          </p:cNvPr>
          <p:cNvGrpSpPr/>
          <p:nvPr/>
        </p:nvGrpSpPr>
        <p:grpSpPr>
          <a:xfrm>
            <a:off x="5900291" y="1186224"/>
            <a:ext cx="712596" cy="601027"/>
            <a:chOff x="4358894" y="2113026"/>
            <a:chExt cx="712596" cy="601027"/>
          </a:xfrm>
          <a:noFill/>
        </p:grpSpPr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0C7737E8-6EA4-5801-4718-ADCE76CD85AC}"/>
                </a:ext>
              </a:extLst>
            </p:cNvPr>
            <p:cNvSpPr/>
            <p:nvPr/>
          </p:nvSpPr>
          <p:spPr>
            <a:xfrm>
              <a:off x="4358894" y="2113026"/>
              <a:ext cx="712533" cy="601027"/>
            </a:xfrm>
            <a:custGeom>
              <a:avLst/>
              <a:gdLst>
                <a:gd name="connsiteX0" fmla="*/ 356298 w 712533"/>
                <a:gd name="connsiteY0" fmla="*/ 601027 h 601027"/>
                <a:gd name="connsiteX1" fmla="*/ 429768 w 712533"/>
                <a:gd name="connsiteY1" fmla="*/ 540131 h 601027"/>
                <a:gd name="connsiteX2" fmla="*/ 432117 w 712533"/>
                <a:gd name="connsiteY2" fmla="*/ 540131 h 601027"/>
                <a:gd name="connsiteX3" fmla="*/ 712534 w 712533"/>
                <a:gd name="connsiteY3" fmla="*/ 270066 h 601027"/>
                <a:gd name="connsiteX4" fmla="*/ 432117 w 712533"/>
                <a:gd name="connsiteY4" fmla="*/ 0 h 601027"/>
                <a:gd name="connsiteX5" fmla="*/ 280416 w 712533"/>
                <a:gd name="connsiteY5" fmla="*/ 0 h 601027"/>
                <a:gd name="connsiteX6" fmla="*/ 0 w 712533"/>
                <a:gd name="connsiteY6" fmla="*/ 270066 h 601027"/>
                <a:gd name="connsiteX7" fmla="*/ 280416 w 712533"/>
                <a:gd name="connsiteY7" fmla="*/ 540131 h 601027"/>
                <a:gd name="connsiteX8" fmla="*/ 282765 w 712533"/>
                <a:gd name="connsiteY8" fmla="*/ 540131 h 601027"/>
                <a:gd name="connsiteX9" fmla="*/ 356235 w 712533"/>
                <a:gd name="connsiteY9" fmla="*/ 601027 h 601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2533" h="601027">
                  <a:moveTo>
                    <a:pt x="356298" y="601027"/>
                  </a:moveTo>
                  <a:cubicBezTo>
                    <a:pt x="356298" y="540893"/>
                    <a:pt x="429768" y="540131"/>
                    <a:pt x="429768" y="540131"/>
                  </a:cubicBezTo>
                  <a:lnTo>
                    <a:pt x="432117" y="540131"/>
                  </a:lnTo>
                  <a:cubicBezTo>
                    <a:pt x="586994" y="540131"/>
                    <a:pt x="712534" y="419227"/>
                    <a:pt x="712534" y="270066"/>
                  </a:cubicBezTo>
                  <a:cubicBezTo>
                    <a:pt x="712534" y="120904"/>
                    <a:pt x="586994" y="0"/>
                    <a:pt x="432117" y="0"/>
                  </a:cubicBezTo>
                  <a:lnTo>
                    <a:pt x="280416" y="0"/>
                  </a:lnTo>
                  <a:cubicBezTo>
                    <a:pt x="125540" y="0"/>
                    <a:pt x="0" y="120904"/>
                    <a:pt x="0" y="270066"/>
                  </a:cubicBezTo>
                  <a:cubicBezTo>
                    <a:pt x="0" y="419227"/>
                    <a:pt x="125540" y="540131"/>
                    <a:pt x="280416" y="540131"/>
                  </a:cubicBezTo>
                  <a:lnTo>
                    <a:pt x="282765" y="540131"/>
                  </a:lnTo>
                  <a:cubicBezTo>
                    <a:pt x="282765" y="540131"/>
                    <a:pt x="356235" y="540957"/>
                    <a:pt x="356235" y="601027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C899D9A4-2183-F988-E16F-DD06F50A5B85}"/>
                </a:ext>
              </a:extLst>
            </p:cNvPr>
            <p:cNvSpPr/>
            <p:nvPr/>
          </p:nvSpPr>
          <p:spPr>
            <a:xfrm>
              <a:off x="4358894" y="2383028"/>
              <a:ext cx="712596" cy="6350"/>
            </a:xfrm>
            <a:custGeom>
              <a:avLst/>
              <a:gdLst>
                <a:gd name="connsiteX0" fmla="*/ 0 w 712596"/>
                <a:gd name="connsiteY0" fmla="*/ 0 h 6350"/>
                <a:gd name="connsiteX1" fmla="*/ 712597 w 712596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2596" h="6350">
                  <a:moveTo>
                    <a:pt x="0" y="0"/>
                  </a:moveTo>
                  <a:lnTo>
                    <a:pt x="712597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F4A7F511-194A-8BE4-8BE0-A1034ED7F75D}"/>
                </a:ext>
              </a:extLst>
            </p:cNvPr>
            <p:cNvSpPr/>
            <p:nvPr/>
          </p:nvSpPr>
          <p:spPr>
            <a:xfrm>
              <a:off x="4550981" y="2113026"/>
              <a:ext cx="328421" cy="551560"/>
            </a:xfrm>
            <a:custGeom>
              <a:avLst/>
              <a:gdLst>
                <a:gd name="connsiteX0" fmla="*/ 328422 w 328421"/>
                <a:gd name="connsiteY0" fmla="*/ 275780 h 551560"/>
                <a:gd name="connsiteX1" fmla="*/ 164211 w 328421"/>
                <a:gd name="connsiteY1" fmla="*/ 551561 h 551560"/>
                <a:gd name="connsiteX2" fmla="*/ 0 w 328421"/>
                <a:gd name="connsiteY2" fmla="*/ 275780 h 551560"/>
                <a:gd name="connsiteX3" fmla="*/ 164211 w 328421"/>
                <a:gd name="connsiteY3" fmla="*/ 0 h 551560"/>
                <a:gd name="connsiteX4" fmla="*/ 328422 w 328421"/>
                <a:gd name="connsiteY4" fmla="*/ 275780 h 55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421" h="551560">
                  <a:moveTo>
                    <a:pt x="328422" y="275780"/>
                  </a:moveTo>
                  <a:cubicBezTo>
                    <a:pt x="328422" y="428117"/>
                    <a:pt x="254889" y="551561"/>
                    <a:pt x="164211" y="551561"/>
                  </a:cubicBezTo>
                  <a:cubicBezTo>
                    <a:pt x="73533" y="551561"/>
                    <a:pt x="0" y="428054"/>
                    <a:pt x="0" y="275780"/>
                  </a:cubicBezTo>
                  <a:cubicBezTo>
                    <a:pt x="0" y="123507"/>
                    <a:pt x="73533" y="0"/>
                    <a:pt x="164211" y="0"/>
                  </a:cubicBezTo>
                  <a:cubicBezTo>
                    <a:pt x="254889" y="0"/>
                    <a:pt x="328422" y="123507"/>
                    <a:pt x="328422" y="27578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0" name="Gráfico 4">
            <a:extLst>
              <a:ext uri="{FF2B5EF4-FFF2-40B4-BE49-F238E27FC236}">
                <a16:creationId xmlns:a16="http://schemas.microsoft.com/office/drawing/2014/main" id="{8035AE1C-6E7F-BAE0-4664-959C09B7A2F4}"/>
              </a:ext>
            </a:extLst>
          </p:cNvPr>
          <p:cNvGrpSpPr/>
          <p:nvPr/>
        </p:nvGrpSpPr>
        <p:grpSpPr>
          <a:xfrm>
            <a:off x="5817525" y="3246027"/>
            <a:ext cx="870132" cy="592384"/>
            <a:chOff x="5603184" y="3097378"/>
            <a:chExt cx="870132" cy="592384"/>
          </a:xfrm>
          <a:noFill/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A9C5397D-3ADF-8DAA-07AD-24B1791F4EA1}"/>
                </a:ext>
              </a:extLst>
            </p:cNvPr>
            <p:cNvSpPr/>
            <p:nvPr/>
          </p:nvSpPr>
          <p:spPr>
            <a:xfrm>
              <a:off x="5735065" y="3334194"/>
              <a:ext cx="569722" cy="355568"/>
            </a:xfrm>
            <a:custGeom>
              <a:avLst/>
              <a:gdLst>
                <a:gd name="connsiteX0" fmla="*/ 0 w 569722"/>
                <a:gd name="connsiteY0" fmla="*/ 181356 h 355568"/>
                <a:gd name="connsiteX1" fmla="*/ 0 w 569722"/>
                <a:gd name="connsiteY1" fmla="*/ 181546 h 355568"/>
                <a:gd name="connsiteX2" fmla="*/ 137097 w 569722"/>
                <a:gd name="connsiteY2" fmla="*/ 297053 h 355568"/>
                <a:gd name="connsiteX3" fmla="*/ 136970 w 569722"/>
                <a:gd name="connsiteY3" fmla="*/ 297053 h 355568"/>
                <a:gd name="connsiteX4" fmla="*/ 137224 w 569722"/>
                <a:gd name="connsiteY4" fmla="*/ 297053 h 355568"/>
                <a:gd name="connsiteX5" fmla="*/ 141351 w 569722"/>
                <a:gd name="connsiteY5" fmla="*/ 297434 h 355568"/>
                <a:gd name="connsiteX6" fmla="*/ 146368 w 569722"/>
                <a:gd name="connsiteY6" fmla="*/ 297815 h 355568"/>
                <a:gd name="connsiteX7" fmla="*/ 235458 w 569722"/>
                <a:gd name="connsiteY7" fmla="*/ 299910 h 355568"/>
                <a:gd name="connsiteX8" fmla="*/ 241110 w 569722"/>
                <a:gd name="connsiteY8" fmla="*/ 301561 h 355568"/>
                <a:gd name="connsiteX9" fmla="*/ 241173 w 569722"/>
                <a:gd name="connsiteY9" fmla="*/ 301561 h 355568"/>
                <a:gd name="connsiteX10" fmla="*/ 284036 w 569722"/>
                <a:gd name="connsiteY10" fmla="*/ 354902 h 355568"/>
                <a:gd name="connsiteX11" fmla="*/ 285687 w 569722"/>
                <a:gd name="connsiteY11" fmla="*/ 354902 h 355568"/>
                <a:gd name="connsiteX12" fmla="*/ 327851 w 569722"/>
                <a:gd name="connsiteY12" fmla="*/ 301815 h 355568"/>
                <a:gd name="connsiteX13" fmla="*/ 329248 w 569722"/>
                <a:gd name="connsiteY13" fmla="*/ 301308 h 355568"/>
                <a:gd name="connsiteX14" fmla="*/ 348933 w 569722"/>
                <a:gd name="connsiteY14" fmla="*/ 297752 h 355568"/>
                <a:gd name="connsiteX15" fmla="*/ 428562 w 569722"/>
                <a:gd name="connsiteY15" fmla="*/ 297434 h 355568"/>
                <a:gd name="connsiteX16" fmla="*/ 569722 w 569722"/>
                <a:gd name="connsiteY16" fmla="*/ 176974 h 355568"/>
                <a:gd name="connsiteX17" fmla="*/ 569722 w 569722"/>
                <a:gd name="connsiteY17" fmla="*/ 0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355568">
                  <a:moveTo>
                    <a:pt x="0" y="181356"/>
                  </a:moveTo>
                  <a:lnTo>
                    <a:pt x="0" y="181546"/>
                  </a:lnTo>
                  <a:cubicBezTo>
                    <a:pt x="3112" y="251714"/>
                    <a:pt x="-20828" y="297053"/>
                    <a:pt x="137097" y="297053"/>
                  </a:cubicBezTo>
                  <a:lnTo>
                    <a:pt x="136970" y="297053"/>
                  </a:lnTo>
                  <a:cubicBezTo>
                    <a:pt x="136970" y="297053"/>
                    <a:pt x="137160" y="297053"/>
                    <a:pt x="137224" y="297053"/>
                  </a:cubicBezTo>
                  <a:cubicBezTo>
                    <a:pt x="138621" y="297180"/>
                    <a:pt x="139954" y="297307"/>
                    <a:pt x="141351" y="297434"/>
                  </a:cubicBezTo>
                  <a:cubicBezTo>
                    <a:pt x="143002" y="297561"/>
                    <a:pt x="144717" y="297688"/>
                    <a:pt x="146368" y="297815"/>
                  </a:cubicBezTo>
                  <a:cubicBezTo>
                    <a:pt x="151130" y="298133"/>
                    <a:pt x="230759" y="298767"/>
                    <a:pt x="235458" y="299910"/>
                  </a:cubicBezTo>
                  <a:cubicBezTo>
                    <a:pt x="237427" y="300419"/>
                    <a:pt x="239268" y="300927"/>
                    <a:pt x="241110" y="301561"/>
                  </a:cubicBezTo>
                  <a:cubicBezTo>
                    <a:pt x="241110" y="301561"/>
                    <a:pt x="241110" y="301561"/>
                    <a:pt x="241173" y="301561"/>
                  </a:cubicBezTo>
                  <a:cubicBezTo>
                    <a:pt x="268986" y="312610"/>
                    <a:pt x="280988" y="344996"/>
                    <a:pt x="284036" y="354902"/>
                  </a:cubicBezTo>
                  <a:cubicBezTo>
                    <a:pt x="284290" y="355790"/>
                    <a:pt x="285433" y="355790"/>
                    <a:pt x="285687" y="354902"/>
                  </a:cubicBezTo>
                  <a:cubicBezTo>
                    <a:pt x="288735" y="345122"/>
                    <a:pt x="300482" y="313119"/>
                    <a:pt x="327851" y="301815"/>
                  </a:cubicBezTo>
                  <a:cubicBezTo>
                    <a:pt x="328295" y="301625"/>
                    <a:pt x="328740" y="301498"/>
                    <a:pt x="329248" y="301308"/>
                  </a:cubicBezTo>
                  <a:cubicBezTo>
                    <a:pt x="335661" y="299276"/>
                    <a:pt x="342329" y="298259"/>
                    <a:pt x="348933" y="297752"/>
                  </a:cubicBezTo>
                  <a:cubicBezTo>
                    <a:pt x="350520" y="297624"/>
                    <a:pt x="426974" y="297434"/>
                    <a:pt x="428562" y="297434"/>
                  </a:cubicBezTo>
                  <a:cubicBezTo>
                    <a:pt x="569722" y="297434"/>
                    <a:pt x="569532" y="251587"/>
                    <a:pt x="569722" y="176974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287CAC85-1139-E193-8271-63D17A27FC1E}"/>
                </a:ext>
              </a:extLst>
            </p:cNvPr>
            <p:cNvSpPr/>
            <p:nvPr/>
          </p:nvSpPr>
          <p:spPr>
            <a:xfrm>
              <a:off x="5603184" y="3097378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D1D85D74-F943-EFE2-122B-61032853200A}"/>
                </a:ext>
              </a:extLst>
            </p:cNvPr>
            <p:cNvSpPr/>
            <p:nvPr/>
          </p:nvSpPr>
          <p:spPr>
            <a:xfrm>
              <a:off x="6429438" y="3269678"/>
              <a:ext cx="6350" cy="299910"/>
            </a:xfrm>
            <a:custGeom>
              <a:avLst/>
              <a:gdLst>
                <a:gd name="connsiteX0" fmla="*/ 0 w 6350"/>
                <a:gd name="connsiteY0" fmla="*/ 0 h 299910"/>
                <a:gd name="connsiteX1" fmla="*/ 0 w 6350"/>
                <a:gd name="connsiteY1" fmla="*/ 299911 h 29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9910">
                  <a:moveTo>
                    <a:pt x="0" y="0"/>
                  </a:moveTo>
                  <a:lnTo>
                    <a:pt x="0" y="299911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77ED6D4C-9329-7FD5-9EB7-390B5A87A717}"/>
                </a:ext>
              </a:extLst>
            </p:cNvPr>
            <p:cNvSpPr/>
            <p:nvPr/>
          </p:nvSpPr>
          <p:spPr>
            <a:xfrm>
              <a:off x="5735066" y="3334194"/>
              <a:ext cx="6350" cy="237045"/>
            </a:xfrm>
            <a:custGeom>
              <a:avLst/>
              <a:gdLst>
                <a:gd name="connsiteX0" fmla="*/ 0 w 6350"/>
                <a:gd name="connsiteY0" fmla="*/ 237046 h 237045"/>
                <a:gd name="connsiteX1" fmla="*/ 0 w 6350"/>
                <a:gd name="connsiteY1" fmla="*/ 0 h 23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37045">
                  <a:moveTo>
                    <a:pt x="0" y="237046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F6789947-8AA1-1CE5-D449-3746395233D8}"/>
                </a:ext>
              </a:extLst>
            </p:cNvPr>
            <p:cNvSpPr/>
            <p:nvPr/>
          </p:nvSpPr>
          <p:spPr>
            <a:xfrm>
              <a:off x="6385560" y="3577780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6" name="Gráfico 4">
            <a:extLst>
              <a:ext uri="{FF2B5EF4-FFF2-40B4-BE49-F238E27FC236}">
                <a16:creationId xmlns:a16="http://schemas.microsoft.com/office/drawing/2014/main" id="{0DBA6370-05D3-65D4-9640-E8DCA1CAFFCB}"/>
              </a:ext>
            </a:extLst>
          </p:cNvPr>
          <p:cNvGrpSpPr/>
          <p:nvPr/>
        </p:nvGrpSpPr>
        <p:grpSpPr>
          <a:xfrm>
            <a:off x="5878634" y="4238523"/>
            <a:ext cx="708730" cy="708668"/>
            <a:chOff x="6820598" y="4078732"/>
            <a:chExt cx="730631" cy="730567"/>
          </a:xfrm>
          <a:noFill/>
        </p:grpSpPr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15DDAADA-229D-2BAA-37FA-D7FE812FFEF6}"/>
                </a:ext>
              </a:extLst>
            </p:cNvPr>
            <p:cNvSpPr/>
            <p:nvPr/>
          </p:nvSpPr>
          <p:spPr>
            <a:xfrm>
              <a:off x="6820598" y="4078732"/>
              <a:ext cx="730631" cy="730567"/>
            </a:xfrm>
            <a:custGeom>
              <a:avLst/>
              <a:gdLst>
                <a:gd name="connsiteX0" fmla="*/ 404305 w 730631"/>
                <a:gd name="connsiteY0" fmla="*/ 730567 h 730567"/>
                <a:gd name="connsiteX1" fmla="*/ 326390 w 730631"/>
                <a:gd name="connsiteY1" fmla="*/ 730567 h 730567"/>
                <a:gd name="connsiteX2" fmla="*/ 299021 w 730631"/>
                <a:gd name="connsiteY2" fmla="*/ 703199 h 730567"/>
                <a:gd name="connsiteX3" fmla="*/ 299021 w 730631"/>
                <a:gd name="connsiteY3" fmla="*/ 669989 h 730567"/>
                <a:gd name="connsiteX4" fmla="*/ 273685 w 730631"/>
                <a:gd name="connsiteY4" fmla="*/ 634809 h 730567"/>
                <a:gd name="connsiteX5" fmla="*/ 238887 w 730631"/>
                <a:gd name="connsiteY5" fmla="*/ 620268 h 730567"/>
                <a:gd name="connsiteX6" fmla="*/ 197548 w 730631"/>
                <a:gd name="connsiteY6" fmla="*/ 626809 h 730567"/>
                <a:gd name="connsiteX7" fmla="*/ 173292 w 730631"/>
                <a:gd name="connsiteY7" fmla="*/ 651065 h 730567"/>
                <a:gd name="connsiteX8" fmla="*/ 134620 w 730631"/>
                <a:gd name="connsiteY8" fmla="*/ 651065 h 730567"/>
                <a:gd name="connsiteX9" fmla="*/ 79502 w 730631"/>
                <a:gd name="connsiteY9" fmla="*/ 596011 h 730567"/>
                <a:gd name="connsiteX10" fmla="*/ 79502 w 730631"/>
                <a:gd name="connsiteY10" fmla="*/ 557276 h 730567"/>
                <a:gd name="connsiteX11" fmla="*/ 104077 w 730631"/>
                <a:gd name="connsiteY11" fmla="*/ 532702 h 730567"/>
                <a:gd name="connsiteX12" fmla="*/ 110681 w 730631"/>
                <a:gd name="connsiteY12" fmla="*/ 491490 h 730567"/>
                <a:gd name="connsiteX13" fmla="*/ 96266 w 730631"/>
                <a:gd name="connsiteY13" fmla="*/ 456692 h 730567"/>
                <a:gd name="connsiteX14" fmla="*/ 61532 w 730631"/>
                <a:gd name="connsiteY14" fmla="*/ 431546 h 730567"/>
                <a:gd name="connsiteX15" fmla="*/ 27369 w 730631"/>
                <a:gd name="connsiteY15" fmla="*/ 431546 h 730567"/>
                <a:gd name="connsiteX16" fmla="*/ 0 w 730631"/>
                <a:gd name="connsiteY16" fmla="*/ 404177 h 730567"/>
                <a:gd name="connsiteX17" fmla="*/ 0 w 730631"/>
                <a:gd name="connsiteY17" fmla="*/ 326263 h 730567"/>
                <a:gd name="connsiteX18" fmla="*/ 27369 w 730631"/>
                <a:gd name="connsiteY18" fmla="*/ 298895 h 730567"/>
                <a:gd name="connsiteX19" fmla="*/ 62167 w 730631"/>
                <a:gd name="connsiteY19" fmla="*/ 298895 h 730567"/>
                <a:gd name="connsiteX20" fmla="*/ 96901 w 730631"/>
                <a:gd name="connsiteY20" fmla="*/ 273939 h 730567"/>
                <a:gd name="connsiteX21" fmla="*/ 111252 w 730631"/>
                <a:gd name="connsiteY21" fmla="*/ 239776 h 730567"/>
                <a:gd name="connsiteX22" fmla="*/ 104711 w 730631"/>
                <a:gd name="connsiteY22" fmla="*/ 198374 h 730567"/>
                <a:gd name="connsiteX23" fmla="*/ 79502 w 730631"/>
                <a:gd name="connsiteY23" fmla="*/ 173165 h 730567"/>
                <a:gd name="connsiteX24" fmla="*/ 71501 w 730631"/>
                <a:gd name="connsiteY24" fmla="*/ 153797 h 730567"/>
                <a:gd name="connsiteX25" fmla="*/ 79502 w 730631"/>
                <a:gd name="connsiteY25" fmla="*/ 134429 h 730567"/>
                <a:gd name="connsiteX26" fmla="*/ 134620 w 730631"/>
                <a:gd name="connsiteY26" fmla="*/ 79375 h 730567"/>
                <a:gd name="connsiteX27" fmla="*/ 173292 w 730631"/>
                <a:gd name="connsiteY27" fmla="*/ 79375 h 730567"/>
                <a:gd name="connsiteX28" fmla="*/ 198755 w 730631"/>
                <a:gd name="connsiteY28" fmla="*/ 104902 h 730567"/>
                <a:gd name="connsiteX29" fmla="*/ 240030 w 730631"/>
                <a:gd name="connsiteY29" fmla="*/ 111506 h 730567"/>
                <a:gd name="connsiteX30" fmla="*/ 274257 w 730631"/>
                <a:gd name="connsiteY30" fmla="*/ 97346 h 730567"/>
                <a:gd name="connsiteX31" fmla="*/ 299021 w 730631"/>
                <a:gd name="connsiteY31" fmla="*/ 63055 h 730567"/>
                <a:gd name="connsiteX32" fmla="*/ 299021 w 730631"/>
                <a:gd name="connsiteY32" fmla="*/ 27368 h 730567"/>
                <a:gd name="connsiteX33" fmla="*/ 326390 w 730631"/>
                <a:gd name="connsiteY33" fmla="*/ 0 h 730567"/>
                <a:gd name="connsiteX34" fmla="*/ 404305 w 730631"/>
                <a:gd name="connsiteY34" fmla="*/ 0 h 730567"/>
                <a:gd name="connsiteX35" fmla="*/ 431673 w 730631"/>
                <a:gd name="connsiteY35" fmla="*/ 27368 h 730567"/>
                <a:gd name="connsiteX36" fmla="*/ 431673 w 730631"/>
                <a:gd name="connsiteY36" fmla="*/ 63055 h 730567"/>
                <a:gd name="connsiteX37" fmla="*/ 456438 w 730631"/>
                <a:gd name="connsiteY37" fmla="*/ 97346 h 730567"/>
                <a:gd name="connsiteX38" fmla="*/ 490665 w 730631"/>
                <a:gd name="connsiteY38" fmla="*/ 111506 h 730567"/>
                <a:gd name="connsiteX39" fmla="*/ 531940 w 730631"/>
                <a:gd name="connsiteY39" fmla="*/ 104902 h 730567"/>
                <a:gd name="connsiteX40" fmla="*/ 557403 w 730631"/>
                <a:gd name="connsiteY40" fmla="*/ 79375 h 730567"/>
                <a:gd name="connsiteX41" fmla="*/ 596138 w 730631"/>
                <a:gd name="connsiteY41" fmla="*/ 79375 h 730567"/>
                <a:gd name="connsiteX42" fmla="*/ 651193 w 730631"/>
                <a:gd name="connsiteY42" fmla="*/ 134493 h 730567"/>
                <a:gd name="connsiteX43" fmla="*/ 659194 w 730631"/>
                <a:gd name="connsiteY43" fmla="*/ 153860 h 730567"/>
                <a:gd name="connsiteX44" fmla="*/ 651193 w 730631"/>
                <a:gd name="connsiteY44" fmla="*/ 173228 h 730567"/>
                <a:gd name="connsiteX45" fmla="*/ 625983 w 730631"/>
                <a:gd name="connsiteY45" fmla="*/ 198374 h 730567"/>
                <a:gd name="connsiteX46" fmla="*/ 619443 w 730631"/>
                <a:gd name="connsiteY46" fmla="*/ 239776 h 730567"/>
                <a:gd name="connsiteX47" fmla="*/ 633730 w 730631"/>
                <a:gd name="connsiteY47" fmla="*/ 273939 h 730567"/>
                <a:gd name="connsiteX48" fmla="*/ 668465 w 730631"/>
                <a:gd name="connsiteY48" fmla="*/ 298895 h 730567"/>
                <a:gd name="connsiteX49" fmla="*/ 703263 w 730631"/>
                <a:gd name="connsiteY49" fmla="*/ 298895 h 730567"/>
                <a:gd name="connsiteX50" fmla="*/ 730631 w 730631"/>
                <a:gd name="connsiteY50" fmla="*/ 326263 h 730567"/>
                <a:gd name="connsiteX51" fmla="*/ 730631 w 730631"/>
                <a:gd name="connsiteY51" fmla="*/ 404177 h 730567"/>
                <a:gd name="connsiteX52" fmla="*/ 703263 w 730631"/>
                <a:gd name="connsiteY52" fmla="*/ 431546 h 730567"/>
                <a:gd name="connsiteX53" fmla="*/ 669100 w 730631"/>
                <a:gd name="connsiteY53" fmla="*/ 431546 h 730567"/>
                <a:gd name="connsiteX54" fmla="*/ 634365 w 730631"/>
                <a:gd name="connsiteY54" fmla="*/ 456692 h 730567"/>
                <a:gd name="connsiteX55" fmla="*/ 619951 w 730631"/>
                <a:gd name="connsiteY55" fmla="*/ 491490 h 730567"/>
                <a:gd name="connsiteX56" fmla="*/ 626555 w 730631"/>
                <a:gd name="connsiteY56" fmla="*/ 532702 h 730567"/>
                <a:gd name="connsiteX57" fmla="*/ 651129 w 730631"/>
                <a:gd name="connsiteY57" fmla="*/ 557276 h 730567"/>
                <a:gd name="connsiteX58" fmla="*/ 651129 w 730631"/>
                <a:gd name="connsiteY58" fmla="*/ 596011 h 730567"/>
                <a:gd name="connsiteX59" fmla="*/ 596075 w 730631"/>
                <a:gd name="connsiteY59" fmla="*/ 651065 h 730567"/>
                <a:gd name="connsiteX60" fmla="*/ 557340 w 730631"/>
                <a:gd name="connsiteY60" fmla="*/ 651065 h 730567"/>
                <a:gd name="connsiteX61" fmla="*/ 533083 w 730631"/>
                <a:gd name="connsiteY61" fmla="*/ 626809 h 730567"/>
                <a:gd name="connsiteX62" fmla="*/ 491744 w 730631"/>
                <a:gd name="connsiteY62" fmla="*/ 620268 h 730567"/>
                <a:gd name="connsiteX63" fmla="*/ 456946 w 730631"/>
                <a:gd name="connsiteY63" fmla="*/ 634809 h 730567"/>
                <a:gd name="connsiteX64" fmla="*/ 431609 w 730631"/>
                <a:gd name="connsiteY64" fmla="*/ 669989 h 730567"/>
                <a:gd name="connsiteX65" fmla="*/ 431609 w 730631"/>
                <a:gd name="connsiteY65" fmla="*/ 703199 h 730567"/>
                <a:gd name="connsiteX66" fmla="*/ 404241 w 730631"/>
                <a:gd name="connsiteY66" fmla="*/ 730567 h 730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0631" h="730567">
                  <a:moveTo>
                    <a:pt x="404305" y="730567"/>
                  </a:moveTo>
                  <a:lnTo>
                    <a:pt x="326390" y="730567"/>
                  </a:lnTo>
                  <a:cubicBezTo>
                    <a:pt x="311277" y="730567"/>
                    <a:pt x="299021" y="718312"/>
                    <a:pt x="299021" y="703199"/>
                  </a:cubicBezTo>
                  <a:lnTo>
                    <a:pt x="299021" y="669989"/>
                  </a:lnTo>
                  <a:cubicBezTo>
                    <a:pt x="299021" y="654114"/>
                    <a:pt x="288861" y="640016"/>
                    <a:pt x="273685" y="634809"/>
                  </a:cubicBezTo>
                  <a:cubicBezTo>
                    <a:pt x="261874" y="630746"/>
                    <a:pt x="250127" y="625856"/>
                    <a:pt x="238887" y="620268"/>
                  </a:cubicBezTo>
                  <a:cubicBezTo>
                    <a:pt x="224981" y="613346"/>
                    <a:pt x="208407" y="616014"/>
                    <a:pt x="197548" y="626809"/>
                  </a:cubicBezTo>
                  <a:lnTo>
                    <a:pt x="173292" y="651065"/>
                  </a:lnTo>
                  <a:cubicBezTo>
                    <a:pt x="162941" y="661416"/>
                    <a:pt x="144907" y="661416"/>
                    <a:pt x="134620" y="651065"/>
                  </a:cubicBezTo>
                  <a:lnTo>
                    <a:pt x="79502" y="596011"/>
                  </a:lnTo>
                  <a:cubicBezTo>
                    <a:pt x="68834" y="585343"/>
                    <a:pt x="68834" y="568008"/>
                    <a:pt x="79502" y="557276"/>
                  </a:cubicBezTo>
                  <a:lnTo>
                    <a:pt x="104077" y="532702"/>
                  </a:lnTo>
                  <a:cubicBezTo>
                    <a:pt x="114871" y="521907"/>
                    <a:pt x="117539" y="505333"/>
                    <a:pt x="110681" y="491490"/>
                  </a:cubicBezTo>
                  <a:cubicBezTo>
                    <a:pt x="105156" y="480251"/>
                    <a:pt x="100267" y="468566"/>
                    <a:pt x="96266" y="456692"/>
                  </a:cubicBezTo>
                  <a:cubicBezTo>
                    <a:pt x="91186" y="441642"/>
                    <a:pt x="77216" y="431546"/>
                    <a:pt x="61532" y="431546"/>
                  </a:cubicBezTo>
                  <a:lnTo>
                    <a:pt x="27369" y="431546"/>
                  </a:lnTo>
                  <a:cubicBezTo>
                    <a:pt x="12256" y="431546"/>
                    <a:pt x="0" y="419290"/>
                    <a:pt x="0" y="404177"/>
                  </a:cubicBezTo>
                  <a:lnTo>
                    <a:pt x="0" y="326263"/>
                  </a:lnTo>
                  <a:cubicBezTo>
                    <a:pt x="0" y="311150"/>
                    <a:pt x="12256" y="298895"/>
                    <a:pt x="27369" y="298895"/>
                  </a:cubicBezTo>
                  <a:lnTo>
                    <a:pt x="62167" y="298895"/>
                  </a:lnTo>
                  <a:cubicBezTo>
                    <a:pt x="77788" y="298895"/>
                    <a:pt x="91758" y="288861"/>
                    <a:pt x="96901" y="273939"/>
                  </a:cubicBezTo>
                  <a:cubicBezTo>
                    <a:pt x="100902" y="262319"/>
                    <a:pt x="105728" y="250825"/>
                    <a:pt x="111252" y="239776"/>
                  </a:cubicBezTo>
                  <a:cubicBezTo>
                    <a:pt x="118173" y="225870"/>
                    <a:pt x="115570" y="209233"/>
                    <a:pt x="104711" y="198374"/>
                  </a:cubicBezTo>
                  <a:lnTo>
                    <a:pt x="79502" y="173165"/>
                  </a:lnTo>
                  <a:cubicBezTo>
                    <a:pt x="74358" y="168021"/>
                    <a:pt x="71501" y="161099"/>
                    <a:pt x="71501" y="153797"/>
                  </a:cubicBezTo>
                  <a:cubicBezTo>
                    <a:pt x="71501" y="146495"/>
                    <a:pt x="74358" y="139636"/>
                    <a:pt x="79502" y="134429"/>
                  </a:cubicBezTo>
                  <a:lnTo>
                    <a:pt x="134620" y="79375"/>
                  </a:lnTo>
                  <a:cubicBezTo>
                    <a:pt x="144907" y="69024"/>
                    <a:pt x="162941" y="69024"/>
                    <a:pt x="173292" y="79375"/>
                  </a:cubicBezTo>
                  <a:lnTo>
                    <a:pt x="198755" y="104902"/>
                  </a:lnTo>
                  <a:cubicBezTo>
                    <a:pt x="209550" y="115697"/>
                    <a:pt x="226123" y="118364"/>
                    <a:pt x="240030" y="111506"/>
                  </a:cubicBezTo>
                  <a:cubicBezTo>
                    <a:pt x="251079" y="106045"/>
                    <a:pt x="262636" y="101283"/>
                    <a:pt x="274257" y="97346"/>
                  </a:cubicBezTo>
                  <a:cubicBezTo>
                    <a:pt x="289052" y="92329"/>
                    <a:pt x="299021" y="78549"/>
                    <a:pt x="299021" y="63055"/>
                  </a:cubicBezTo>
                  <a:lnTo>
                    <a:pt x="299021" y="27368"/>
                  </a:lnTo>
                  <a:cubicBezTo>
                    <a:pt x="299021" y="12255"/>
                    <a:pt x="311277" y="0"/>
                    <a:pt x="326390" y="0"/>
                  </a:cubicBezTo>
                  <a:lnTo>
                    <a:pt x="404305" y="0"/>
                  </a:lnTo>
                  <a:cubicBezTo>
                    <a:pt x="419418" y="0"/>
                    <a:pt x="431673" y="12255"/>
                    <a:pt x="431673" y="27368"/>
                  </a:cubicBezTo>
                  <a:lnTo>
                    <a:pt x="431673" y="63055"/>
                  </a:lnTo>
                  <a:cubicBezTo>
                    <a:pt x="431673" y="78549"/>
                    <a:pt x="441643" y="92329"/>
                    <a:pt x="456438" y="97346"/>
                  </a:cubicBezTo>
                  <a:cubicBezTo>
                    <a:pt x="468058" y="101283"/>
                    <a:pt x="479552" y="106045"/>
                    <a:pt x="490665" y="111506"/>
                  </a:cubicBezTo>
                  <a:cubicBezTo>
                    <a:pt x="504571" y="118364"/>
                    <a:pt x="521145" y="115697"/>
                    <a:pt x="531940" y="104902"/>
                  </a:cubicBezTo>
                  <a:lnTo>
                    <a:pt x="557403" y="79375"/>
                  </a:lnTo>
                  <a:cubicBezTo>
                    <a:pt x="568071" y="68707"/>
                    <a:pt x="585407" y="68707"/>
                    <a:pt x="596138" y="79375"/>
                  </a:cubicBezTo>
                  <a:lnTo>
                    <a:pt x="651193" y="134493"/>
                  </a:lnTo>
                  <a:cubicBezTo>
                    <a:pt x="656336" y="139636"/>
                    <a:pt x="659194" y="146558"/>
                    <a:pt x="659194" y="153860"/>
                  </a:cubicBezTo>
                  <a:cubicBezTo>
                    <a:pt x="659194" y="161163"/>
                    <a:pt x="656336" y="168021"/>
                    <a:pt x="651193" y="173228"/>
                  </a:cubicBezTo>
                  <a:lnTo>
                    <a:pt x="625983" y="198374"/>
                  </a:lnTo>
                  <a:cubicBezTo>
                    <a:pt x="615125" y="209233"/>
                    <a:pt x="612521" y="225870"/>
                    <a:pt x="619443" y="239776"/>
                  </a:cubicBezTo>
                  <a:cubicBezTo>
                    <a:pt x="624967" y="250825"/>
                    <a:pt x="629793" y="262319"/>
                    <a:pt x="633730" y="273939"/>
                  </a:cubicBezTo>
                  <a:cubicBezTo>
                    <a:pt x="638873" y="288861"/>
                    <a:pt x="652844" y="298895"/>
                    <a:pt x="668465" y="298895"/>
                  </a:cubicBezTo>
                  <a:lnTo>
                    <a:pt x="703263" y="298895"/>
                  </a:lnTo>
                  <a:cubicBezTo>
                    <a:pt x="718376" y="298895"/>
                    <a:pt x="730631" y="311150"/>
                    <a:pt x="730631" y="326263"/>
                  </a:cubicBezTo>
                  <a:lnTo>
                    <a:pt x="730631" y="404177"/>
                  </a:lnTo>
                  <a:cubicBezTo>
                    <a:pt x="730631" y="419290"/>
                    <a:pt x="718376" y="431546"/>
                    <a:pt x="703263" y="431546"/>
                  </a:cubicBezTo>
                  <a:lnTo>
                    <a:pt x="669100" y="431546"/>
                  </a:lnTo>
                  <a:cubicBezTo>
                    <a:pt x="653415" y="431546"/>
                    <a:pt x="639445" y="441642"/>
                    <a:pt x="634365" y="456692"/>
                  </a:cubicBezTo>
                  <a:cubicBezTo>
                    <a:pt x="630365" y="468566"/>
                    <a:pt x="625539" y="480251"/>
                    <a:pt x="619951" y="491490"/>
                  </a:cubicBezTo>
                  <a:cubicBezTo>
                    <a:pt x="613093" y="505333"/>
                    <a:pt x="615759" y="521907"/>
                    <a:pt x="626555" y="532702"/>
                  </a:cubicBezTo>
                  <a:lnTo>
                    <a:pt x="651129" y="557276"/>
                  </a:lnTo>
                  <a:cubicBezTo>
                    <a:pt x="661797" y="567944"/>
                    <a:pt x="661797" y="585279"/>
                    <a:pt x="651129" y="596011"/>
                  </a:cubicBezTo>
                  <a:lnTo>
                    <a:pt x="596075" y="651065"/>
                  </a:lnTo>
                  <a:cubicBezTo>
                    <a:pt x="585407" y="661734"/>
                    <a:pt x="568071" y="661734"/>
                    <a:pt x="557340" y="651065"/>
                  </a:cubicBezTo>
                  <a:lnTo>
                    <a:pt x="533083" y="626809"/>
                  </a:lnTo>
                  <a:cubicBezTo>
                    <a:pt x="522224" y="615950"/>
                    <a:pt x="505587" y="613346"/>
                    <a:pt x="491744" y="620268"/>
                  </a:cubicBezTo>
                  <a:cubicBezTo>
                    <a:pt x="480505" y="625856"/>
                    <a:pt x="468820" y="630746"/>
                    <a:pt x="456946" y="634809"/>
                  </a:cubicBezTo>
                  <a:cubicBezTo>
                    <a:pt x="441770" y="640016"/>
                    <a:pt x="431609" y="654114"/>
                    <a:pt x="431609" y="669989"/>
                  </a:cubicBezTo>
                  <a:lnTo>
                    <a:pt x="431609" y="703199"/>
                  </a:lnTo>
                  <a:cubicBezTo>
                    <a:pt x="431609" y="718312"/>
                    <a:pt x="419354" y="730567"/>
                    <a:pt x="404241" y="73056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4D29428-CC30-1D3F-F44A-9CFBD29FDD43}"/>
                </a:ext>
              </a:extLst>
            </p:cNvPr>
            <p:cNvSpPr/>
            <p:nvPr/>
          </p:nvSpPr>
          <p:spPr>
            <a:xfrm>
              <a:off x="7034085" y="4296854"/>
              <a:ext cx="303974" cy="343789"/>
            </a:xfrm>
            <a:custGeom>
              <a:avLst/>
              <a:gdLst>
                <a:gd name="connsiteX0" fmla="*/ 303784 w 303974"/>
                <a:gd name="connsiteY0" fmla="*/ 151892 h 343789"/>
                <a:gd name="connsiteX1" fmla="*/ 151892 w 303974"/>
                <a:gd name="connsiteY1" fmla="*/ 0 h 343789"/>
                <a:gd name="connsiteX2" fmla="*/ 0 w 303974"/>
                <a:gd name="connsiteY2" fmla="*/ 151892 h 343789"/>
                <a:gd name="connsiteX3" fmla="*/ 92456 w 303974"/>
                <a:gd name="connsiteY3" fmla="*/ 291655 h 343789"/>
                <a:gd name="connsiteX4" fmla="*/ 94171 w 303974"/>
                <a:gd name="connsiteY4" fmla="*/ 292608 h 343789"/>
                <a:gd name="connsiteX5" fmla="*/ 145859 w 303974"/>
                <a:gd name="connsiteY5" fmla="*/ 339027 h 343789"/>
                <a:gd name="connsiteX6" fmla="*/ 145859 w 303974"/>
                <a:gd name="connsiteY6" fmla="*/ 339090 h 343789"/>
                <a:gd name="connsiteX7" fmla="*/ 146939 w 303974"/>
                <a:gd name="connsiteY7" fmla="*/ 340868 h 343789"/>
                <a:gd name="connsiteX8" fmla="*/ 147257 w 303974"/>
                <a:gd name="connsiteY8" fmla="*/ 341186 h 343789"/>
                <a:gd name="connsiteX9" fmla="*/ 148654 w 303974"/>
                <a:gd name="connsiteY9" fmla="*/ 342455 h 343789"/>
                <a:gd name="connsiteX10" fmla="*/ 148781 w 303974"/>
                <a:gd name="connsiteY10" fmla="*/ 342583 h 343789"/>
                <a:gd name="connsiteX11" fmla="*/ 150241 w 303974"/>
                <a:gd name="connsiteY11" fmla="*/ 343345 h 343789"/>
                <a:gd name="connsiteX12" fmla="*/ 150495 w 303974"/>
                <a:gd name="connsiteY12" fmla="*/ 343345 h 343789"/>
                <a:gd name="connsiteX13" fmla="*/ 153035 w 303974"/>
                <a:gd name="connsiteY13" fmla="*/ 343789 h 343789"/>
                <a:gd name="connsiteX14" fmla="*/ 153035 w 303974"/>
                <a:gd name="connsiteY14" fmla="*/ 343789 h 343789"/>
                <a:gd name="connsiteX15" fmla="*/ 153035 w 303974"/>
                <a:gd name="connsiteY15" fmla="*/ 343789 h 343789"/>
                <a:gd name="connsiteX16" fmla="*/ 155067 w 303974"/>
                <a:gd name="connsiteY16" fmla="*/ 343472 h 343789"/>
                <a:gd name="connsiteX17" fmla="*/ 155511 w 303974"/>
                <a:gd name="connsiteY17" fmla="*/ 343345 h 343789"/>
                <a:gd name="connsiteX18" fmla="*/ 155956 w 303974"/>
                <a:gd name="connsiteY18" fmla="*/ 343217 h 343789"/>
                <a:gd name="connsiteX19" fmla="*/ 157417 w 303974"/>
                <a:gd name="connsiteY19" fmla="*/ 342455 h 343789"/>
                <a:gd name="connsiteX20" fmla="*/ 157480 w 303974"/>
                <a:gd name="connsiteY20" fmla="*/ 342455 h 343789"/>
                <a:gd name="connsiteX21" fmla="*/ 158941 w 303974"/>
                <a:gd name="connsiteY21" fmla="*/ 341122 h 343789"/>
                <a:gd name="connsiteX22" fmla="*/ 159259 w 303974"/>
                <a:gd name="connsiteY22" fmla="*/ 340805 h 343789"/>
                <a:gd name="connsiteX23" fmla="*/ 160338 w 303974"/>
                <a:gd name="connsiteY23" fmla="*/ 338963 h 343789"/>
                <a:gd name="connsiteX24" fmla="*/ 160338 w 303974"/>
                <a:gd name="connsiteY24" fmla="*/ 338899 h 343789"/>
                <a:gd name="connsiteX25" fmla="*/ 208597 w 303974"/>
                <a:gd name="connsiteY25" fmla="*/ 292799 h 343789"/>
                <a:gd name="connsiteX26" fmla="*/ 303974 w 303974"/>
                <a:gd name="connsiteY26" fmla="*/ 151829 h 34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3974" h="343789">
                  <a:moveTo>
                    <a:pt x="303784" y="151892"/>
                  </a:moveTo>
                  <a:cubicBezTo>
                    <a:pt x="303784" y="68136"/>
                    <a:pt x="235648" y="0"/>
                    <a:pt x="151892" y="0"/>
                  </a:cubicBezTo>
                  <a:cubicBezTo>
                    <a:pt x="68135" y="0"/>
                    <a:pt x="0" y="68136"/>
                    <a:pt x="0" y="151892"/>
                  </a:cubicBezTo>
                  <a:cubicBezTo>
                    <a:pt x="0" y="213487"/>
                    <a:pt x="37465" y="268224"/>
                    <a:pt x="92456" y="291655"/>
                  </a:cubicBezTo>
                  <a:cubicBezTo>
                    <a:pt x="92964" y="292036"/>
                    <a:pt x="93535" y="292354"/>
                    <a:pt x="94171" y="292608"/>
                  </a:cubicBezTo>
                  <a:cubicBezTo>
                    <a:pt x="118555" y="301942"/>
                    <a:pt x="137858" y="319278"/>
                    <a:pt x="145859" y="339027"/>
                  </a:cubicBezTo>
                  <a:cubicBezTo>
                    <a:pt x="145859" y="339027"/>
                    <a:pt x="145859" y="339027"/>
                    <a:pt x="145859" y="339090"/>
                  </a:cubicBezTo>
                  <a:cubicBezTo>
                    <a:pt x="146114" y="339725"/>
                    <a:pt x="146495" y="340297"/>
                    <a:pt x="146939" y="340868"/>
                  </a:cubicBezTo>
                  <a:cubicBezTo>
                    <a:pt x="147003" y="340995"/>
                    <a:pt x="147130" y="341122"/>
                    <a:pt x="147257" y="341186"/>
                  </a:cubicBezTo>
                  <a:cubicBezTo>
                    <a:pt x="147638" y="341630"/>
                    <a:pt x="148146" y="342074"/>
                    <a:pt x="148654" y="342455"/>
                  </a:cubicBezTo>
                  <a:cubicBezTo>
                    <a:pt x="148654" y="342455"/>
                    <a:pt x="148717" y="342519"/>
                    <a:pt x="148781" y="342583"/>
                  </a:cubicBezTo>
                  <a:cubicBezTo>
                    <a:pt x="149225" y="342900"/>
                    <a:pt x="149734" y="343154"/>
                    <a:pt x="150241" y="343345"/>
                  </a:cubicBezTo>
                  <a:cubicBezTo>
                    <a:pt x="150305" y="343345"/>
                    <a:pt x="150432" y="343345"/>
                    <a:pt x="150495" y="343345"/>
                  </a:cubicBezTo>
                  <a:cubicBezTo>
                    <a:pt x="151321" y="343599"/>
                    <a:pt x="152146" y="343789"/>
                    <a:pt x="153035" y="343789"/>
                  </a:cubicBezTo>
                  <a:cubicBezTo>
                    <a:pt x="153035" y="343789"/>
                    <a:pt x="153035" y="343789"/>
                    <a:pt x="153035" y="343789"/>
                  </a:cubicBezTo>
                  <a:lnTo>
                    <a:pt x="153035" y="343789"/>
                  </a:lnTo>
                  <a:cubicBezTo>
                    <a:pt x="153733" y="343789"/>
                    <a:pt x="154369" y="343662"/>
                    <a:pt x="155067" y="343472"/>
                  </a:cubicBezTo>
                  <a:cubicBezTo>
                    <a:pt x="155194" y="343472"/>
                    <a:pt x="155384" y="343408"/>
                    <a:pt x="155511" y="343345"/>
                  </a:cubicBezTo>
                  <a:cubicBezTo>
                    <a:pt x="155639" y="343345"/>
                    <a:pt x="155766" y="343281"/>
                    <a:pt x="155956" y="343217"/>
                  </a:cubicBezTo>
                  <a:cubicBezTo>
                    <a:pt x="156464" y="343027"/>
                    <a:pt x="156972" y="342773"/>
                    <a:pt x="157417" y="342455"/>
                  </a:cubicBezTo>
                  <a:cubicBezTo>
                    <a:pt x="157417" y="342455"/>
                    <a:pt x="157417" y="342455"/>
                    <a:pt x="157480" y="342455"/>
                  </a:cubicBezTo>
                  <a:cubicBezTo>
                    <a:pt x="158052" y="342074"/>
                    <a:pt x="158496" y="341630"/>
                    <a:pt x="158941" y="341122"/>
                  </a:cubicBezTo>
                  <a:cubicBezTo>
                    <a:pt x="159068" y="340995"/>
                    <a:pt x="159131" y="340868"/>
                    <a:pt x="159259" y="340805"/>
                  </a:cubicBezTo>
                  <a:cubicBezTo>
                    <a:pt x="159703" y="340233"/>
                    <a:pt x="160020" y="339661"/>
                    <a:pt x="160338" y="338963"/>
                  </a:cubicBezTo>
                  <a:cubicBezTo>
                    <a:pt x="160338" y="338963"/>
                    <a:pt x="160338" y="338963"/>
                    <a:pt x="160338" y="338899"/>
                  </a:cubicBezTo>
                  <a:cubicBezTo>
                    <a:pt x="168910" y="316611"/>
                    <a:pt x="190309" y="300736"/>
                    <a:pt x="208597" y="292799"/>
                  </a:cubicBezTo>
                  <a:cubicBezTo>
                    <a:pt x="265684" y="270066"/>
                    <a:pt x="303974" y="214948"/>
                    <a:pt x="303974" y="15182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9" name="Gráfico 4">
            <a:extLst>
              <a:ext uri="{FF2B5EF4-FFF2-40B4-BE49-F238E27FC236}">
                <a16:creationId xmlns:a16="http://schemas.microsoft.com/office/drawing/2014/main" id="{6C1F136A-0492-36F3-6AFE-6CA5DB89CF72}"/>
              </a:ext>
            </a:extLst>
          </p:cNvPr>
          <p:cNvGrpSpPr/>
          <p:nvPr/>
        </p:nvGrpSpPr>
        <p:grpSpPr>
          <a:xfrm>
            <a:off x="5949406" y="5315226"/>
            <a:ext cx="634922" cy="652580"/>
            <a:chOff x="10265616" y="4124742"/>
            <a:chExt cx="654542" cy="672746"/>
          </a:xfrm>
          <a:noFill/>
        </p:grpSpPr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8C2532E0-B9E3-678C-2369-05C84559DB78}"/>
                </a:ext>
              </a:extLst>
            </p:cNvPr>
            <p:cNvSpPr/>
            <p:nvPr/>
          </p:nvSpPr>
          <p:spPr>
            <a:xfrm>
              <a:off x="10265616" y="4129404"/>
              <a:ext cx="37513" cy="668083"/>
            </a:xfrm>
            <a:custGeom>
              <a:avLst/>
              <a:gdLst>
                <a:gd name="connsiteX0" fmla="*/ 37513 w 37513"/>
                <a:gd name="connsiteY0" fmla="*/ 668084 h 668083"/>
                <a:gd name="connsiteX1" fmla="*/ 37513 w 37513"/>
                <a:gd name="connsiteY1" fmla="*/ 227648 h 668083"/>
                <a:gd name="connsiteX2" fmla="*/ 37259 w 37513"/>
                <a:gd name="connsiteY2" fmla="*/ 224218 h 668083"/>
                <a:gd name="connsiteX3" fmla="*/ 34719 w 37513"/>
                <a:gd name="connsiteY3" fmla="*/ 209804 h 668083"/>
                <a:gd name="connsiteX4" fmla="*/ 34402 w 37513"/>
                <a:gd name="connsiteY4" fmla="*/ 208852 h 668083"/>
                <a:gd name="connsiteX5" fmla="*/ 428 w 37513"/>
                <a:gd name="connsiteY5" fmla="*/ 178054 h 668083"/>
                <a:gd name="connsiteX6" fmla="*/ 428 w 37513"/>
                <a:gd name="connsiteY6" fmla="*/ 176848 h 668083"/>
                <a:gd name="connsiteX7" fmla="*/ 34591 w 37513"/>
                <a:gd name="connsiteY7" fmla="*/ 145542 h 668083"/>
                <a:gd name="connsiteX8" fmla="*/ 34591 w 37513"/>
                <a:gd name="connsiteY8" fmla="*/ 145542 h 668083"/>
                <a:gd name="connsiteX9" fmla="*/ 35608 w 37513"/>
                <a:gd name="connsiteY9" fmla="*/ 141415 h 668083"/>
                <a:gd name="connsiteX10" fmla="*/ 36941 w 37513"/>
                <a:gd name="connsiteY10" fmla="*/ 131064 h 668083"/>
                <a:gd name="connsiteX11" fmla="*/ 37195 w 37513"/>
                <a:gd name="connsiteY11" fmla="*/ 127381 h 668083"/>
                <a:gd name="connsiteX12" fmla="*/ 37449 w 37513"/>
                <a:gd name="connsiteY12" fmla="*/ 124397 h 668083"/>
                <a:gd name="connsiteX13" fmla="*/ 37449 w 37513"/>
                <a:gd name="connsiteY13" fmla="*/ 124206 h 668083"/>
                <a:gd name="connsiteX14" fmla="*/ 37449 w 37513"/>
                <a:gd name="connsiteY14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513" h="668083">
                  <a:moveTo>
                    <a:pt x="37513" y="668084"/>
                  </a:moveTo>
                  <a:lnTo>
                    <a:pt x="37513" y="227648"/>
                  </a:lnTo>
                  <a:cubicBezTo>
                    <a:pt x="37449" y="226504"/>
                    <a:pt x="37386" y="225361"/>
                    <a:pt x="37259" y="224218"/>
                  </a:cubicBezTo>
                  <a:cubicBezTo>
                    <a:pt x="36941" y="219392"/>
                    <a:pt x="36053" y="214503"/>
                    <a:pt x="34719" y="209804"/>
                  </a:cubicBezTo>
                  <a:cubicBezTo>
                    <a:pt x="34591" y="209486"/>
                    <a:pt x="34528" y="209169"/>
                    <a:pt x="34402" y="208852"/>
                  </a:cubicBezTo>
                  <a:cubicBezTo>
                    <a:pt x="27162" y="188849"/>
                    <a:pt x="6652" y="180213"/>
                    <a:pt x="428" y="178054"/>
                  </a:cubicBezTo>
                  <a:cubicBezTo>
                    <a:pt x="-143" y="177864"/>
                    <a:pt x="-143" y="177038"/>
                    <a:pt x="428" y="176848"/>
                  </a:cubicBezTo>
                  <a:cubicBezTo>
                    <a:pt x="6715" y="174625"/>
                    <a:pt x="27480" y="165862"/>
                    <a:pt x="34591" y="145542"/>
                  </a:cubicBezTo>
                  <a:cubicBezTo>
                    <a:pt x="34591" y="145542"/>
                    <a:pt x="34591" y="145542"/>
                    <a:pt x="34591" y="145542"/>
                  </a:cubicBezTo>
                  <a:cubicBezTo>
                    <a:pt x="34973" y="144209"/>
                    <a:pt x="35353" y="142811"/>
                    <a:pt x="35608" y="141415"/>
                  </a:cubicBezTo>
                  <a:cubicBezTo>
                    <a:pt x="36370" y="137986"/>
                    <a:pt x="36751" y="134557"/>
                    <a:pt x="36941" y="131064"/>
                  </a:cubicBezTo>
                  <a:cubicBezTo>
                    <a:pt x="37005" y="129858"/>
                    <a:pt x="37068" y="128588"/>
                    <a:pt x="37195" y="127381"/>
                  </a:cubicBezTo>
                  <a:cubicBezTo>
                    <a:pt x="37259" y="126365"/>
                    <a:pt x="37386" y="125349"/>
                    <a:pt x="37449" y="124397"/>
                  </a:cubicBezTo>
                  <a:cubicBezTo>
                    <a:pt x="37449" y="124397"/>
                    <a:pt x="37449" y="124270"/>
                    <a:pt x="37449" y="124206"/>
                  </a:cubicBezTo>
                  <a:lnTo>
                    <a:pt x="37449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C92646D3-C593-1E8C-0A5D-F5537012F878}"/>
                </a:ext>
              </a:extLst>
            </p:cNvPr>
            <p:cNvSpPr/>
            <p:nvPr/>
          </p:nvSpPr>
          <p:spPr>
            <a:xfrm>
              <a:off x="10358564" y="4124742"/>
              <a:ext cx="561593" cy="377071"/>
            </a:xfrm>
            <a:custGeom>
              <a:avLst/>
              <a:gdLst>
                <a:gd name="connsiteX0" fmla="*/ 0 w 561593"/>
                <a:gd name="connsiteY0" fmla="*/ 10568 h 377071"/>
                <a:gd name="connsiteX1" fmla="*/ 0 w 561593"/>
                <a:gd name="connsiteY1" fmla="*/ 337276 h 377071"/>
                <a:gd name="connsiteX2" fmla="*/ 7874 w 561593"/>
                <a:gd name="connsiteY2" fmla="*/ 346992 h 377071"/>
                <a:gd name="connsiteX3" fmla="*/ 136398 w 561593"/>
                <a:gd name="connsiteY3" fmla="*/ 374233 h 377071"/>
                <a:gd name="connsiteX4" fmla="*/ 181673 w 561593"/>
                <a:gd name="connsiteY4" fmla="*/ 375503 h 377071"/>
                <a:gd name="connsiteX5" fmla="*/ 356044 w 561593"/>
                <a:gd name="connsiteY5" fmla="*/ 348579 h 377071"/>
                <a:gd name="connsiteX6" fmla="*/ 397828 w 561593"/>
                <a:gd name="connsiteY6" fmla="*/ 349150 h 377071"/>
                <a:gd name="connsiteX7" fmla="*/ 549910 w 561593"/>
                <a:gd name="connsiteY7" fmla="*/ 376900 h 377071"/>
                <a:gd name="connsiteX8" fmla="*/ 561594 w 561593"/>
                <a:gd name="connsiteY8" fmla="*/ 367121 h 377071"/>
                <a:gd name="connsiteX9" fmla="*/ 561594 w 561593"/>
                <a:gd name="connsiteY9" fmla="*/ 40286 h 377071"/>
                <a:gd name="connsiteX10" fmla="*/ 553466 w 561593"/>
                <a:gd name="connsiteY10" fmla="*/ 30507 h 377071"/>
                <a:gd name="connsiteX11" fmla="*/ 397828 w 561593"/>
                <a:gd name="connsiteY11" fmla="*/ 2060 h 377071"/>
                <a:gd name="connsiteX12" fmla="*/ 356044 w 561593"/>
                <a:gd name="connsiteY12" fmla="*/ 1488 h 377071"/>
                <a:gd name="connsiteX13" fmla="*/ 181673 w 561593"/>
                <a:gd name="connsiteY13" fmla="*/ 28412 h 377071"/>
                <a:gd name="connsiteX14" fmla="*/ 136398 w 561593"/>
                <a:gd name="connsiteY14" fmla="*/ 27142 h 377071"/>
                <a:gd name="connsiteX15" fmla="*/ 12002 w 561593"/>
                <a:gd name="connsiteY15" fmla="*/ 726 h 377071"/>
                <a:gd name="connsiteX16" fmla="*/ 0 w 561593"/>
                <a:gd name="connsiteY16" fmla="*/ 10442 h 37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1593" h="377071">
                  <a:moveTo>
                    <a:pt x="0" y="10568"/>
                  </a:moveTo>
                  <a:lnTo>
                    <a:pt x="0" y="337276"/>
                  </a:lnTo>
                  <a:cubicBezTo>
                    <a:pt x="0" y="341975"/>
                    <a:pt x="3302" y="346039"/>
                    <a:pt x="7874" y="346992"/>
                  </a:cubicBezTo>
                  <a:lnTo>
                    <a:pt x="136398" y="374233"/>
                  </a:lnTo>
                  <a:cubicBezTo>
                    <a:pt x="151320" y="377408"/>
                    <a:pt x="166624" y="377852"/>
                    <a:pt x="181673" y="375503"/>
                  </a:cubicBezTo>
                  <a:lnTo>
                    <a:pt x="356044" y="348579"/>
                  </a:lnTo>
                  <a:cubicBezTo>
                    <a:pt x="369888" y="346420"/>
                    <a:pt x="384048" y="346611"/>
                    <a:pt x="397828" y="349150"/>
                  </a:cubicBezTo>
                  <a:lnTo>
                    <a:pt x="549910" y="376900"/>
                  </a:lnTo>
                  <a:cubicBezTo>
                    <a:pt x="556006" y="378043"/>
                    <a:pt x="561594" y="373344"/>
                    <a:pt x="561594" y="367121"/>
                  </a:cubicBezTo>
                  <a:lnTo>
                    <a:pt x="561594" y="40286"/>
                  </a:lnTo>
                  <a:cubicBezTo>
                    <a:pt x="561594" y="35524"/>
                    <a:pt x="558165" y="31396"/>
                    <a:pt x="553466" y="30507"/>
                  </a:cubicBezTo>
                  <a:lnTo>
                    <a:pt x="397828" y="2060"/>
                  </a:lnTo>
                  <a:cubicBezTo>
                    <a:pt x="384048" y="-481"/>
                    <a:pt x="369888" y="-671"/>
                    <a:pt x="356044" y="1488"/>
                  </a:cubicBezTo>
                  <a:lnTo>
                    <a:pt x="181673" y="28412"/>
                  </a:lnTo>
                  <a:cubicBezTo>
                    <a:pt x="166624" y="30761"/>
                    <a:pt x="151257" y="30317"/>
                    <a:pt x="136398" y="27142"/>
                  </a:cubicBezTo>
                  <a:lnTo>
                    <a:pt x="12002" y="726"/>
                  </a:lnTo>
                  <a:cubicBezTo>
                    <a:pt x="5842" y="-608"/>
                    <a:pt x="0" y="4155"/>
                    <a:pt x="0" y="10442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42" name="Forma libre 41">
            <a:extLst>
              <a:ext uri="{FF2B5EF4-FFF2-40B4-BE49-F238E27FC236}">
                <a16:creationId xmlns:a16="http://schemas.microsoft.com/office/drawing/2014/main" id="{ECC8683A-E500-4904-C7F1-876010F8EA51}"/>
              </a:ext>
            </a:extLst>
          </p:cNvPr>
          <p:cNvSpPr/>
          <p:nvPr/>
        </p:nvSpPr>
        <p:spPr>
          <a:xfrm>
            <a:off x="-6603" y="-39941"/>
            <a:ext cx="4691633" cy="6907593"/>
          </a:xfrm>
          <a:custGeom>
            <a:avLst/>
            <a:gdLst>
              <a:gd name="connsiteX0" fmla="*/ 4683316 w 4691633"/>
              <a:gd name="connsiteY0" fmla="*/ 3404235 h 6907593"/>
              <a:gd name="connsiteX1" fmla="*/ 4170998 w 4691633"/>
              <a:gd name="connsiteY1" fmla="*/ 2795842 h 6907593"/>
              <a:gd name="connsiteX2" fmla="*/ 4164648 w 4691633"/>
              <a:gd name="connsiteY2" fmla="*/ 2775966 h 6907593"/>
              <a:gd name="connsiteX3" fmla="*/ 4114991 w 4691633"/>
              <a:gd name="connsiteY3" fmla="*/ 2491613 h 6907593"/>
              <a:gd name="connsiteX4" fmla="*/ 4110609 w 4691633"/>
              <a:gd name="connsiteY4" fmla="*/ 2423668 h 6907593"/>
              <a:gd name="connsiteX5" fmla="*/ 4110609 w 4691633"/>
              <a:gd name="connsiteY5" fmla="*/ 0 h 6907593"/>
              <a:gd name="connsiteX6" fmla="*/ 0 w 4691633"/>
              <a:gd name="connsiteY6" fmla="*/ 0 h 6907593"/>
              <a:gd name="connsiteX7" fmla="*/ 0 w 4691633"/>
              <a:gd name="connsiteY7" fmla="*/ 6907594 h 6907593"/>
              <a:gd name="connsiteX8" fmla="*/ 4110609 w 4691633"/>
              <a:gd name="connsiteY8" fmla="*/ 6907594 h 6907593"/>
              <a:gd name="connsiteX9" fmla="*/ 4110609 w 4691633"/>
              <a:gd name="connsiteY9" fmla="*/ 4469638 h 6907593"/>
              <a:gd name="connsiteX10" fmla="*/ 4110736 w 4691633"/>
              <a:gd name="connsiteY10" fmla="*/ 4465892 h 6907593"/>
              <a:gd name="connsiteX11" fmla="*/ 4115626 w 4691633"/>
              <a:gd name="connsiteY11" fmla="*/ 4406392 h 6907593"/>
              <a:gd name="connsiteX12" fmla="*/ 4120325 w 4691633"/>
              <a:gd name="connsiteY12" fmla="*/ 4333748 h 6907593"/>
              <a:gd name="connsiteX13" fmla="*/ 4146677 w 4691633"/>
              <a:gd name="connsiteY13" fmla="*/ 4129342 h 6907593"/>
              <a:gd name="connsiteX14" fmla="*/ 4167251 w 4691633"/>
              <a:gd name="connsiteY14" fmla="*/ 4047681 h 6907593"/>
              <a:gd name="connsiteX15" fmla="*/ 4167695 w 4691633"/>
              <a:gd name="connsiteY15" fmla="*/ 4046411 h 6907593"/>
              <a:gd name="connsiteX16" fmla="*/ 4683252 w 4691633"/>
              <a:gd name="connsiteY16" fmla="*/ 3428238 h 6907593"/>
              <a:gd name="connsiteX17" fmla="*/ 4683252 w 4691633"/>
              <a:gd name="connsiteY17" fmla="*/ 3404362 h 69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691633" h="6907593">
                <a:moveTo>
                  <a:pt x="4683316" y="3404235"/>
                </a:moveTo>
                <a:cubicBezTo>
                  <a:pt x="4559491" y="3360484"/>
                  <a:pt x="4313936" y="3190558"/>
                  <a:pt x="4170998" y="2795842"/>
                </a:cubicBezTo>
                <a:cubicBezTo>
                  <a:pt x="4168902" y="2789238"/>
                  <a:pt x="4166743" y="2782570"/>
                  <a:pt x="4164648" y="2775966"/>
                </a:cubicBezTo>
                <a:cubicBezTo>
                  <a:pt x="4139057" y="2683256"/>
                  <a:pt x="4121023" y="2587498"/>
                  <a:pt x="4114991" y="2491613"/>
                </a:cubicBezTo>
                <a:cubicBezTo>
                  <a:pt x="4113530" y="2468817"/>
                  <a:pt x="4112070" y="2446147"/>
                  <a:pt x="4110609" y="2423668"/>
                </a:cubicBezTo>
                <a:lnTo>
                  <a:pt x="4110609" y="0"/>
                </a:lnTo>
                <a:lnTo>
                  <a:pt x="0" y="0"/>
                </a:lnTo>
                <a:lnTo>
                  <a:pt x="0" y="6907594"/>
                </a:lnTo>
                <a:lnTo>
                  <a:pt x="4110609" y="6907594"/>
                </a:lnTo>
                <a:lnTo>
                  <a:pt x="4110609" y="4469638"/>
                </a:lnTo>
                <a:cubicBezTo>
                  <a:pt x="4110609" y="4468368"/>
                  <a:pt x="4110736" y="4467162"/>
                  <a:pt x="4110736" y="4465892"/>
                </a:cubicBezTo>
                <a:cubicBezTo>
                  <a:pt x="4112451" y="4446016"/>
                  <a:pt x="4114292" y="4426077"/>
                  <a:pt x="4115626" y="4406392"/>
                </a:cubicBezTo>
                <a:cubicBezTo>
                  <a:pt x="4117213" y="4382326"/>
                  <a:pt x="4118801" y="4358069"/>
                  <a:pt x="4120325" y="4333748"/>
                </a:cubicBezTo>
                <a:cubicBezTo>
                  <a:pt x="4124643" y="4265105"/>
                  <a:pt x="4132199" y="4196525"/>
                  <a:pt x="4146677" y="4129342"/>
                </a:cubicBezTo>
                <a:cubicBezTo>
                  <a:pt x="4152837" y="4101020"/>
                  <a:pt x="4159885" y="4074033"/>
                  <a:pt x="4167251" y="4047681"/>
                </a:cubicBezTo>
                <a:cubicBezTo>
                  <a:pt x="4167378" y="4047236"/>
                  <a:pt x="4167505" y="4046792"/>
                  <a:pt x="4167695" y="4046411"/>
                </a:cubicBezTo>
                <a:cubicBezTo>
                  <a:pt x="4307459" y="3644837"/>
                  <a:pt x="4558475" y="3472370"/>
                  <a:pt x="4683252" y="3428238"/>
                </a:cubicBezTo>
                <a:cubicBezTo>
                  <a:pt x="4694428" y="3424301"/>
                  <a:pt x="4694428" y="3408299"/>
                  <a:pt x="4683252" y="3404362"/>
                </a:cubicBezTo>
              </a:path>
            </a:pathLst>
          </a:custGeom>
          <a:solidFill>
            <a:srgbClr val="0D2057">
              <a:alpha val="74144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43" name="Gráfico 42">
            <a:extLst>
              <a:ext uri="{FF2B5EF4-FFF2-40B4-BE49-F238E27FC236}">
                <a16:creationId xmlns:a16="http://schemas.microsoft.com/office/drawing/2014/main" id="{AF3425F1-1E1C-91AA-6EB0-4CCC98049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478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1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357F71A-E23E-7C72-EBC3-BED8C1AE94BE}"/>
              </a:ext>
            </a:extLst>
          </p:cNvPr>
          <p:cNvSpPr txBox="1"/>
          <p:nvPr/>
        </p:nvSpPr>
        <p:spPr>
          <a:xfrm>
            <a:off x="784510" y="1639792"/>
            <a:ext cx="387697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4500" b="1" spc="0" baseline="0" dirty="0">
              <a:ln/>
              <a:solidFill>
                <a:srgbClr val="0D2157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A69BA86C-3A99-F0D4-E186-39E34C18E9E7}"/>
              </a:ext>
            </a:extLst>
          </p:cNvPr>
          <p:cNvSpPr/>
          <p:nvPr/>
        </p:nvSpPr>
        <p:spPr>
          <a:xfrm>
            <a:off x="842962" y="1172713"/>
            <a:ext cx="3491166" cy="451104"/>
          </a:xfrm>
          <a:custGeom>
            <a:avLst/>
            <a:gdLst>
              <a:gd name="connsiteX0" fmla="*/ 3490595 w 3491166"/>
              <a:gd name="connsiteY0" fmla="*/ 228664 h 451104"/>
              <a:gd name="connsiteX1" fmla="*/ 3491166 w 3491166"/>
              <a:gd name="connsiteY1" fmla="*/ 225616 h 451104"/>
              <a:gd name="connsiteX2" fmla="*/ 3490532 w 3491166"/>
              <a:gd name="connsiteY2" fmla="*/ 222568 h 451104"/>
              <a:gd name="connsiteX3" fmla="*/ 3490532 w 3491166"/>
              <a:gd name="connsiteY3" fmla="*/ 222568 h 451104"/>
              <a:gd name="connsiteX4" fmla="*/ 3490087 w 3491166"/>
              <a:gd name="connsiteY4" fmla="*/ 221933 h 451104"/>
              <a:gd name="connsiteX5" fmla="*/ 3488753 w 3491166"/>
              <a:gd name="connsiteY5" fmla="*/ 220028 h 451104"/>
              <a:gd name="connsiteX6" fmla="*/ 3487230 w 3491166"/>
              <a:gd name="connsiteY6" fmla="*/ 219012 h 451104"/>
              <a:gd name="connsiteX7" fmla="*/ 3486214 w 3491166"/>
              <a:gd name="connsiteY7" fmla="*/ 218377 h 451104"/>
              <a:gd name="connsiteX8" fmla="*/ 3388995 w 3491166"/>
              <a:gd name="connsiteY8" fmla="*/ 136271 h 451104"/>
              <a:gd name="connsiteX9" fmla="*/ 3368993 w 3491166"/>
              <a:gd name="connsiteY9" fmla="*/ 71501 h 451104"/>
              <a:gd name="connsiteX10" fmla="*/ 3368993 w 3491166"/>
              <a:gd name="connsiteY10" fmla="*/ 71184 h 451104"/>
              <a:gd name="connsiteX11" fmla="*/ 3297809 w 3491166"/>
              <a:gd name="connsiteY11" fmla="*/ 0 h 451104"/>
              <a:gd name="connsiteX12" fmla="*/ 71184 w 3491166"/>
              <a:gd name="connsiteY12" fmla="*/ 0 h 451104"/>
              <a:gd name="connsiteX13" fmla="*/ 0 w 3491166"/>
              <a:gd name="connsiteY13" fmla="*/ 71184 h 451104"/>
              <a:gd name="connsiteX14" fmla="*/ 0 w 3491166"/>
              <a:gd name="connsiteY14" fmla="*/ 379921 h 451104"/>
              <a:gd name="connsiteX15" fmla="*/ 71184 w 3491166"/>
              <a:gd name="connsiteY15" fmla="*/ 451104 h 451104"/>
              <a:gd name="connsiteX16" fmla="*/ 3297746 w 3491166"/>
              <a:gd name="connsiteY16" fmla="*/ 451104 h 451104"/>
              <a:gd name="connsiteX17" fmla="*/ 3368929 w 3491166"/>
              <a:gd name="connsiteY17" fmla="*/ 379921 h 451104"/>
              <a:gd name="connsiteX18" fmla="*/ 3368929 w 3491166"/>
              <a:gd name="connsiteY18" fmla="*/ 379921 h 451104"/>
              <a:gd name="connsiteX19" fmla="*/ 3388995 w 3491166"/>
              <a:gd name="connsiteY19" fmla="*/ 315087 h 451104"/>
              <a:gd name="connsiteX20" fmla="*/ 3486341 w 3491166"/>
              <a:gd name="connsiteY20" fmla="*/ 233109 h 451104"/>
              <a:gd name="connsiteX21" fmla="*/ 3487103 w 3491166"/>
              <a:gd name="connsiteY21" fmla="*/ 232601 h 451104"/>
              <a:gd name="connsiteX22" fmla="*/ 3487928 w 3491166"/>
              <a:gd name="connsiteY22" fmla="*/ 232029 h 451104"/>
              <a:gd name="connsiteX23" fmla="*/ 3490468 w 3491166"/>
              <a:gd name="connsiteY23" fmla="*/ 228918 h 451104"/>
              <a:gd name="connsiteX24" fmla="*/ 3490532 w 3491166"/>
              <a:gd name="connsiteY24" fmla="*/ 228854 h 451104"/>
              <a:gd name="connsiteX25" fmla="*/ 3490532 w 3491166"/>
              <a:gd name="connsiteY25" fmla="*/ 228854 h 451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491166" h="451104">
                <a:moveTo>
                  <a:pt x="3490595" y="228664"/>
                </a:moveTo>
                <a:cubicBezTo>
                  <a:pt x="3490976" y="227711"/>
                  <a:pt x="3491166" y="226632"/>
                  <a:pt x="3491166" y="225616"/>
                </a:cubicBezTo>
                <a:cubicBezTo>
                  <a:pt x="3491166" y="224536"/>
                  <a:pt x="3490913" y="223520"/>
                  <a:pt x="3490532" y="222568"/>
                </a:cubicBezTo>
                <a:cubicBezTo>
                  <a:pt x="3490532" y="222568"/>
                  <a:pt x="3490532" y="222568"/>
                  <a:pt x="3490532" y="222568"/>
                </a:cubicBezTo>
                <a:cubicBezTo>
                  <a:pt x="3490405" y="222314"/>
                  <a:pt x="3490214" y="222187"/>
                  <a:pt x="3490087" y="221933"/>
                </a:cubicBezTo>
                <a:cubicBezTo>
                  <a:pt x="3489706" y="221234"/>
                  <a:pt x="3489325" y="220599"/>
                  <a:pt x="3488753" y="220028"/>
                </a:cubicBezTo>
                <a:cubicBezTo>
                  <a:pt x="3488309" y="219583"/>
                  <a:pt x="3487738" y="219329"/>
                  <a:pt x="3487230" y="219012"/>
                </a:cubicBezTo>
                <a:cubicBezTo>
                  <a:pt x="3486912" y="218821"/>
                  <a:pt x="3486595" y="218504"/>
                  <a:pt x="3486214" y="218377"/>
                </a:cubicBezTo>
                <a:cubicBezTo>
                  <a:pt x="3449765" y="203391"/>
                  <a:pt x="3413443" y="171958"/>
                  <a:pt x="3388995" y="136271"/>
                </a:cubicBezTo>
                <a:cubicBezTo>
                  <a:pt x="3375914" y="117221"/>
                  <a:pt x="3368993" y="94615"/>
                  <a:pt x="3368993" y="71501"/>
                </a:cubicBezTo>
                <a:lnTo>
                  <a:pt x="3368993" y="71184"/>
                </a:lnTo>
                <a:cubicBezTo>
                  <a:pt x="3368993" y="31877"/>
                  <a:pt x="3337116" y="0"/>
                  <a:pt x="3297809" y="0"/>
                </a:cubicBezTo>
                <a:lnTo>
                  <a:pt x="71184" y="0"/>
                </a:lnTo>
                <a:cubicBezTo>
                  <a:pt x="31877" y="0"/>
                  <a:pt x="0" y="31877"/>
                  <a:pt x="0" y="71184"/>
                </a:cubicBezTo>
                <a:lnTo>
                  <a:pt x="0" y="379921"/>
                </a:lnTo>
                <a:cubicBezTo>
                  <a:pt x="0" y="419227"/>
                  <a:pt x="31877" y="451104"/>
                  <a:pt x="71184" y="451104"/>
                </a:cubicBezTo>
                <a:lnTo>
                  <a:pt x="3297746" y="451104"/>
                </a:lnTo>
                <a:cubicBezTo>
                  <a:pt x="3337052" y="451104"/>
                  <a:pt x="3368929" y="419227"/>
                  <a:pt x="3368929" y="379921"/>
                </a:cubicBezTo>
                <a:lnTo>
                  <a:pt x="3368929" y="379921"/>
                </a:lnTo>
                <a:cubicBezTo>
                  <a:pt x="3368929" y="356807"/>
                  <a:pt x="3375787" y="334137"/>
                  <a:pt x="3388995" y="315087"/>
                </a:cubicBezTo>
                <a:cubicBezTo>
                  <a:pt x="3413125" y="280353"/>
                  <a:pt x="3449384" y="249047"/>
                  <a:pt x="3486341" y="233109"/>
                </a:cubicBezTo>
                <a:cubicBezTo>
                  <a:pt x="3486658" y="232982"/>
                  <a:pt x="3486849" y="232728"/>
                  <a:pt x="3487103" y="232601"/>
                </a:cubicBezTo>
                <a:cubicBezTo>
                  <a:pt x="3487420" y="232410"/>
                  <a:pt x="3487674" y="232220"/>
                  <a:pt x="3487928" y="232029"/>
                </a:cubicBezTo>
                <a:cubicBezTo>
                  <a:pt x="3489008" y="231204"/>
                  <a:pt x="3489960" y="230188"/>
                  <a:pt x="3490468" y="228918"/>
                </a:cubicBezTo>
                <a:cubicBezTo>
                  <a:pt x="3490468" y="228918"/>
                  <a:pt x="3490468" y="228918"/>
                  <a:pt x="3490532" y="228854"/>
                </a:cubicBezTo>
                <a:cubicBezTo>
                  <a:pt x="3490532" y="228854"/>
                  <a:pt x="3490532" y="228854"/>
                  <a:pt x="3490532" y="228854"/>
                </a:cubicBezTo>
                <a:close/>
              </a:path>
            </a:pathLst>
          </a:custGeom>
          <a:solidFill>
            <a:srgbClr val="0038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B793554-5E5F-C66A-E537-C0247CEB36B7}"/>
              </a:ext>
            </a:extLst>
          </p:cNvPr>
          <p:cNvSpPr txBox="1"/>
          <p:nvPr/>
        </p:nvSpPr>
        <p:spPr>
          <a:xfrm>
            <a:off x="1051595" y="1172713"/>
            <a:ext cx="297430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25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5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5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5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2143D027-8863-C858-CDBC-BAE131B556AD}"/>
              </a:ext>
            </a:extLst>
          </p:cNvPr>
          <p:cNvSpPr/>
          <p:nvPr/>
        </p:nvSpPr>
        <p:spPr>
          <a:xfrm>
            <a:off x="842835" y="3076698"/>
            <a:ext cx="121761" cy="106368"/>
          </a:xfrm>
          <a:custGeom>
            <a:avLst/>
            <a:gdLst>
              <a:gd name="connsiteX0" fmla="*/ 67056 w 121761"/>
              <a:gd name="connsiteY0" fmla="*/ 72584 h 106368"/>
              <a:gd name="connsiteX1" fmla="*/ 67247 w 121761"/>
              <a:gd name="connsiteY1" fmla="*/ 72457 h 106368"/>
              <a:gd name="connsiteX2" fmla="*/ 68136 w 121761"/>
              <a:gd name="connsiteY2" fmla="*/ 71949 h 106368"/>
              <a:gd name="connsiteX3" fmla="*/ 70358 w 121761"/>
              <a:gd name="connsiteY3" fmla="*/ 70679 h 106368"/>
              <a:gd name="connsiteX4" fmla="*/ 71311 w 121761"/>
              <a:gd name="connsiteY4" fmla="*/ 70107 h 106368"/>
              <a:gd name="connsiteX5" fmla="*/ 73406 w 121761"/>
              <a:gd name="connsiteY5" fmla="*/ 69028 h 106368"/>
              <a:gd name="connsiteX6" fmla="*/ 74867 w 121761"/>
              <a:gd name="connsiteY6" fmla="*/ 68266 h 106368"/>
              <a:gd name="connsiteX7" fmla="*/ 77216 w 121761"/>
              <a:gd name="connsiteY7" fmla="*/ 67123 h 106368"/>
              <a:gd name="connsiteX8" fmla="*/ 78613 w 121761"/>
              <a:gd name="connsiteY8" fmla="*/ 66488 h 106368"/>
              <a:gd name="connsiteX9" fmla="*/ 80836 w 121761"/>
              <a:gd name="connsiteY9" fmla="*/ 65535 h 106368"/>
              <a:gd name="connsiteX10" fmla="*/ 81280 w 121761"/>
              <a:gd name="connsiteY10" fmla="*/ 65345 h 106368"/>
              <a:gd name="connsiteX11" fmla="*/ 81407 w 121761"/>
              <a:gd name="connsiteY11" fmla="*/ 65345 h 106368"/>
              <a:gd name="connsiteX12" fmla="*/ 120714 w 121761"/>
              <a:gd name="connsiteY12" fmla="*/ 54296 h 106368"/>
              <a:gd name="connsiteX13" fmla="*/ 120714 w 121761"/>
              <a:gd name="connsiteY13" fmla="*/ 51756 h 106368"/>
              <a:gd name="connsiteX14" fmla="*/ 81343 w 121761"/>
              <a:gd name="connsiteY14" fmla="*/ 40707 h 106368"/>
              <a:gd name="connsiteX15" fmla="*/ 81280 w 121761"/>
              <a:gd name="connsiteY15" fmla="*/ 40707 h 106368"/>
              <a:gd name="connsiteX16" fmla="*/ 80963 w 121761"/>
              <a:gd name="connsiteY16" fmla="*/ 40580 h 106368"/>
              <a:gd name="connsiteX17" fmla="*/ 78486 w 121761"/>
              <a:gd name="connsiteY17" fmla="*/ 39500 h 106368"/>
              <a:gd name="connsiteX18" fmla="*/ 77216 w 121761"/>
              <a:gd name="connsiteY18" fmla="*/ 38929 h 106368"/>
              <a:gd name="connsiteX19" fmla="*/ 74422 w 121761"/>
              <a:gd name="connsiteY19" fmla="*/ 37595 h 106368"/>
              <a:gd name="connsiteX20" fmla="*/ 73533 w 121761"/>
              <a:gd name="connsiteY20" fmla="*/ 37151 h 106368"/>
              <a:gd name="connsiteX21" fmla="*/ 71247 w 121761"/>
              <a:gd name="connsiteY21" fmla="*/ 35944 h 106368"/>
              <a:gd name="connsiteX22" fmla="*/ 70358 w 121761"/>
              <a:gd name="connsiteY22" fmla="*/ 35436 h 106368"/>
              <a:gd name="connsiteX23" fmla="*/ 68009 w 121761"/>
              <a:gd name="connsiteY23" fmla="*/ 34103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9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0 w 121761"/>
              <a:gd name="connsiteY31" fmla="*/ 53534 h 106368"/>
              <a:gd name="connsiteX32" fmla="*/ 0 w 121761"/>
              <a:gd name="connsiteY32" fmla="*/ 53534 h 106368"/>
              <a:gd name="connsiteX33" fmla="*/ 190 w 121761"/>
              <a:gd name="connsiteY33" fmla="*/ 53661 h 106368"/>
              <a:gd name="connsiteX34" fmla="*/ 43307 w 121761"/>
              <a:gd name="connsiteY34" fmla="*/ 65662 h 106368"/>
              <a:gd name="connsiteX35" fmla="*/ 43879 w 121761"/>
              <a:gd name="connsiteY35" fmla="*/ 66996 h 106368"/>
              <a:gd name="connsiteX36" fmla="*/ 34226 w 121761"/>
              <a:gd name="connsiteY36" fmla="*/ 105540 h 106368"/>
              <a:gd name="connsiteX37" fmla="*/ 35814 w 121761"/>
              <a:gd name="connsiteY37" fmla="*/ 105985 h 106368"/>
              <a:gd name="connsiteX38" fmla="*/ 35814 w 121761"/>
              <a:gd name="connsiteY38" fmla="*/ 105985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4"/>
                </a:moveTo>
                <a:cubicBezTo>
                  <a:pt x="67056" y="72584"/>
                  <a:pt x="67183" y="72520"/>
                  <a:pt x="67247" y="72457"/>
                </a:cubicBezTo>
                <a:cubicBezTo>
                  <a:pt x="67564" y="72266"/>
                  <a:pt x="67818" y="72139"/>
                  <a:pt x="68136" y="71949"/>
                </a:cubicBezTo>
                <a:cubicBezTo>
                  <a:pt x="68834" y="71504"/>
                  <a:pt x="69596" y="71060"/>
                  <a:pt x="70358" y="70679"/>
                </a:cubicBezTo>
                <a:cubicBezTo>
                  <a:pt x="70676" y="70488"/>
                  <a:pt x="70993" y="70298"/>
                  <a:pt x="71311" y="70107"/>
                </a:cubicBezTo>
                <a:cubicBezTo>
                  <a:pt x="72009" y="69726"/>
                  <a:pt x="72707" y="69345"/>
                  <a:pt x="73406" y="69028"/>
                </a:cubicBezTo>
                <a:cubicBezTo>
                  <a:pt x="73914" y="68774"/>
                  <a:pt x="74359" y="68520"/>
                  <a:pt x="74867" y="68266"/>
                </a:cubicBezTo>
                <a:cubicBezTo>
                  <a:pt x="75629" y="67885"/>
                  <a:pt x="76454" y="67504"/>
                  <a:pt x="77216" y="67123"/>
                </a:cubicBezTo>
                <a:cubicBezTo>
                  <a:pt x="77661" y="66932"/>
                  <a:pt x="78168" y="66678"/>
                  <a:pt x="78613" y="66488"/>
                </a:cubicBezTo>
                <a:cubicBezTo>
                  <a:pt x="79375" y="66170"/>
                  <a:pt x="80074" y="65853"/>
                  <a:pt x="80836" y="65535"/>
                </a:cubicBezTo>
                <a:cubicBezTo>
                  <a:pt x="80963" y="65535"/>
                  <a:pt x="81153" y="65408"/>
                  <a:pt x="81280" y="65345"/>
                </a:cubicBezTo>
                <a:cubicBezTo>
                  <a:pt x="81280" y="65345"/>
                  <a:pt x="81343" y="65345"/>
                  <a:pt x="81407" y="65345"/>
                </a:cubicBezTo>
                <a:cubicBezTo>
                  <a:pt x="96012" y="59185"/>
                  <a:pt x="111443" y="55883"/>
                  <a:pt x="120714" y="54296"/>
                </a:cubicBezTo>
                <a:cubicBezTo>
                  <a:pt x="122111" y="54042"/>
                  <a:pt x="122111" y="52010"/>
                  <a:pt x="120714" y="51756"/>
                </a:cubicBezTo>
                <a:cubicBezTo>
                  <a:pt x="111379" y="50168"/>
                  <a:pt x="95949" y="46866"/>
                  <a:pt x="81343" y="40707"/>
                </a:cubicBezTo>
                <a:cubicBezTo>
                  <a:pt x="81343" y="40707"/>
                  <a:pt x="81343" y="40707"/>
                  <a:pt x="81280" y="40707"/>
                </a:cubicBezTo>
                <a:cubicBezTo>
                  <a:pt x="81153" y="40707"/>
                  <a:pt x="81090" y="40580"/>
                  <a:pt x="80963" y="40580"/>
                </a:cubicBezTo>
                <a:cubicBezTo>
                  <a:pt x="80137" y="40199"/>
                  <a:pt x="79312" y="39881"/>
                  <a:pt x="78486" y="39500"/>
                </a:cubicBezTo>
                <a:cubicBezTo>
                  <a:pt x="78042" y="39310"/>
                  <a:pt x="77597" y="39119"/>
                  <a:pt x="77216" y="38929"/>
                </a:cubicBezTo>
                <a:cubicBezTo>
                  <a:pt x="76264" y="38484"/>
                  <a:pt x="75311" y="38040"/>
                  <a:pt x="74422" y="37595"/>
                </a:cubicBezTo>
                <a:cubicBezTo>
                  <a:pt x="74104" y="37468"/>
                  <a:pt x="73787" y="37278"/>
                  <a:pt x="73533" y="37151"/>
                </a:cubicBezTo>
                <a:cubicBezTo>
                  <a:pt x="72771" y="36770"/>
                  <a:pt x="72009" y="36389"/>
                  <a:pt x="71247" y="35944"/>
                </a:cubicBezTo>
                <a:cubicBezTo>
                  <a:pt x="70929" y="35754"/>
                  <a:pt x="70676" y="35627"/>
                  <a:pt x="70358" y="35436"/>
                </a:cubicBezTo>
                <a:cubicBezTo>
                  <a:pt x="69596" y="34992"/>
                  <a:pt x="68771" y="34547"/>
                  <a:pt x="68009" y="34103"/>
                </a:cubicBezTo>
                <a:cubicBezTo>
                  <a:pt x="67754" y="33976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5" y="33468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4"/>
                  <a:pt x="34354" y="3"/>
                  <a:pt x="34290" y="829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7"/>
                  <a:pt x="43307" y="40770"/>
                </a:cubicBezTo>
                <a:cubicBezTo>
                  <a:pt x="27432" y="42294"/>
                  <a:pt x="2223" y="52771"/>
                  <a:pt x="190" y="53534"/>
                </a:cubicBezTo>
                <a:lnTo>
                  <a:pt x="0" y="53534"/>
                </a:lnTo>
                <a:cubicBezTo>
                  <a:pt x="0" y="53534"/>
                  <a:pt x="190" y="53661"/>
                  <a:pt x="190" y="53661"/>
                </a:cubicBezTo>
                <a:cubicBezTo>
                  <a:pt x="2159" y="54486"/>
                  <a:pt x="27432" y="64138"/>
                  <a:pt x="43307" y="65662"/>
                </a:cubicBezTo>
                <a:cubicBezTo>
                  <a:pt x="44006" y="65662"/>
                  <a:pt x="44323" y="66488"/>
                  <a:pt x="43879" y="66996"/>
                </a:cubicBezTo>
                <a:cubicBezTo>
                  <a:pt x="40767" y="70552"/>
                  <a:pt x="32512" y="82363"/>
                  <a:pt x="34226" y="105540"/>
                </a:cubicBezTo>
                <a:cubicBezTo>
                  <a:pt x="34226" y="106366"/>
                  <a:pt x="35370" y="106683"/>
                  <a:pt x="35814" y="105985"/>
                </a:cubicBezTo>
                <a:lnTo>
                  <a:pt x="35814" y="105985"/>
                </a:lnTo>
                <a:cubicBezTo>
                  <a:pt x="43625" y="91443"/>
                  <a:pt x="54039" y="80775"/>
                  <a:pt x="66739" y="72901"/>
                </a:cubicBezTo>
                <a:cubicBezTo>
                  <a:pt x="66739" y="72901"/>
                  <a:pt x="66865" y="72838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A896D2A2-375F-E611-E75C-152FC3CD26C3}"/>
              </a:ext>
            </a:extLst>
          </p:cNvPr>
          <p:cNvSpPr/>
          <p:nvPr/>
        </p:nvSpPr>
        <p:spPr>
          <a:xfrm>
            <a:off x="842835" y="3922011"/>
            <a:ext cx="121761" cy="106368"/>
          </a:xfrm>
          <a:custGeom>
            <a:avLst/>
            <a:gdLst>
              <a:gd name="connsiteX0" fmla="*/ 67056 w 121761"/>
              <a:gd name="connsiteY0" fmla="*/ 72583 h 106368"/>
              <a:gd name="connsiteX1" fmla="*/ 67247 w 121761"/>
              <a:gd name="connsiteY1" fmla="*/ 72456 h 106368"/>
              <a:gd name="connsiteX2" fmla="*/ 68136 w 121761"/>
              <a:gd name="connsiteY2" fmla="*/ 71948 h 106368"/>
              <a:gd name="connsiteX3" fmla="*/ 70358 w 121761"/>
              <a:gd name="connsiteY3" fmla="*/ 70679 h 106368"/>
              <a:gd name="connsiteX4" fmla="*/ 71311 w 121761"/>
              <a:gd name="connsiteY4" fmla="*/ 70107 h 106368"/>
              <a:gd name="connsiteX5" fmla="*/ 73406 w 121761"/>
              <a:gd name="connsiteY5" fmla="*/ 69027 h 106368"/>
              <a:gd name="connsiteX6" fmla="*/ 74867 w 121761"/>
              <a:gd name="connsiteY6" fmla="*/ 68266 h 106368"/>
              <a:gd name="connsiteX7" fmla="*/ 77216 w 121761"/>
              <a:gd name="connsiteY7" fmla="*/ 67123 h 106368"/>
              <a:gd name="connsiteX8" fmla="*/ 78613 w 121761"/>
              <a:gd name="connsiteY8" fmla="*/ 66487 h 106368"/>
              <a:gd name="connsiteX9" fmla="*/ 80836 w 121761"/>
              <a:gd name="connsiteY9" fmla="*/ 65535 h 106368"/>
              <a:gd name="connsiteX10" fmla="*/ 81280 w 121761"/>
              <a:gd name="connsiteY10" fmla="*/ 65344 h 106368"/>
              <a:gd name="connsiteX11" fmla="*/ 81407 w 121761"/>
              <a:gd name="connsiteY11" fmla="*/ 65344 h 106368"/>
              <a:gd name="connsiteX12" fmla="*/ 120714 w 121761"/>
              <a:gd name="connsiteY12" fmla="*/ 54295 h 106368"/>
              <a:gd name="connsiteX13" fmla="*/ 120714 w 121761"/>
              <a:gd name="connsiteY13" fmla="*/ 51755 h 106368"/>
              <a:gd name="connsiteX14" fmla="*/ 81343 w 121761"/>
              <a:gd name="connsiteY14" fmla="*/ 40706 h 106368"/>
              <a:gd name="connsiteX15" fmla="*/ 81280 w 121761"/>
              <a:gd name="connsiteY15" fmla="*/ 40706 h 106368"/>
              <a:gd name="connsiteX16" fmla="*/ 80963 w 121761"/>
              <a:gd name="connsiteY16" fmla="*/ 40580 h 106368"/>
              <a:gd name="connsiteX17" fmla="*/ 78486 w 121761"/>
              <a:gd name="connsiteY17" fmla="*/ 39500 h 106368"/>
              <a:gd name="connsiteX18" fmla="*/ 77216 w 121761"/>
              <a:gd name="connsiteY18" fmla="*/ 38929 h 106368"/>
              <a:gd name="connsiteX19" fmla="*/ 74422 w 121761"/>
              <a:gd name="connsiteY19" fmla="*/ 37595 h 106368"/>
              <a:gd name="connsiteX20" fmla="*/ 73533 w 121761"/>
              <a:gd name="connsiteY20" fmla="*/ 37150 h 106368"/>
              <a:gd name="connsiteX21" fmla="*/ 71247 w 121761"/>
              <a:gd name="connsiteY21" fmla="*/ 35944 h 106368"/>
              <a:gd name="connsiteX22" fmla="*/ 70358 w 121761"/>
              <a:gd name="connsiteY22" fmla="*/ 35436 h 106368"/>
              <a:gd name="connsiteX23" fmla="*/ 68009 w 121761"/>
              <a:gd name="connsiteY23" fmla="*/ 34102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9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0 w 121761"/>
              <a:gd name="connsiteY31" fmla="*/ 53533 h 106368"/>
              <a:gd name="connsiteX32" fmla="*/ 0 w 121761"/>
              <a:gd name="connsiteY32" fmla="*/ 53533 h 106368"/>
              <a:gd name="connsiteX33" fmla="*/ 190 w 121761"/>
              <a:gd name="connsiteY33" fmla="*/ 53661 h 106368"/>
              <a:gd name="connsiteX34" fmla="*/ 43307 w 121761"/>
              <a:gd name="connsiteY34" fmla="*/ 65662 h 106368"/>
              <a:gd name="connsiteX35" fmla="*/ 43879 w 121761"/>
              <a:gd name="connsiteY35" fmla="*/ 66995 h 106368"/>
              <a:gd name="connsiteX36" fmla="*/ 34226 w 121761"/>
              <a:gd name="connsiteY36" fmla="*/ 105540 h 106368"/>
              <a:gd name="connsiteX37" fmla="*/ 35814 w 121761"/>
              <a:gd name="connsiteY37" fmla="*/ 105985 h 106368"/>
              <a:gd name="connsiteX38" fmla="*/ 35814 w 121761"/>
              <a:gd name="connsiteY38" fmla="*/ 105985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3"/>
                </a:moveTo>
                <a:cubicBezTo>
                  <a:pt x="67056" y="72583"/>
                  <a:pt x="67183" y="72520"/>
                  <a:pt x="67247" y="72456"/>
                </a:cubicBezTo>
                <a:cubicBezTo>
                  <a:pt x="67564" y="72266"/>
                  <a:pt x="67818" y="72139"/>
                  <a:pt x="68136" y="71948"/>
                </a:cubicBezTo>
                <a:cubicBezTo>
                  <a:pt x="68834" y="71504"/>
                  <a:pt x="69596" y="71060"/>
                  <a:pt x="70358" y="70679"/>
                </a:cubicBezTo>
                <a:cubicBezTo>
                  <a:pt x="70676" y="70488"/>
                  <a:pt x="70993" y="70298"/>
                  <a:pt x="71311" y="70107"/>
                </a:cubicBezTo>
                <a:cubicBezTo>
                  <a:pt x="72009" y="69726"/>
                  <a:pt x="72707" y="69345"/>
                  <a:pt x="73406" y="69027"/>
                </a:cubicBezTo>
                <a:cubicBezTo>
                  <a:pt x="73914" y="68773"/>
                  <a:pt x="74359" y="68519"/>
                  <a:pt x="74867" y="68266"/>
                </a:cubicBezTo>
                <a:cubicBezTo>
                  <a:pt x="75629" y="67885"/>
                  <a:pt x="76454" y="67504"/>
                  <a:pt x="77216" y="67123"/>
                </a:cubicBezTo>
                <a:cubicBezTo>
                  <a:pt x="77661" y="66932"/>
                  <a:pt x="78168" y="66678"/>
                  <a:pt x="78613" y="66487"/>
                </a:cubicBezTo>
                <a:cubicBezTo>
                  <a:pt x="79375" y="66170"/>
                  <a:pt x="80074" y="65852"/>
                  <a:pt x="80836" y="65535"/>
                </a:cubicBezTo>
                <a:cubicBezTo>
                  <a:pt x="80963" y="65535"/>
                  <a:pt x="81153" y="65408"/>
                  <a:pt x="81280" y="65344"/>
                </a:cubicBezTo>
                <a:cubicBezTo>
                  <a:pt x="81280" y="65344"/>
                  <a:pt x="81343" y="65344"/>
                  <a:pt x="81407" y="65344"/>
                </a:cubicBezTo>
                <a:cubicBezTo>
                  <a:pt x="96012" y="59185"/>
                  <a:pt x="111443" y="55883"/>
                  <a:pt x="120714" y="54295"/>
                </a:cubicBezTo>
                <a:cubicBezTo>
                  <a:pt x="122111" y="54042"/>
                  <a:pt x="122111" y="52010"/>
                  <a:pt x="120714" y="51755"/>
                </a:cubicBezTo>
                <a:cubicBezTo>
                  <a:pt x="111379" y="50168"/>
                  <a:pt x="95949" y="46866"/>
                  <a:pt x="81343" y="40706"/>
                </a:cubicBezTo>
                <a:cubicBezTo>
                  <a:pt x="81343" y="40706"/>
                  <a:pt x="81343" y="40706"/>
                  <a:pt x="81280" y="40706"/>
                </a:cubicBezTo>
                <a:cubicBezTo>
                  <a:pt x="81153" y="40706"/>
                  <a:pt x="81090" y="40580"/>
                  <a:pt x="80963" y="40580"/>
                </a:cubicBezTo>
                <a:cubicBezTo>
                  <a:pt x="80137" y="40198"/>
                  <a:pt x="79312" y="39881"/>
                  <a:pt x="78486" y="39500"/>
                </a:cubicBezTo>
                <a:cubicBezTo>
                  <a:pt x="78042" y="39310"/>
                  <a:pt x="77597" y="39119"/>
                  <a:pt x="77216" y="38929"/>
                </a:cubicBezTo>
                <a:cubicBezTo>
                  <a:pt x="76264" y="38484"/>
                  <a:pt x="75311" y="38039"/>
                  <a:pt x="74422" y="37595"/>
                </a:cubicBezTo>
                <a:cubicBezTo>
                  <a:pt x="74104" y="37468"/>
                  <a:pt x="73787" y="37277"/>
                  <a:pt x="73533" y="37150"/>
                </a:cubicBezTo>
                <a:cubicBezTo>
                  <a:pt x="72771" y="36769"/>
                  <a:pt x="72009" y="36388"/>
                  <a:pt x="71247" y="35944"/>
                </a:cubicBezTo>
                <a:cubicBezTo>
                  <a:pt x="70929" y="35754"/>
                  <a:pt x="70676" y="35626"/>
                  <a:pt x="70358" y="35436"/>
                </a:cubicBezTo>
                <a:cubicBezTo>
                  <a:pt x="69596" y="34992"/>
                  <a:pt x="68771" y="34547"/>
                  <a:pt x="68009" y="34102"/>
                </a:cubicBezTo>
                <a:cubicBezTo>
                  <a:pt x="67754" y="33975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5" y="33467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4"/>
                  <a:pt x="34354" y="3"/>
                  <a:pt x="34290" y="829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6"/>
                  <a:pt x="43307" y="40770"/>
                </a:cubicBezTo>
                <a:cubicBezTo>
                  <a:pt x="27432" y="42294"/>
                  <a:pt x="2223" y="52771"/>
                  <a:pt x="190" y="53533"/>
                </a:cubicBezTo>
                <a:lnTo>
                  <a:pt x="0" y="53533"/>
                </a:lnTo>
                <a:cubicBezTo>
                  <a:pt x="0" y="53533"/>
                  <a:pt x="190" y="53661"/>
                  <a:pt x="190" y="53661"/>
                </a:cubicBezTo>
                <a:cubicBezTo>
                  <a:pt x="2159" y="54486"/>
                  <a:pt x="27432" y="64138"/>
                  <a:pt x="43307" y="65662"/>
                </a:cubicBezTo>
                <a:cubicBezTo>
                  <a:pt x="44006" y="65662"/>
                  <a:pt x="44323" y="66487"/>
                  <a:pt x="43879" y="66995"/>
                </a:cubicBezTo>
                <a:cubicBezTo>
                  <a:pt x="40767" y="70551"/>
                  <a:pt x="32512" y="82362"/>
                  <a:pt x="34226" y="105540"/>
                </a:cubicBezTo>
                <a:cubicBezTo>
                  <a:pt x="34226" y="106366"/>
                  <a:pt x="35370" y="106683"/>
                  <a:pt x="35814" y="105985"/>
                </a:cubicBezTo>
                <a:lnTo>
                  <a:pt x="35814" y="105985"/>
                </a:lnTo>
                <a:cubicBezTo>
                  <a:pt x="43625" y="91443"/>
                  <a:pt x="54039" y="80775"/>
                  <a:pt x="66739" y="72901"/>
                </a:cubicBezTo>
                <a:cubicBezTo>
                  <a:pt x="66739" y="72901"/>
                  <a:pt x="66865" y="72837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6F68DFCA-2275-21D4-7FD5-B30BE00C5586}"/>
              </a:ext>
            </a:extLst>
          </p:cNvPr>
          <p:cNvSpPr/>
          <p:nvPr/>
        </p:nvSpPr>
        <p:spPr>
          <a:xfrm>
            <a:off x="842835" y="4778181"/>
            <a:ext cx="121761" cy="106368"/>
          </a:xfrm>
          <a:custGeom>
            <a:avLst/>
            <a:gdLst>
              <a:gd name="connsiteX0" fmla="*/ 67056 w 121761"/>
              <a:gd name="connsiteY0" fmla="*/ 72584 h 106368"/>
              <a:gd name="connsiteX1" fmla="*/ 67247 w 121761"/>
              <a:gd name="connsiteY1" fmla="*/ 72457 h 106368"/>
              <a:gd name="connsiteX2" fmla="*/ 68136 w 121761"/>
              <a:gd name="connsiteY2" fmla="*/ 71949 h 106368"/>
              <a:gd name="connsiteX3" fmla="*/ 70358 w 121761"/>
              <a:gd name="connsiteY3" fmla="*/ 70678 h 106368"/>
              <a:gd name="connsiteX4" fmla="*/ 71311 w 121761"/>
              <a:gd name="connsiteY4" fmla="*/ 70107 h 106368"/>
              <a:gd name="connsiteX5" fmla="*/ 73406 w 121761"/>
              <a:gd name="connsiteY5" fmla="*/ 69028 h 106368"/>
              <a:gd name="connsiteX6" fmla="*/ 74867 w 121761"/>
              <a:gd name="connsiteY6" fmla="*/ 68265 h 106368"/>
              <a:gd name="connsiteX7" fmla="*/ 77216 w 121761"/>
              <a:gd name="connsiteY7" fmla="*/ 67122 h 106368"/>
              <a:gd name="connsiteX8" fmla="*/ 78613 w 121761"/>
              <a:gd name="connsiteY8" fmla="*/ 66488 h 106368"/>
              <a:gd name="connsiteX9" fmla="*/ 80836 w 121761"/>
              <a:gd name="connsiteY9" fmla="*/ 65535 h 106368"/>
              <a:gd name="connsiteX10" fmla="*/ 81280 w 121761"/>
              <a:gd name="connsiteY10" fmla="*/ 65345 h 106368"/>
              <a:gd name="connsiteX11" fmla="*/ 81407 w 121761"/>
              <a:gd name="connsiteY11" fmla="*/ 65345 h 106368"/>
              <a:gd name="connsiteX12" fmla="*/ 120714 w 121761"/>
              <a:gd name="connsiteY12" fmla="*/ 54296 h 106368"/>
              <a:gd name="connsiteX13" fmla="*/ 120714 w 121761"/>
              <a:gd name="connsiteY13" fmla="*/ 51756 h 106368"/>
              <a:gd name="connsiteX14" fmla="*/ 81343 w 121761"/>
              <a:gd name="connsiteY14" fmla="*/ 40707 h 106368"/>
              <a:gd name="connsiteX15" fmla="*/ 81280 w 121761"/>
              <a:gd name="connsiteY15" fmla="*/ 40707 h 106368"/>
              <a:gd name="connsiteX16" fmla="*/ 80963 w 121761"/>
              <a:gd name="connsiteY16" fmla="*/ 40580 h 106368"/>
              <a:gd name="connsiteX17" fmla="*/ 78486 w 121761"/>
              <a:gd name="connsiteY17" fmla="*/ 39500 h 106368"/>
              <a:gd name="connsiteX18" fmla="*/ 77216 w 121761"/>
              <a:gd name="connsiteY18" fmla="*/ 38928 h 106368"/>
              <a:gd name="connsiteX19" fmla="*/ 74422 w 121761"/>
              <a:gd name="connsiteY19" fmla="*/ 37595 h 106368"/>
              <a:gd name="connsiteX20" fmla="*/ 73533 w 121761"/>
              <a:gd name="connsiteY20" fmla="*/ 37151 h 106368"/>
              <a:gd name="connsiteX21" fmla="*/ 71247 w 121761"/>
              <a:gd name="connsiteY21" fmla="*/ 35944 h 106368"/>
              <a:gd name="connsiteX22" fmla="*/ 70358 w 121761"/>
              <a:gd name="connsiteY22" fmla="*/ 35436 h 106368"/>
              <a:gd name="connsiteX23" fmla="*/ 68009 w 121761"/>
              <a:gd name="connsiteY23" fmla="*/ 34103 h 106368"/>
              <a:gd name="connsiteX24" fmla="*/ 67247 w 121761"/>
              <a:gd name="connsiteY24" fmla="*/ 33658 h 106368"/>
              <a:gd name="connsiteX25" fmla="*/ 66993 w 121761"/>
              <a:gd name="connsiteY25" fmla="*/ 33531 h 106368"/>
              <a:gd name="connsiteX26" fmla="*/ 66802 w 121761"/>
              <a:gd name="connsiteY26" fmla="*/ 33404 h 106368"/>
              <a:gd name="connsiteX27" fmla="*/ 35878 w 121761"/>
              <a:gd name="connsiteY27" fmla="*/ 384 h 106368"/>
              <a:gd name="connsiteX28" fmla="*/ 34290 w 121761"/>
              <a:gd name="connsiteY28" fmla="*/ 828 h 106368"/>
              <a:gd name="connsiteX29" fmla="*/ 43879 w 121761"/>
              <a:gd name="connsiteY29" fmla="*/ 39373 h 106368"/>
              <a:gd name="connsiteX30" fmla="*/ 43307 w 121761"/>
              <a:gd name="connsiteY30" fmla="*/ 40770 h 106368"/>
              <a:gd name="connsiteX31" fmla="*/ 190 w 121761"/>
              <a:gd name="connsiteY31" fmla="*/ 53534 h 106368"/>
              <a:gd name="connsiteX32" fmla="*/ 0 w 121761"/>
              <a:gd name="connsiteY32" fmla="*/ 53534 h 106368"/>
              <a:gd name="connsiteX33" fmla="*/ 190 w 121761"/>
              <a:gd name="connsiteY33" fmla="*/ 53660 h 106368"/>
              <a:gd name="connsiteX34" fmla="*/ 43307 w 121761"/>
              <a:gd name="connsiteY34" fmla="*/ 65662 h 106368"/>
              <a:gd name="connsiteX35" fmla="*/ 43879 w 121761"/>
              <a:gd name="connsiteY35" fmla="*/ 66996 h 106368"/>
              <a:gd name="connsiteX36" fmla="*/ 34226 w 121761"/>
              <a:gd name="connsiteY36" fmla="*/ 105540 h 106368"/>
              <a:gd name="connsiteX37" fmla="*/ 35814 w 121761"/>
              <a:gd name="connsiteY37" fmla="*/ 105984 h 106368"/>
              <a:gd name="connsiteX38" fmla="*/ 35814 w 121761"/>
              <a:gd name="connsiteY38" fmla="*/ 105984 h 106368"/>
              <a:gd name="connsiteX39" fmla="*/ 66739 w 121761"/>
              <a:gd name="connsiteY39" fmla="*/ 72901 h 106368"/>
              <a:gd name="connsiteX40" fmla="*/ 66929 w 121761"/>
              <a:gd name="connsiteY40" fmla="*/ 72774 h 1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761" h="106368">
                <a:moveTo>
                  <a:pt x="67056" y="72584"/>
                </a:moveTo>
                <a:cubicBezTo>
                  <a:pt x="67056" y="72584"/>
                  <a:pt x="67183" y="72520"/>
                  <a:pt x="67247" y="72457"/>
                </a:cubicBezTo>
                <a:cubicBezTo>
                  <a:pt x="67564" y="72266"/>
                  <a:pt x="67818" y="72139"/>
                  <a:pt x="68136" y="71949"/>
                </a:cubicBezTo>
                <a:cubicBezTo>
                  <a:pt x="68834" y="71504"/>
                  <a:pt x="69596" y="71059"/>
                  <a:pt x="70358" y="70678"/>
                </a:cubicBezTo>
                <a:cubicBezTo>
                  <a:pt x="70676" y="70488"/>
                  <a:pt x="70993" y="70297"/>
                  <a:pt x="71311" y="70107"/>
                </a:cubicBezTo>
                <a:cubicBezTo>
                  <a:pt x="72009" y="69726"/>
                  <a:pt x="72707" y="69345"/>
                  <a:pt x="73406" y="69028"/>
                </a:cubicBezTo>
                <a:cubicBezTo>
                  <a:pt x="73914" y="68774"/>
                  <a:pt x="74359" y="68520"/>
                  <a:pt x="74867" y="68265"/>
                </a:cubicBezTo>
                <a:cubicBezTo>
                  <a:pt x="75629" y="67884"/>
                  <a:pt x="76454" y="67503"/>
                  <a:pt x="77216" y="67122"/>
                </a:cubicBezTo>
                <a:cubicBezTo>
                  <a:pt x="77661" y="66932"/>
                  <a:pt x="78168" y="66678"/>
                  <a:pt x="78613" y="66488"/>
                </a:cubicBezTo>
                <a:cubicBezTo>
                  <a:pt x="79375" y="66170"/>
                  <a:pt x="80074" y="65853"/>
                  <a:pt x="80836" y="65535"/>
                </a:cubicBezTo>
                <a:cubicBezTo>
                  <a:pt x="80963" y="65535"/>
                  <a:pt x="81153" y="65408"/>
                  <a:pt x="81280" y="65345"/>
                </a:cubicBezTo>
                <a:cubicBezTo>
                  <a:pt x="81280" y="65345"/>
                  <a:pt x="81343" y="65345"/>
                  <a:pt x="81407" y="65345"/>
                </a:cubicBezTo>
                <a:cubicBezTo>
                  <a:pt x="96012" y="59185"/>
                  <a:pt x="111443" y="55883"/>
                  <a:pt x="120714" y="54296"/>
                </a:cubicBezTo>
                <a:cubicBezTo>
                  <a:pt x="122111" y="54041"/>
                  <a:pt x="122111" y="52009"/>
                  <a:pt x="120714" y="51756"/>
                </a:cubicBezTo>
                <a:cubicBezTo>
                  <a:pt x="111379" y="50168"/>
                  <a:pt x="95949" y="46866"/>
                  <a:pt x="81343" y="40707"/>
                </a:cubicBezTo>
                <a:cubicBezTo>
                  <a:pt x="81343" y="40707"/>
                  <a:pt x="81343" y="40707"/>
                  <a:pt x="81280" y="40707"/>
                </a:cubicBezTo>
                <a:cubicBezTo>
                  <a:pt x="81153" y="40707"/>
                  <a:pt x="81090" y="40580"/>
                  <a:pt x="80963" y="40580"/>
                </a:cubicBezTo>
                <a:cubicBezTo>
                  <a:pt x="80137" y="40199"/>
                  <a:pt x="79312" y="39881"/>
                  <a:pt x="78486" y="39500"/>
                </a:cubicBezTo>
                <a:cubicBezTo>
                  <a:pt x="78042" y="39309"/>
                  <a:pt x="77597" y="39119"/>
                  <a:pt x="77216" y="38928"/>
                </a:cubicBezTo>
                <a:cubicBezTo>
                  <a:pt x="76264" y="38484"/>
                  <a:pt x="75311" y="38040"/>
                  <a:pt x="74422" y="37595"/>
                </a:cubicBezTo>
                <a:cubicBezTo>
                  <a:pt x="74104" y="37468"/>
                  <a:pt x="73787" y="37278"/>
                  <a:pt x="73533" y="37151"/>
                </a:cubicBezTo>
                <a:cubicBezTo>
                  <a:pt x="72771" y="36770"/>
                  <a:pt x="72009" y="36389"/>
                  <a:pt x="71247" y="35944"/>
                </a:cubicBezTo>
                <a:cubicBezTo>
                  <a:pt x="70929" y="35753"/>
                  <a:pt x="70676" y="35627"/>
                  <a:pt x="70358" y="35436"/>
                </a:cubicBezTo>
                <a:cubicBezTo>
                  <a:pt x="69596" y="34991"/>
                  <a:pt x="68771" y="34547"/>
                  <a:pt x="68009" y="34103"/>
                </a:cubicBezTo>
                <a:cubicBezTo>
                  <a:pt x="67754" y="33976"/>
                  <a:pt x="67501" y="33785"/>
                  <a:pt x="67247" y="33658"/>
                </a:cubicBezTo>
                <a:lnTo>
                  <a:pt x="66993" y="33531"/>
                </a:lnTo>
                <a:cubicBezTo>
                  <a:pt x="66993" y="33531"/>
                  <a:pt x="66865" y="33468"/>
                  <a:pt x="66802" y="33404"/>
                </a:cubicBezTo>
                <a:cubicBezTo>
                  <a:pt x="54102" y="25530"/>
                  <a:pt x="43688" y="14862"/>
                  <a:pt x="35878" y="384"/>
                </a:cubicBezTo>
                <a:cubicBezTo>
                  <a:pt x="35433" y="-315"/>
                  <a:pt x="34354" y="3"/>
                  <a:pt x="34290" y="828"/>
                </a:cubicBezTo>
                <a:cubicBezTo>
                  <a:pt x="32576" y="23879"/>
                  <a:pt x="40767" y="35690"/>
                  <a:pt x="43879" y="39373"/>
                </a:cubicBezTo>
                <a:cubicBezTo>
                  <a:pt x="44323" y="39881"/>
                  <a:pt x="44006" y="40707"/>
                  <a:pt x="43307" y="40770"/>
                </a:cubicBezTo>
                <a:cubicBezTo>
                  <a:pt x="27432" y="42294"/>
                  <a:pt x="2223" y="52772"/>
                  <a:pt x="190" y="53534"/>
                </a:cubicBezTo>
                <a:lnTo>
                  <a:pt x="0" y="53534"/>
                </a:lnTo>
                <a:cubicBezTo>
                  <a:pt x="0" y="53534"/>
                  <a:pt x="190" y="53660"/>
                  <a:pt x="190" y="53660"/>
                </a:cubicBezTo>
                <a:cubicBezTo>
                  <a:pt x="2159" y="54486"/>
                  <a:pt x="27432" y="64138"/>
                  <a:pt x="43307" y="65662"/>
                </a:cubicBezTo>
                <a:cubicBezTo>
                  <a:pt x="44006" y="65662"/>
                  <a:pt x="44323" y="66488"/>
                  <a:pt x="43879" y="66996"/>
                </a:cubicBezTo>
                <a:cubicBezTo>
                  <a:pt x="40767" y="70552"/>
                  <a:pt x="32512" y="82363"/>
                  <a:pt x="34226" y="105540"/>
                </a:cubicBezTo>
                <a:cubicBezTo>
                  <a:pt x="34226" y="106365"/>
                  <a:pt x="35370" y="106683"/>
                  <a:pt x="35814" y="105984"/>
                </a:cubicBezTo>
                <a:lnTo>
                  <a:pt x="35814" y="105984"/>
                </a:lnTo>
                <a:cubicBezTo>
                  <a:pt x="43625" y="91443"/>
                  <a:pt x="54039" y="80775"/>
                  <a:pt x="66739" y="72901"/>
                </a:cubicBezTo>
                <a:cubicBezTo>
                  <a:pt x="66739" y="72901"/>
                  <a:pt x="66865" y="72838"/>
                  <a:pt x="66929" y="72774"/>
                </a:cubicBezTo>
              </a:path>
            </a:pathLst>
          </a:custGeom>
          <a:solidFill>
            <a:srgbClr val="001C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1D437946-52EB-3337-8A93-E5192865F5A8}"/>
              </a:ext>
            </a:extLst>
          </p:cNvPr>
          <p:cNvSpPr/>
          <p:nvPr/>
        </p:nvSpPr>
        <p:spPr>
          <a:xfrm>
            <a:off x="8482931" y="2661890"/>
            <a:ext cx="1326197" cy="1326261"/>
          </a:xfrm>
          <a:custGeom>
            <a:avLst/>
            <a:gdLst>
              <a:gd name="connsiteX0" fmla="*/ 663130 w 1326197"/>
              <a:gd name="connsiteY0" fmla="*/ 0 h 1326261"/>
              <a:gd name="connsiteX1" fmla="*/ 1326197 w 1326197"/>
              <a:gd name="connsiteY1" fmla="*/ 663067 h 1326261"/>
              <a:gd name="connsiteX2" fmla="*/ 663130 w 1326197"/>
              <a:gd name="connsiteY2" fmla="*/ 1326261 h 1326261"/>
              <a:gd name="connsiteX3" fmla="*/ 0 w 1326197"/>
              <a:gd name="connsiteY3" fmla="*/ 663067 h 1326261"/>
              <a:gd name="connsiteX4" fmla="*/ 663130 w 1326197"/>
              <a:gd name="connsiteY4" fmla="*/ 0 h 1326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261">
                <a:moveTo>
                  <a:pt x="663130" y="0"/>
                </a:moveTo>
                <a:cubicBezTo>
                  <a:pt x="1029398" y="0"/>
                  <a:pt x="1326197" y="296926"/>
                  <a:pt x="1326197" y="663067"/>
                </a:cubicBezTo>
                <a:cubicBezTo>
                  <a:pt x="1326197" y="1029208"/>
                  <a:pt x="1029335" y="1326261"/>
                  <a:pt x="663130" y="1326261"/>
                </a:cubicBezTo>
                <a:cubicBezTo>
                  <a:pt x="296926" y="1326261"/>
                  <a:pt x="0" y="1029335"/>
                  <a:pt x="0" y="663067"/>
                </a:cubicBezTo>
                <a:cubicBezTo>
                  <a:pt x="0" y="296799"/>
                  <a:pt x="296863" y="0"/>
                  <a:pt x="663130" y="0"/>
                </a:cubicBezTo>
                <a:close/>
              </a:path>
            </a:pathLst>
          </a:custGeom>
          <a:blipFill>
            <a:blip r:embed="rId2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0A9BAE0A-E1C7-60F7-D2F1-489B9A816089}"/>
              </a:ext>
            </a:extLst>
          </p:cNvPr>
          <p:cNvSpPr/>
          <p:nvPr/>
        </p:nvSpPr>
        <p:spPr>
          <a:xfrm>
            <a:off x="8482931" y="599602"/>
            <a:ext cx="1326197" cy="1326134"/>
          </a:xfrm>
          <a:custGeom>
            <a:avLst/>
            <a:gdLst>
              <a:gd name="connsiteX0" fmla="*/ 0 w 1326197"/>
              <a:gd name="connsiteY0" fmla="*/ 663067 h 1326134"/>
              <a:gd name="connsiteX1" fmla="*/ 663130 w 1326197"/>
              <a:gd name="connsiteY1" fmla="*/ 0 h 1326134"/>
              <a:gd name="connsiteX2" fmla="*/ 1326197 w 1326197"/>
              <a:gd name="connsiteY2" fmla="*/ 663067 h 1326134"/>
              <a:gd name="connsiteX3" fmla="*/ 663130 w 1326197"/>
              <a:gd name="connsiteY3" fmla="*/ 1326134 h 1326134"/>
              <a:gd name="connsiteX4" fmla="*/ 0 w 1326197"/>
              <a:gd name="connsiteY4" fmla="*/ 663067 h 1326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134">
                <a:moveTo>
                  <a:pt x="0" y="663067"/>
                </a:moveTo>
                <a:cubicBezTo>
                  <a:pt x="0" y="296863"/>
                  <a:pt x="296863" y="0"/>
                  <a:pt x="663130" y="0"/>
                </a:cubicBezTo>
                <a:cubicBezTo>
                  <a:pt x="1029398" y="0"/>
                  <a:pt x="1326197" y="296863"/>
                  <a:pt x="1326197" y="663067"/>
                </a:cubicBezTo>
                <a:cubicBezTo>
                  <a:pt x="1326197" y="1029272"/>
                  <a:pt x="1029335" y="1326134"/>
                  <a:pt x="663130" y="1326134"/>
                </a:cubicBezTo>
                <a:cubicBezTo>
                  <a:pt x="296926" y="1326134"/>
                  <a:pt x="0" y="1029272"/>
                  <a:pt x="0" y="663067"/>
                </a:cubicBezTo>
                <a:close/>
              </a:path>
            </a:pathLst>
          </a:custGeom>
          <a:blipFill>
            <a:blip r:embed="rId3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8BAC5242-92AE-BAE3-F228-45731B377C42}"/>
              </a:ext>
            </a:extLst>
          </p:cNvPr>
          <p:cNvSpPr/>
          <p:nvPr/>
        </p:nvSpPr>
        <p:spPr>
          <a:xfrm>
            <a:off x="8482931" y="4742277"/>
            <a:ext cx="1326197" cy="1326197"/>
          </a:xfrm>
          <a:custGeom>
            <a:avLst/>
            <a:gdLst>
              <a:gd name="connsiteX0" fmla="*/ 663130 w 1326197"/>
              <a:gd name="connsiteY0" fmla="*/ 0 h 1326197"/>
              <a:gd name="connsiteX1" fmla="*/ 1326197 w 1326197"/>
              <a:gd name="connsiteY1" fmla="*/ 663130 h 1326197"/>
              <a:gd name="connsiteX2" fmla="*/ 663130 w 1326197"/>
              <a:gd name="connsiteY2" fmla="*/ 1326197 h 1326197"/>
              <a:gd name="connsiteX3" fmla="*/ 0 w 1326197"/>
              <a:gd name="connsiteY3" fmla="*/ 663130 h 1326197"/>
              <a:gd name="connsiteX4" fmla="*/ 663130 w 1326197"/>
              <a:gd name="connsiteY4" fmla="*/ 0 h 1326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197">
                <a:moveTo>
                  <a:pt x="663130" y="0"/>
                </a:moveTo>
                <a:cubicBezTo>
                  <a:pt x="1029398" y="0"/>
                  <a:pt x="1326197" y="296863"/>
                  <a:pt x="1326197" y="663130"/>
                </a:cubicBezTo>
                <a:cubicBezTo>
                  <a:pt x="1326197" y="1029398"/>
                  <a:pt x="1029335" y="1326197"/>
                  <a:pt x="663130" y="1326197"/>
                </a:cubicBezTo>
                <a:cubicBezTo>
                  <a:pt x="296926" y="1326197"/>
                  <a:pt x="0" y="1029335"/>
                  <a:pt x="0" y="663130"/>
                </a:cubicBezTo>
                <a:cubicBezTo>
                  <a:pt x="0" y="296926"/>
                  <a:pt x="296863" y="0"/>
                  <a:pt x="663130" y="0"/>
                </a:cubicBezTo>
                <a:close/>
              </a:path>
            </a:pathLst>
          </a:custGeom>
          <a:blipFill>
            <a:blip r:embed="rId4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56A22196-6859-0CDF-DEEF-8C665F1B27ED}"/>
              </a:ext>
            </a:extLst>
          </p:cNvPr>
          <p:cNvSpPr/>
          <p:nvPr/>
        </p:nvSpPr>
        <p:spPr>
          <a:xfrm>
            <a:off x="10477275" y="1761523"/>
            <a:ext cx="1326260" cy="1326197"/>
          </a:xfrm>
          <a:custGeom>
            <a:avLst/>
            <a:gdLst>
              <a:gd name="connsiteX0" fmla="*/ 663131 w 1326260"/>
              <a:gd name="connsiteY0" fmla="*/ 1326198 h 1326197"/>
              <a:gd name="connsiteX1" fmla="*/ 0 w 1326260"/>
              <a:gd name="connsiteY1" fmla="*/ 663131 h 1326197"/>
              <a:gd name="connsiteX2" fmla="*/ 663131 w 1326260"/>
              <a:gd name="connsiteY2" fmla="*/ 0 h 1326197"/>
              <a:gd name="connsiteX3" fmla="*/ 1326261 w 1326260"/>
              <a:gd name="connsiteY3" fmla="*/ 663131 h 1326197"/>
              <a:gd name="connsiteX4" fmla="*/ 663131 w 1326260"/>
              <a:gd name="connsiteY4" fmla="*/ 1326198 h 1326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260" h="1326197">
                <a:moveTo>
                  <a:pt x="663131" y="1326198"/>
                </a:moveTo>
                <a:cubicBezTo>
                  <a:pt x="296926" y="1326198"/>
                  <a:pt x="0" y="1029335"/>
                  <a:pt x="0" y="663131"/>
                </a:cubicBezTo>
                <a:cubicBezTo>
                  <a:pt x="0" y="296926"/>
                  <a:pt x="296926" y="0"/>
                  <a:pt x="663131" y="0"/>
                </a:cubicBezTo>
                <a:cubicBezTo>
                  <a:pt x="1029335" y="0"/>
                  <a:pt x="1326261" y="296863"/>
                  <a:pt x="1326261" y="663131"/>
                </a:cubicBezTo>
                <a:cubicBezTo>
                  <a:pt x="1326261" y="1029399"/>
                  <a:pt x="1029335" y="1326198"/>
                  <a:pt x="663131" y="1326198"/>
                </a:cubicBezTo>
                <a:close/>
              </a:path>
            </a:pathLst>
          </a:custGeom>
          <a:blipFill>
            <a:blip r:embed="rId5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F579DDC1-6109-3ED0-FED4-5274963583CC}"/>
              </a:ext>
            </a:extLst>
          </p:cNvPr>
          <p:cNvSpPr/>
          <p:nvPr/>
        </p:nvSpPr>
        <p:spPr>
          <a:xfrm>
            <a:off x="10477275" y="3688241"/>
            <a:ext cx="1326197" cy="1326260"/>
          </a:xfrm>
          <a:custGeom>
            <a:avLst/>
            <a:gdLst>
              <a:gd name="connsiteX0" fmla="*/ 663131 w 1326197"/>
              <a:gd name="connsiteY0" fmla="*/ 0 h 1326260"/>
              <a:gd name="connsiteX1" fmla="*/ 1326197 w 1326197"/>
              <a:gd name="connsiteY1" fmla="*/ 663067 h 1326260"/>
              <a:gd name="connsiteX2" fmla="*/ 663131 w 1326197"/>
              <a:gd name="connsiteY2" fmla="*/ 1326261 h 1326260"/>
              <a:gd name="connsiteX3" fmla="*/ 0 w 1326197"/>
              <a:gd name="connsiteY3" fmla="*/ 663067 h 1326260"/>
              <a:gd name="connsiteX4" fmla="*/ 663131 w 1326197"/>
              <a:gd name="connsiteY4" fmla="*/ 0 h 132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260">
                <a:moveTo>
                  <a:pt x="663131" y="0"/>
                </a:moveTo>
                <a:cubicBezTo>
                  <a:pt x="1029398" y="0"/>
                  <a:pt x="1326197" y="296863"/>
                  <a:pt x="1326197" y="663067"/>
                </a:cubicBezTo>
                <a:cubicBezTo>
                  <a:pt x="1326197" y="1029271"/>
                  <a:pt x="1029335" y="1326261"/>
                  <a:pt x="663131" y="1326261"/>
                </a:cubicBezTo>
                <a:cubicBezTo>
                  <a:pt x="296926" y="1326261"/>
                  <a:pt x="0" y="1029335"/>
                  <a:pt x="0" y="663067"/>
                </a:cubicBezTo>
                <a:cubicBezTo>
                  <a:pt x="0" y="296799"/>
                  <a:pt x="296863" y="0"/>
                  <a:pt x="663131" y="0"/>
                </a:cubicBezTo>
                <a:close/>
              </a:path>
            </a:pathLst>
          </a:custGeom>
          <a:blipFill>
            <a:blip r:embed="rId6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CB552652-4980-129D-BB88-336191E6F14E}"/>
              </a:ext>
            </a:extLst>
          </p:cNvPr>
          <p:cNvSpPr/>
          <p:nvPr/>
        </p:nvSpPr>
        <p:spPr>
          <a:xfrm>
            <a:off x="6703470" y="1959390"/>
            <a:ext cx="1326197" cy="1326197"/>
          </a:xfrm>
          <a:custGeom>
            <a:avLst/>
            <a:gdLst>
              <a:gd name="connsiteX0" fmla="*/ 0 w 1326197"/>
              <a:gd name="connsiteY0" fmla="*/ 663130 h 1326197"/>
              <a:gd name="connsiteX1" fmla="*/ 663130 w 1326197"/>
              <a:gd name="connsiteY1" fmla="*/ 0 h 1326197"/>
              <a:gd name="connsiteX2" fmla="*/ 1326198 w 1326197"/>
              <a:gd name="connsiteY2" fmla="*/ 663130 h 1326197"/>
              <a:gd name="connsiteX3" fmla="*/ 663130 w 1326197"/>
              <a:gd name="connsiteY3" fmla="*/ 1326198 h 1326197"/>
              <a:gd name="connsiteX4" fmla="*/ 0 w 1326197"/>
              <a:gd name="connsiteY4" fmla="*/ 663130 h 1326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197">
                <a:moveTo>
                  <a:pt x="0" y="663130"/>
                </a:moveTo>
                <a:cubicBezTo>
                  <a:pt x="0" y="296863"/>
                  <a:pt x="296863" y="0"/>
                  <a:pt x="663130" y="0"/>
                </a:cubicBezTo>
                <a:cubicBezTo>
                  <a:pt x="1029399" y="0"/>
                  <a:pt x="1326198" y="296863"/>
                  <a:pt x="1326198" y="663130"/>
                </a:cubicBezTo>
                <a:cubicBezTo>
                  <a:pt x="1326198" y="1029398"/>
                  <a:pt x="1029335" y="1326198"/>
                  <a:pt x="663130" y="1326198"/>
                </a:cubicBezTo>
                <a:cubicBezTo>
                  <a:pt x="296926" y="1326198"/>
                  <a:pt x="0" y="1029335"/>
                  <a:pt x="0" y="663130"/>
                </a:cubicBezTo>
                <a:close/>
              </a:path>
            </a:pathLst>
          </a:custGeom>
          <a:blipFill>
            <a:blip r:embed="rId7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93AF4282-2127-7A67-C36A-3062DABA3106}"/>
              </a:ext>
            </a:extLst>
          </p:cNvPr>
          <p:cNvSpPr/>
          <p:nvPr/>
        </p:nvSpPr>
        <p:spPr>
          <a:xfrm>
            <a:off x="6483697" y="3688241"/>
            <a:ext cx="1326197" cy="1326260"/>
          </a:xfrm>
          <a:custGeom>
            <a:avLst/>
            <a:gdLst>
              <a:gd name="connsiteX0" fmla="*/ 663130 w 1326197"/>
              <a:gd name="connsiteY0" fmla="*/ 1326261 h 1326260"/>
              <a:gd name="connsiteX1" fmla="*/ 0 w 1326197"/>
              <a:gd name="connsiteY1" fmla="*/ 663067 h 1326260"/>
              <a:gd name="connsiteX2" fmla="*/ 663130 w 1326197"/>
              <a:gd name="connsiteY2" fmla="*/ 0 h 1326260"/>
              <a:gd name="connsiteX3" fmla="*/ 1326198 w 1326197"/>
              <a:gd name="connsiteY3" fmla="*/ 663067 h 1326260"/>
              <a:gd name="connsiteX4" fmla="*/ 663130 w 1326197"/>
              <a:gd name="connsiteY4" fmla="*/ 1326261 h 1326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6197" h="1326260">
                <a:moveTo>
                  <a:pt x="663130" y="1326261"/>
                </a:moveTo>
                <a:cubicBezTo>
                  <a:pt x="296863" y="1326261"/>
                  <a:pt x="0" y="1029335"/>
                  <a:pt x="0" y="663067"/>
                </a:cubicBezTo>
                <a:cubicBezTo>
                  <a:pt x="0" y="296799"/>
                  <a:pt x="296863" y="0"/>
                  <a:pt x="663130" y="0"/>
                </a:cubicBezTo>
                <a:cubicBezTo>
                  <a:pt x="1029399" y="0"/>
                  <a:pt x="1326198" y="296863"/>
                  <a:pt x="1326198" y="663067"/>
                </a:cubicBezTo>
                <a:cubicBezTo>
                  <a:pt x="1326198" y="1029271"/>
                  <a:pt x="1029335" y="1326261"/>
                  <a:pt x="663130" y="1326261"/>
                </a:cubicBezTo>
                <a:close/>
              </a:path>
            </a:pathLst>
          </a:custGeom>
          <a:blipFill>
            <a:blip r:embed="rId8"/>
            <a:stretch>
              <a:fillRect l="-40000" r="-36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5" name="Gráfico 4">
            <a:extLst>
              <a:ext uri="{FF2B5EF4-FFF2-40B4-BE49-F238E27FC236}">
                <a16:creationId xmlns:a16="http://schemas.microsoft.com/office/drawing/2014/main" id="{AD1A91DE-4D7E-4071-7880-24BE514408D2}"/>
              </a:ext>
            </a:extLst>
          </p:cNvPr>
          <p:cNvGrpSpPr/>
          <p:nvPr/>
        </p:nvGrpSpPr>
        <p:grpSpPr>
          <a:xfrm>
            <a:off x="842962" y="3747134"/>
            <a:ext cx="4273930" cy="893254"/>
            <a:chOff x="842962" y="3747134"/>
            <a:chExt cx="4273930" cy="893254"/>
          </a:xfrm>
          <a:solidFill>
            <a:srgbClr val="001C5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7B94181-9D29-9E6E-BC1D-C387A95055F2}"/>
                </a:ext>
              </a:extLst>
            </p:cNvPr>
            <p:cNvGrpSpPr/>
            <p:nvPr/>
          </p:nvGrpSpPr>
          <p:grpSpPr>
            <a:xfrm>
              <a:off x="842962" y="3747134"/>
              <a:ext cx="4273930" cy="72136"/>
              <a:chOff x="842962" y="3747134"/>
              <a:chExt cx="4273930" cy="72136"/>
            </a:xfrm>
            <a:solidFill>
              <a:srgbClr val="001C5B"/>
            </a:solidFill>
          </p:grpSpPr>
          <p:sp>
            <p:nvSpPr>
              <p:cNvPr id="20" name="Forma libre 19">
                <a:extLst>
                  <a:ext uri="{FF2B5EF4-FFF2-40B4-BE49-F238E27FC236}">
                    <a16:creationId xmlns:a16="http://schemas.microsoft.com/office/drawing/2014/main" id="{B65716CC-69D8-0DDF-EFF6-135B5E26AB8B}"/>
                  </a:ext>
                </a:extLst>
              </p:cNvPr>
              <p:cNvSpPr/>
              <p:nvPr/>
            </p:nvSpPr>
            <p:spPr>
              <a:xfrm>
                <a:off x="842962" y="3777234"/>
                <a:ext cx="4255389" cy="11874"/>
              </a:xfrm>
              <a:custGeom>
                <a:avLst/>
                <a:gdLst>
                  <a:gd name="connsiteX0" fmla="*/ 0 w 4255389"/>
                  <a:gd name="connsiteY0" fmla="*/ 0 h 11874"/>
                  <a:gd name="connsiteX1" fmla="*/ 4255389 w 4255389"/>
                  <a:gd name="connsiteY1" fmla="*/ 0 h 11874"/>
                  <a:gd name="connsiteX2" fmla="*/ 4255389 w 4255389"/>
                  <a:gd name="connsiteY2" fmla="*/ 11875 h 11874"/>
                  <a:gd name="connsiteX3" fmla="*/ 0 w 4255389"/>
                  <a:gd name="connsiteY3" fmla="*/ 11875 h 1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55389" h="11874">
                    <a:moveTo>
                      <a:pt x="0" y="0"/>
                    </a:moveTo>
                    <a:lnTo>
                      <a:pt x="4255389" y="0"/>
                    </a:lnTo>
                    <a:lnTo>
                      <a:pt x="4255389" y="11875"/>
                    </a:lnTo>
                    <a:lnTo>
                      <a:pt x="0" y="11875"/>
                    </a:ln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21" name="Forma libre 20">
                <a:extLst>
                  <a:ext uri="{FF2B5EF4-FFF2-40B4-BE49-F238E27FC236}">
                    <a16:creationId xmlns:a16="http://schemas.microsoft.com/office/drawing/2014/main" id="{0B549834-E98F-AB75-3D71-FC82A9632F31}"/>
                  </a:ext>
                </a:extLst>
              </p:cNvPr>
              <p:cNvSpPr/>
              <p:nvPr/>
            </p:nvSpPr>
            <p:spPr>
              <a:xfrm>
                <a:off x="5044757" y="3747134"/>
                <a:ext cx="72135" cy="72136"/>
              </a:xfrm>
              <a:custGeom>
                <a:avLst/>
                <a:gdLst>
                  <a:gd name="connsiteX0" fmla="*/ 72136 w 72135"/>
                  <a:gd name="connsiteY0" fmla="*/ 36068 h 72136"/>
                  <a:gd name="connsiteX1" fmla="*/ 36068 w 72135"/>
                  <a:gd name="connsiteY1" fmla="*/ 72136 h 72136"/>
                  <a:gd name="connsiteX2" fmla="*/ 0 w 72135"/>
                  <a:gd name="connsiteY2" fmla="*/ 36068 h 72136"/>
                  <a:gd name="connsiteX3" fmla="*/ 36068 w 72135"/>
                  <a:gd name="connsiteY3" fmla="*/ 0 h 72136"/>
                  <a:gd name="connsiteX4" fmla="*/ 72136 w 72135"/>
                  <a:gd name="connsiteY4" fmla="*/ 36068 h 72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135" h="72136">
                    <a:moveTo>
                      <a:pt x="72136" y="36068"/>
                    </a:moveTo>
                    <a:cubicBezTo>
                      <a:pt x="72136" y="56007"/>
                      <a:pt x="56007" y="72136"/>
                      <a:pt x="36068" y="72136"/>
                    </a:cubicBezTo>
                    <a:cubicBezTo>
                      <a:pt x="16129" y="72136"/>
                      <a:pt x="0" y="56007"/>
                      <a:pt x="0" y="36068"/>
                    </a:cubicBezTo>
                    <a:cubicBezTo>
                      <a:pt x="0" y="16129"/>
                      <a:pt x="16129" y="0"/>
                      <a:pt x="36068" y="0"/>
                    </a:cubicBezTo>
                    <a:cubicBezTo>
                      <a:pt x="56007" y="0"/>
                      <a:pt x="72136" y="16129"/>
                      <a:pt x="72136" y="36068"/>
                    </a:cubicBezTo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A90432CA-D1B0-E9AF-4F18-0C1680310FC9}"/>
                </a:ext>
              </a:extLst>
            </p:cNvPr>
            <p:cNvGrpSpPr/>
            <p:nvPr/>
          </p:nvGrpSpPr>
          <p:grpSpPr>
            <a:xfrm>
              <a:off x="842962" y="4568253"/>
              <a:ext cx="4273930" cy="72136"/>
              <a:chOff x="842962" y="4568253"/>
              <a:chExt cx="4273930" cy="72136"/>
            </a:xfrm>
            <a:solidFill>
              <a:srgbClr val="001C5B"/>
            </a:solidFill>
          </p:grpSpPr>
          <p:sp>
            <p:nvSpPr>
              <p:cNvPr id="18" name="Forma libre 17">
                <a:extLst>
                  <a:ext uri="{FF2B5EF4-FFF2-40B4-BE49-F238E27FC236}">
                    <a16:creationId xmlns:a16="http://schemas.microsoft.com/office/drawing/2014/main" id="{BA7E8FA0-89CC-E885-CACC-00A4ACCCE5AC}"/>
                  </a:ext>
                </a:extLst>
              </p:cNvPr>
              <p:cNvSpPr/>
              <p:nvPr/>
            </p:nvSpPr>
            <p:spPr>
              <a:xfrm>
                <a:off x="842962" y="4598352"/>
                <a:ext cx="4255389" cy="11874"/>
              </a:xfrm>
              <a:custGeom>
                <a:avLst/>
                <a:gdLst>
                  <a:gd name="connsiteX0" fmla="*/ 0 w 4255389"/>
                  <a:gd name="connsiteY0" fmla="*/ 0 h 11874"/>
                  <a:gd name="connsiteX1" fmla="*/ 4255389 w 4255389"/>
                  <a:gd name="connsiteY1" fmla="*/ 0 h 11874"/>
                  <a:gd name="connsiteX2" fmla="*/ 4255389 w 4255389"/>
                  <a:gd name="connsiteY2" fmla="*/ 11875 h 11874"/>
                  <a:gd name="connsiteX3" fmla="*/ 0 w 4255389"/>
                  <a:gd name="connsiteY3" fmla="*/ 11875 h 11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55389" h="11874">
                    <a:moveTo>
                      <a:pt x="0" y="0"/>
                    </a:moveTo>
                    <a:lnTo>
                      <a:pt x="4255389" y="0"/>
                    </a:lnTo>
                    <a:lnTo>
                      <a:pt x="4255389" y="11875"/>
                    </a:lnTo>
                    <a:lnTo>
                      <a:pt x="0" y="11875"/>
                    </a:lnTo>
                    <a:close/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9" name="Forma libre 18">
                <a:extLst>
                  <a:ext uri="{FF2B5EF4-FFF2-40B4-BE49-F238E27FC236}">
                    <a16:creationId xmlns:a16="http://schemas.microsoft.com/office/drawing/2014/main" id="{CFE48AF5-35DE-1ACB-1723-5D4FE077152A}"/>
                  </a:ext>
                </a:extLst>
              </p:cNvPr>
              <p:cNvSpPr/>
              <p:nvPr/>
            </p:nvSpPr>
            <p:spPr>
              <a:xfrm>
                <a:off x="5044757" y="4568253"/>
                <a:ext cx="72135" cy="72136"/>
              </a:xfrm>
              <a:custGeom>
                <a:avLst/>
                <a:gdLst>
                  <a:gd name="connsiteX0" fmla="*/ 72136 w 72135"/>
                  <a:gd name="connsiteY0" fmla="*/ 36068 h 72136"/>
                  <a:gd name="connsiteX1" fmla="*/ 36068 w 72135"/>
                  <a:gd name="connsiteY1" fmla="*/ 72136 h 72136"/>
                  <a:gd name="connsiteX2" fmla="*/ 0 w 72135"/>
                  <a:gd name="connsiteY2" fmla="*/ 36068 h 72136"/>
                  <a:gd name="connsiteX3" fmla="*/ 36068 w 72135"/>
                  <a:gd name="connsiteY3" fmla="*/ 0 h 72136"/>
                  <a:gd name="connsiteX4" fmla="*/ 72136 w 72135"/>
                  <a:gd name="connsiteY4" fmla="*/ 36068 h 72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135" h="72136">
                    <a:moveTo>
                      <a:pt x="72136" y="36068"/>
                    </a:moveTo>
                    <a:cubicBezTo>
                      <a:pt x="72136" y="56007"/>
                      <a:pt x="56007" y="72136"/>
                      <a:pt x="36068" y="72136"/>
                    </a:cubicBezTo>
                    <a:cubicBezTo>
                      <a:pt x="16129" y="72136"/>
                      <a:pt x="0" y="56007"/>
                      <a:pt x="0" y="36068"/>
                    </a:cubicBezTo>
                    <a:cubicBezTo>
                      <a:pt x="0" y="16129"/>
                      <a:pt x="16129" y="0"/>
                      <a:pt x="36068" y="0"/>
                    </a:cubicBezTo>
                    <a:cubicBezTo>
                      <a:pt x="56007" y="0"/>
                      <a:pt x="72136" y="16129"/>
                      <a:pt x="72136" y="36068"/>
                    </a:cubicBezTo>
                  </a:path>
                </a:pathLst>
              </a:custGeom>
              <a:solidFill>
                <a:srgbClr val="001C5B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sp>
        <p:nvSpPr>
          <p:cNvPr id="22" name="object 21">
            <a:extLst>
              <a:ext uri="{FF2B5EF4-FFF2-40B4-BE49-F238E27FC236}">
                <a16:creationId xmlns:a16="http://schemas.microsoft.com/office/drawing/2014/main" id="{2310A806-FED7-A88B-B079-FE5B5CEDAF30}"/>
              </a:ext>
            </a:extLst>
          </p:cNvPr>
          <p:cNvSpPr txBox="1"/>
          <p:nvPr/>
        </p:nvSpPr>
        <p:spPr>
          <a:xfrm>
            <a:off x="1167781" y="3058652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A10457DA-94EB-0728-00A3-24DFB5C869F8}"/>
              </a:ext>
            </a:extLst>
          </p:cNvPr>
          <p:cNvSpPr txBox="1"/>
          <p:nvPr/>
        </p:nvSpPr>
        <p:spPr>
          <a:xfrm>
            <a:off x="1167781" y="3896852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D835893D-31BB-A480-4418-11E1CC41C8F0}"/>
              </a:ext>
            </a:extLst>
          </p:cNvPr>
          <p:cNvSpPr txBox="1"/>
          <p:nvPr/>
        </p:nvSpPr>
        <p:spPr>
          <a:xfrm>
            <a:off x="1167781" y="4747752"/>
            <a:ext cx="3876976" cy="567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55123CF8-2523-E444-DB84-915C33C01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050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1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ma libre 24">
            <a:extLst>
              <a:ext uri="{FF2B5EF4-FFF2-40B4-BE49-F238E27FC236}">
                <a16:creationId xmlns:a16="http://schemas.microsoft.com/office/drawing/2014/main" id="{665598CD-34B6-D909-D078-1FA29FA00ABB}"/>
              </a:ext>
            </a:extLst>
          </p:cNvPr>
          <p:cNvSpPr/>
          <p:nvPr/>
        </p:nvSpPr>
        <p:spPr>
          <a:xfrm>
            <a:off x="3376096" y="1032804"/>
            <a:ext cx="5439608" cy="647065"/>
          </a:xfrm>
          <a:custGeom>
            <a:avLst/>
            <a:gdLst>
              <a:gd name="connsiteX0" fmla="*/ 5438784 w 5439608"/>
              <a:gd name="connsiteY0" fmla="*/ 318897 h 647065"/>
              <a:gd name="connsiteX1" fmla="*/ 5438784 w 5439608"/>
              <a:gd name="connsiteY1" fmla="*/ 318897 h 647065"/>
              <a:gd name="connsiteX2" fmla="*/ 5438657 w 5439608"/>
              <a:gd name="connsiteY2" fmla="*/ 318770 h 647065"/>
              <a:gd name="connsiteX3" fmla="*/ 5434973 w 5439608"/>
              <a:gd name="connsiteY3" fmla="*/ 314325 h 647065"/>
              <a:gd name="connsiteX4" fmla="*/ 5433767 w 5439608"/>
              <a:gd name="connsiteY4" fmla="*/ 313500 h 647065"/>
              <a:gd name="connsiteX5" fmla="*/ 5432687 w 5439608"/>
              <a:gd name="connsiteY5" fmla="*/ 312738 h 647065"/>
              <a:gd name="connsiteX6" fmla="*/ 5293114 w 5439608"/>
              <a:gd name="connsiteY6" fmla="*/ 195263 h 647065"/>
              <a:gd name="connsiteX7" fmla="*/ 5264222 w 5439608"/>
              <a:gd name="connsiteY7" fmla="*/ 102108 h 647065"/>
              <a:gd name="connsiteX8" fmla="*/ 5264222 w 5439608"/>
              <a:gd name="connsiteY8" fmla="*/ 102108 h 647065"/>
              <a:gd name="connsiteX9" fmla="*/ 5162114 w 5439608"/>
              <a:gd name="connsiteY9" fmla="*/ 0 h 647065"/>
              <a:gd name="connsiteX10" fmla="*/ 277503 w 5439608"/>
              <a:gd name="connsiteY10" fmla="*/ 0 h 647065"/>
              <a:gd name="connsiteX11" fmla="*/ 175395 w 5439608"/>
              <a:gd name="connsiteY11" fmla="*/ 102108 h 647065"/>
              <a:gd name="connsiteX12" fmla="*/ 175395 w 5439608"/>
              <a:gd name="connsiteY12" fmla="*/ 102108 h 647065"/>
              <a:gd name="connsiteX13" fmla="*/ 146503 w 5439608"/>
              <a:gd name="connsiteY13" fmla="*/ 195263 h 647065"/>
              <a:gd name="connsiteX14" fmla="*/ 6930 w 5439608"/>
              <a:gd name="connsiteY14" fmla="*/ 312738 h 647065"/>
              <a:gd name="connsiteX15" fmla="*/ 5850 w 5439608"/>
              <a:gd name="connsiteY15" fmla="*/ 313500 h 647065"/>
              <a:gd name="connsiteX16" fmla="*/ 4644 w 5439608"/>
              <a:gd name="connsiteY16" fmla="*/ 314325 h 647065"/>
              <a:gd name="connsiteX17" fmla="*/ 961 w 5439608"/>
              <a:gd name="connsiteY17" fmla="*/ 318770 h 647065"/>
              <a:gd name="connsiteX18" fmla="*/ 834 w 5439608"/>
              <a:gd name="connsiteY18" fmla="*/ 318897 h 647065"/>
              <a:gd name="connsiteX19" fmla="*/ 834 w 5439608"/>
              <a:gd name="connsiteY19" fmla="*/ 318897 h 647065"/>
              <a:gd name="connsiteX20" fmla="*/ 8 w 5439608"/>
              <a:gd name="connsiteY20" fmla="*/ 323279 h 647065"/>
              <a:gd name="connsiteX21" fmla="*/ 961 w 5439608"/>
              <a:gd name="connsiteY21" fmla="*/ 327660 h 647065"/>
              <a:gd name="connsiteX22" fmla="*/ 961 w 5439608"/>
              <a:gd name="connsiteY22" fmla="*/ 327660 h 647065"/>
              <a:gd name="connsiteX23" fmla="*/ 1596 w 5439608"/>
              <a:gd name="connsiteY23" fmla="*/ 328549 h 647065"/>
              <a:gd name="connsiteX24" fmla="*/ 3500 w 5439608"/>
              <a:gd name="connsiteY24" fmla="*/ 331280 h 647065"/>
              <a:gd name="connsiteX25" fmla="*/ 5723 w 5439608"/>
              <a:gd name="connsiteY25" fmla="*/ 332740 h 647065"/>
              <a:gd name="connsiteX26" fmla="*/ 7120 w 5439608"/>
              <a:gd name="connsiteY26" fmla="*/ 333693 h 647065"/>
              <a:gd name="connsiteX27" fmla="*/ 146566 w 5439608"/>
              <a:gd name="connsiteY27" fmla="*/ 451358 h 647065"/>
              <a:gd name="connsiteX28" fmla="*/ 175395 w 5439608"/>
              <a:gd name="connsiteY28" fmla="*/ 544449 h 647065"/>
              <a:gd name="connsiteX29" fmla="*/ 175395 w 5439608"/>
              <a:gd name="connsiteY29" fmla="*/ 544957 h 647065"/>
              <a:gd name="connsiteX30" fmla="*/ 277503 w 5439608"/>
              <a:gd name="connsiteY30" fmla="*/ 647065 h 647065"/>
              <a:gd name="connsiteX31" fmla="*/ 5162114 w 5439608"/>
              <a:gd name="connsiteY31" fmla="*/ 647065 h 647065"/>
              <a:gd name="connsiteX32" fmla="*/ 5264222 w 5439608"/>
              <a:gd name="connsiteY32" fmla="*/ 544957 h 647065"/>
              <a:gd name="connsiteX33" fmla="*/ 5264222 w 5439608"/>
              <a:gd name="connsiteY33" fmla="*/ 544449 h 647065"/>
              <a:gd name="connsiteX34" fmla="*/ 5293051 w 5439608"/>
              <a:gd name="connsiteY34" fmla="*/ 451358 h 647065"/>
              <a:gd name="connsiteX35" fmla="*/ 5432497 w 5439608"/>
              <a:gd name="connsiteY35" fmla="*/ 333693 h 647065"/>
              <a:gd name="connsiteX36" fmla="*/ 5433894 w 5439608"/>
              <a:gd name="connsiteY36" fmla="*/ 332740 h 647065"/>
              <a:gd name="connsiteX37" fmla="*/ 5436116 w 5439608"/>
              <a:gd name="connsiteY37" fmla="*/ 331280 h 647065"/>
              <a:gd name="connsiteX38" fmla="*/ 5438022 w 5439608"/>
              <a:gd name="connsiteY38" fmla="*/ 328549 h 647065"/>
              <a:gd name="connsiteX39" fmla="*/ 5438657 w 5439608"/>
              <a:gd name="connsiteY39" fmla="*/ 327660 h 647065"/>
              <a:gd name="connsiteX40" fmla="*/ 5438657 w 5439608"/>
              <a:gd name="connsiteY40" fmla="*/ 327660 h 647065"/>
              <a:gd name="connsiteX41" fmla="*/ 5439609 w 5439608"/>
              <a:gd name="connsiteY41" fmla="*/ 323279 h 647065"/>
              <a:gd name="connsiteX42" fmla="*/ 5438784 w 5439608"/>
              <a:gd name="connsiteY42" fmla="*/ 318897 h 647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439608" h="647065">
                <a:moveTo>
                  <a:pt x="5438784" y="318897"/>
                </a:moveTo>
                <a:cubicBezTo>
                  <a:pt x="5438784" y="318897"/>
                  <a:pt x="5438784" y="318897"/>
                  <a:pt x="5438784" y="318897"/>
                </a:cubicBezTo>
                <a:cubicBezTo>
                  <a:pt x="5438784" y="318897"/>
                  <a:pt x="5438720" y="318834"/>
                  <a:pt x="5438657" y="318770"/>
                </a:cubicBezTo>
                <a:cubicBezTo>
                  <a:pt x="5437895" y="316992"/>
                  <a:pt x="5436561" y="315532"/>
                  <a:pt x="5434973" y="314325"/>
                </a:cubicBezTo>
                <a:cubicBezTo>
                  <a:pt x="5434592" y="314008"/>
                  <a:pt x="5434211" y="313754"/>
                  <a:pt x="5433767" y="313500"/>
                </a:cubicBezTo>
                <a:cubicBezTo>
                  <a:pt x="5433386" y="313246"/>
                  <a:pt x="5433132" y="312928"/>
                  <a:pt x="5432687" y="312738"/>
                </a:cubicBezTo>
                <a:cubicBezTo>
                  <a:pt x="5379728" y="289941"/>
                  <a:pt x="5327722" y="245047"/>
                  <a:pt x="5293114" y="195263"/>
                </a:cubicBezTo>
                <a:cubicBezTo>
                  <a:pt x="5274128" y="167958"/>
                  <a:pt x="5264222" y="135382"/>
                  <a:pt x="5264222" y="102108"/>
                </a:cubicBezTo>
                <a:lnTo>
                  <a:pt x="5264222" y="102108"/>
                </a:lnTo>
                <a:cubicBezTo>
                  <a:pt x="5264222" y="45720"/>
                  <a:pt x="5218502" y="0"/>
                  <a:pt x="5162114" y="0"/>
                </a:cubicBezTo>
                <a:lnTo>
                  <a:pt x="277503" y="0"/>
                </a:lnTo>
                <a:cubicBezTo>
                  <a:pt x="221115" y="0"/>
                  <a:pt x="175395" y="45720"/>
                  <a:pt x="175395" y="102108"/>
                </a:cubicBezTo>
                <a:lnTo>
                  <a:pt x="175395" y="102108"/>
                </a:lnTo>
                <a:cubicBezTo>
                  <a:pt x="175395" y="135382"/>
                  <a:pt x="165489" y="167958"/>
                  <a:pt x="146503" y="195263"/>
                </a:cubicBezTo>
                <a:cubicBezTo>
                  <a:pt x="111895" y="245047"/>
                  <a:pt x="59952" y="289941"/>
                  <a:pt x="6930" y="312738"/>
                </a:cubicBezTo>
                <a:cubicBezTo>
                  <a:pt x="6485" y="312928"/>
                  <a:pt x="6231" y="313246"/>
                  <a:pt x="5850" y="313500"/>
                </a:cubicBezTo>
                <a:cubicBezTo>
                  <a:pt x="5406" y="313754"/>
                  <a:pt x="5088" y="314008"/>
                  <a:pt x="4644" y="314325"/>
                </a:cubicBezTo>
                <a:cubicBezTo>
                  <a:pt x="3056" y="315532"/>
                  <a:pt x="1723" y="316992"/>
                  <a:pt x="961" y="318770"/>
                </a:cubicBezTo>
                <a:cubicBezTo>
                  <a:pt x="961" y="318770"/>
                  <a:pt x="897" y="318834"/>
                  <a:pt x="834" y="318897"/>
                </a:cubicBezTo>
                <a:cubicBezTo>
                  <a:pt x="834" y="318897"/>
                  <a:pt x="834" y="318897"/>
                  <a:pt x="834" y="318897"/>
                </a:cubicBezTo>
                <a:cubicBezTo>
                  <a:pt x="262" y="320294"/>
                  <a:pt x="-56" y="321755"/>
                  <a:pt x="8" y="323279"/>
                </a:cubicBezTo>
                <a:cubicBezTo>
                  <a:pt x="8" y="324803"/>
                  <a:pt x="325" y="326263"/>
                  <a:pt x="961" y="327660"/>
                </a:cubicBezTo>
                <a:cubicBezTo>
                  <a:pt x="961" y="327660"/>
                  <a:pt x="961" y="327660"/>
                  <a:pt x="961" y="327660"/>
                </a:cubicBezTo>
                <a:cubicBezTo>
                  <a:pt x="1088" y="327978"/>
                  <a:pt x="1405" y="328232"/>
                  <a:pt x="1596" y="328549"/>
                </a:cubicBezTo>
                <a:cubicBezTo>
                  <a:pt x="2104" y="329502"/>
                  <a:pt x="2675" y="330518"/>
                  <a:pt x="3500" y="331280"/>
                </a:cubicBezTo>
                <a:cubicBezTo>
                  <a:pt x="4136" y="331915"/>
                  <a:pt x="4961" y="332296"/>
                  <a:pt x="5723" y="332740"/>
                </a:cubicBezTo>
                <a:cubicBezTo>
                  <a:pt x="6231" y="333058"/>
                  <a:pt x="6612" y="333439"/>
                  <a:pt x="7120" y="333693"/>
                </a:cubicBezTo>
                <a:cubicBezTo>
                  <a:pt x="59317" y="355156"/>
                  <a:pt x="111450" y="400241"/>
                  <a:pt x="146566" y="451358"/>
                </a:cubicBezTo>
                <a:cubicBezTo>
                  <a:pt x="165362" y="478727"/>
                  <a:pt x="175395" y="511175"/>
                  <a:pt x="175395" y="544449"/>
                </a:cubicBezTo>
                <a:lnTo>
                  <a:pt x="175395" y="544957"/>
                </a:lnTo>
                <a:cubicBezTo>
                  <a:pt x="175395" y="601345"/>
                  <a:pt x="221115" y="647065"/>
                  <a:pt x="277503" y="647065"/>
                </a:cubicBezTo>
                <a:lnTo>
                  <a:pt x="5162114" y="647065"/>
                </a:lnTo>
                <a:cubicBezTo>
                  <a:pt x="5218502" y="647065"/>
                  <a:pt x="5264222" y="601345"/>
                  <a:pt x="5264222" y="544957"/>
                </a:cubicBezTo>
                <a:lnTo>
                  <a:pt x="5264222" y="544449"/>
                </a:lnTo>
                <a:cubicBezTo>
                  <a:pt x="5264222" y="511238"/>
                  <a:pt x="5274255" y="478790"/>
                  <a:pt x="5293051" y="451358"/>
                </a:cubicBezTo>
                <a:cubicBezTo>
                  <a:pt x="5328166" y="400241"/>
                  <a:pt x="5380236" y="355156"/>
                  <a:pt x="5432497" y="333693"/>
                </a:cubicBezTo>
                <a:cubicBezTo>
                  <a:pt x="5433069" y="333439"/>
                  <a:pt x="5433449" y="333058"/>
                  <a:pt x="5433894" y="332740"/>
                </a:cubicBezTo>
                <a:cubicBezTo>
                  <a:pt x="5434656" y="332296"/>
                  <a:pt x="5435482" y="331915"/>
                  <a:pt x="5436116" y="331280"/>
                </a:cubicBezTo>
                <a:cubicBezTo>
                  <a:pt x="5436942" y="330518"/>
                  <a:pt x="5437513" y="329502"/>
                  <a:pt x="5438022" y="328549"/>
                </a:cubicBezTo>
                <a:cubicBezTo>
                  <a:pt x="5438212" y="328232"/>
                  <a:pt x="5438466" y="328041"/>
                  <a:pt x="5438657" y="327660"/>
                </a:cubicBezTo>
                <a:cubicBezTo>
                  <a:pt x="5438657" y="327660"/>
                  <a:pt x="5438657" y="327660"/>
                  <a:pt x="5438657" y="327660"/>
                </a:cubicBezTo>
                <a:cubicBezTo>
                  <a:pt x="5439228" y="326263"/>
                  <a:pt x="5439546" y="324803"/>
                  <a:pt x="5439609" y="323279"/>
                </a:cubicBezTo>
                <a:cubicBezTo>
                  <a:pt x="5439609" y="321755"/>
                  <a:pt x="5439291" y="320294"/>
                  <a:pt x="5438784" y="318897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26" name="object 105">
            <a:extLst>
              <a:ext uri="{FF2B5EF4-FFF2-40B4-BE49-F238E27FC236}">
                <a16:creationId xmlns:a16="http://schemas.microsoft.com/office/drawing/2014/main" id="{959B03BC-FBE6-58C2-73C0-CBB547015D08}"/>
              </a:ext>
            </a:extLst>
          </p:cNvPr>
          <p:cNvSpPr txBox="1"/>
          <p:nvPr/>
        </p:nvSpPr>
        <p:spPr>
          <a:xfrm>
            <a:off x="1875531" y="1524971"/>
            <a:ext cx="8440737" cy="1240049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 algn="ctr">
              <a:spcBef>
                <a:spcPts val="69"/>
              </a:spcBef>
            </a:pPr>
            <a:r>
              <a:rPr lang="es-ES" sz="8000" b="1" spc="161" dirty="0" err="1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Lorem</a:t>
            </a:r>
            <a:r>
              <a:rPr lang="es-ES"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 </a:t>
            </a:r>
            <a:r>
              <a:rPr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ipsum</a:t>
            </a:r>
            <a:endParaRPr sz="8000" b="1" dirty="0">
              <a:latin typeface="Libre Franklin Black" pitchFamily="2" charset="77"/>
              <a:cs typeface="Libre Franklin Black"/>
            </a:endParaRPr>
          </a:p>
        </p:txBody>
      </p:sp>
      <p:sp>
        <p:nvSpPr>
          <p:cNvPr id="27" name="object 112">
            <a:extLst>
              <a:ext uri="{FF2B5EF4-FFF2-40B4-BE49-F238E27FC236}">
                <a16:creationId xmlns:a16="http://schemas.microsoft.com/office/drawing/2014/main" id="{5A924E4F-0391-8A9E-4E63-13838381DDA1}"/>
              </a:ext>
            </a:extLst>
          </p:cNvPr>
          <p:cNvSpPr txBox="1">
            <a:spLocks/>
          </p:cNvSpPr>
          <p:nvPr/>
        </p:nvSpPr>
        <p:spPr>
          <a:xfrm>
            <a:off x="3376095" y="1045616"/>
            <a:ext cx="5439608" cy="623718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algn="ctr">
              <a:lnSpc>
                <a:spcPct val="100000"/>
              </a:lnSpc>
              <a:spcBef>
                <a:spcPts val="64"/>
              </a:spcBef>
            </a:pP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Lorem</a:t>
            </a:r>
            <a:r>
              <a:rPr lang="es-CO" sz="4000" spc="-39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ipsum</a:t>
            </a:r>
            <a:r>
              <a:rPr lang="es-CO" sz="4000" spc="-36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spc="-6" dirty="0">
                <a:solidFill>
                  <a:schemeClr val="tx2"/>
                </a:solidFill>
                <a:latin typeface="Libre Franklin" pitchFamily="2" charset="77"/>
              </a:rPr>
              <a:t>dolor</a:t>
            </a:r>
            <a:endParaRPr lang="es-CO" sz="4000" dirty="0">
              <a:solidFill>
                <a:schemeClr val="tx2"/>
              </a:solidFill>
              <a:latin typeface="Libre Franklin" pitchFamily="2" charset="77"/>
            </a:endParaRPr>
          </a:p>
        </p:txBody>
      </p:sp>
      <p:sp>
        <p:nvSpPr>
          <p:cNvPr id="28" name="object 113">
            <a:extLst>
              <a:ext uri="{FF2B5EF4-FFF2-40B4-BE49-F238E27FC236}">
                <a16:creationId xmlns:a16="http://schemas.microsoft.com/office/drawing/2014/main" id="{1C7FACCF-C687-5168-582F-2C624E078D2E}"/>
              </a:ext>
            </a:extLst>
          </p:cNvPr>
          <p:cNvSpPr txBox="1"/>
          <p:nvPr/>
        </p:nvSpPr>
        <p:spPr>
          <a:xfrm>
            <a:off x="1383319" y="4299220"/>
            <a:ext cx="1911148" cy="128581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 algn="ctr">
              <a:lnSpc>
                <a:spcPct val="102299"/>
              </a:lnSpc>
              <a:spcBef>
                <a:spcPts val="58"/>
              </a:spcBef>
            </a:pP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91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91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91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91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91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29" name="object 118">
            <a:extLst>
              <a:ext uri="{FF2B5EF4-FFF2-40B4-BE49-F238E27FC236}">
                <a16:creationId xmlns:a16="http://schemas.microsoft.com/office/drawing/2014/main" id="{49922A33-178E-CE71-08A2-E743B0183EF4}"/>
              </a:ext>
            </a:extLst>
          </p:cNvPr>
          <p:cNvSpPr txBox="1"/>
          <p:nvPr/>
        </p:nvSpPr>
        <p:spPr>
          <a:xfrm>
            <a:off x="3898385" y="4299220"/>
            <a:ext cx="1827516" cy="128581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 algn="ctr">
              <a:lnSpc>
                <a:spcPct val="102299"/>
              </a:lnSpc>
              <a:spcBef>
                <a:spcPts val="58"/>
              </a:spcBef>
            </a:pP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91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91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91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91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91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30" name="object 129">
            <a:extLst>
              <a:ext uri="{FF2B5EF4-FFF2-40B4-BE49-F238E27FC236}">
                <a16:creationId xmlns:a16="http://schemas.microsoft.com/office/drawing/2014/main" id="{423AC66C-FA5E-1E02-23D6-94EF10D70C95}"/>
              </a:ext>
            </a:extLst>
          </p:cNvPr>
          <p:cNvSpPr txBox="1"/>
          <p:nvPr/>
        </p:nvSpPr>
        <p:spPr>
          <a:xfrm>
            <a:off x="6435405" y="4299220"/>
            <a:ext cx="1827516" cy="128581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algn="ctr">
              <a:lnSpc>
                <a:spcPct val="102299"/>
              </a:lnSpc>
              <a:spcBef>
                <a:spcPts val="58"/>
              </a:spcBef>
            </a:pP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91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91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91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91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91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31" name="object 130">
            <a:extLst>
              <a:ext uri="{FF2B5EF4-FFF2-40B4-BE49-F238E27FC236}">
                <a16:creationId xmlns:a16="http://schemas.microsoft.com/office/drawing/2014/main" id="{74847012-C469-E039-6749-92639CEEEBE9}"/>
              </a:ext>
            </a:extLst>
          </p:cNvPr>
          <p:cNvSpPr txBox="1"/>
          <p:nvPr/>
        </p:nvSpPr>
        <p:spPr>
          <a:xfrm>
            <a:off x="8897533" y="4299220"/>
            <a:ext cx="1911148" cy="128581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algn="ctr">
              <a:lnSpc>
                <a:spcPct val="102299"/>
              </a:lnSpc>
              <a:spcBef>
                <a:spcPts val="58"/>
              </a:spcBef>
            </a:pP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91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91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91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91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91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91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91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91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91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91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91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91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91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910" dirty="0">
              <a:latin typeface="Libre Franklin" pitchFamily="2" charset="77"/>
              <a:cs typeface="Libre Franklin Medium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A5E57F52-FAD3-DAC4-4EBD-826A5D0F25E4}"/>
              </a:ext>
            </a:extLst>
          </p:cNvPr>
          <p:cNvGrpSpPr/>
          <p:nvPr/>
        </p:nvGrpSpPr>
        <p:grpSpPr>
          <a:xfrm>
            <a:off x="1241990" y="3429000"/>
            <a:ext cx="2193809" cy="2459792"/>
            <a:chOff x="2047426" y="4921486"/>
            <a:chExt cx="3617754" cy="4056379"/>
          </a:xfrm>
        </p:grpSpPr>
        <p:sp>
          <p:nvSpPr>
            <p:cNvPr id="33" name="object 115">
              <a:extLst>
                <a:ext uri="{FF2B5EF4-FFF2-40B4-BE49-F238E27FC236}">
                  <a16:creationId xmlns:a16="http://schemas.microsoft.com/office/drawing/2014/main" id="{381FA28C-6140-8393-9A1F-716DE1F2511B}"/>
                </a:ext>
              </a:extLst>
            </p:cNvPr>
            <p:cNvSpPr/>
            <p:nvPr/>
          </p:nvSpPr>
          <p:spPr>
            <a:xfrm>
              <a:off x="2063063" y="4921486"/>
              <a:ext cx="3586479" cy="4056379"/>
            </a:xfrm>
            <a:custGeom>
              <a:avLst/>
              <a:gdLst/>
              <a:ahLst/>
              <a:cxnLst/>
              <a:rect l="l" t="t" r="r" b="b"/>
              <a:pathLst>
                <a:path w="3586479" h="4056379">
                  <a:moveTo>
                    <a:pt x="0" y="144194"/>
                  </a:moveTo>
                  <a:lnTo>
                    <a:pt x="0" y="3680128"/>
                  </a:lnTo>
                  <a:lnTo>
                    <a:pt x="7373" y="3725845"/>
                  </a:lnTo>
                  <a:lnTo>
                    <a:pt x="27905" y="3765549"/>
                  </a:lnTo>
                  <a:lnTo>
                    <a:pt x="59213" y="3796857"/>
                  </a:lnTo>
                  <a:lnTo>
                    <a:pt x="98917" y="3817389"/>
                  </a:lnTo>
                  <a:lnTo>
                    <a:pt x="144634" y="3824763"/>
                  </a:lnTo>
                  <a:lnTo>
                    <a:pt x="1475211" y="3824763"/>
                  </a:lnTo>
                  <a:lnTo>
                    <a:pt x="1475567" y="3824773"/>
                  </a:lnTo>
                  <a:lnTo>
                    <a:pt x="1475934" y="3824794"/>
                  </a:lnTo>
                  <a:lnTo>
                    <a:pt x="1476290" y="3824805"/>
                  </a:lnTo>
                  <a:lnTo>
                    <a:pt x="1482467" y="3825349"/>
                  </a:lnTo>
                  <a:lnTo>
                    <a:pt x="1517388" y="3827810"/>
                  </a:lnTo>
                  <a:lnTo>
                    <a:pt x="1533376" y="3829026"/>
                  </a:lnTo>
                  <a:lnTo>
                    <a:pt x="1580936" y="3836019"/>
                  </a:lnTo>
                  <a:lnTo>
                    <a:pt x="1606453" y="3842448"/>
                  </a:lnTo>
                  <a:lnTo>
                    <a:pt x="1663341" y="3870459"/>
                  </a:lnTo>
                  <a:lnTo>
                    <a:pt x="1708987" y="3907613"/>
                  </a:lnTo>
                  <a:lnTo>
                    <a:pt x="1744494" y="3949180"/>
                  </a:lnTo>
                  <a:lnTo>
                    <a:pt x="1770731" y="3990355"/>
                  </a:lnTo>
                  <a:lnTo>
                    <a:pt x="1788572" y="4026331"/>
                  </a:lnTo>
                  <a:lnTo>
                    <a:pt x="1800123" y="4055803"/>
                  </a:lnTo>
                  <a:lnTo>
                    <a:pt x="1805013" y="4055876"/>
                  </a:lnTo>
                  <a:lnTo>
                    <a:pt x="1834033" y="3991027"/>
                  </a:lnTo>
                  <a:lnTo>
                    <a:pt x="1859901" y="3950178"/>
                  </a:lnTo>
                  <a:lnTo>
                    <a:pt x="1894892" y="3908825"/>
                  </a:lnTo>
                  <a:lnTo>
                    <a:pt x="1939862" y="3871680"/>
                  </a:lnTo>
                  <a:lnTo>
                    <a:pt x="1995666" y="3843453"/>
                  </a:lnTo>
                  <a:lnTo>
                    <a:pt x="2045408" y="3831583"/>
                  </a:lnTo>
                  <a:lnTo>
                    <a:pt x="2089988" y="3826134"/>
                  </a:lnTo>
                  <a:lnTo>
                    <a:pt x="2097067" y="3825684"/>
                  </a:lnTo>
                  <a:lnTo>
                    <a:pt x="2104113" y="3825234"/>
                  </a:lnTo>
                  <a:lnTo>
                    <a:pt x="2111108" y="3824763"/>
                  </a:lnTo>
                  <a:lnTo>
                    <a:pt x="3446502" y="3824763"/>
                  </a:lnTo>
                  <a:lnTo>
                    <a:pt x="3490668" y="3817639"/>
                  </a:lnTo>
                  <a:lnTo>
                    <a:pt x="3529026" y="3797801"/>
                  </a:lnTo>
                  <a:lnTo>
                    <a:pt x="3559275" y="3767553"/>
                  </a:lnTo>
                  <a:lnTo>
                    <a:pt x="3579112" y="3729194"/>
                  </a:lnTo>
                  <a:lnTo>
                    <a:pt x="3586236" y="3685029"/>
                  </a:lnTo>
                  <a:lnTo>
                    <a:pt x="3586236" y="142027"/>
                  </a:lnTo>
                  <a:lnTo>
                    <a:pt x="3578995" y="97136"/>
                  </a:lnTo>
                  <a:lnTo>
                    <a:pt x="3558832" y="58148"/>
                  </a:lnTo>
                  <a:lnTo>
                    <a:pt x="3528087" y="27403"/>
                  </a:lnTo>
                  <a:lnTo>
                    <a:pt x="3489100" y="7240"/>
                  </a:lnTo>
                  <a:lnTo>
                    <a:pt x="3444209" y="0"/>
                  </a:lnTo>
                  <a:lnTo>
                    <a:pt x="144194" y="0"/>
                  </a:lnTo>
                  <a:lnTo>
                    <a:pt x="98619" y="7350"/>
                  </a:lnTo>
                  <a:lnTo>
                    <a:pt x="59037" y="27819"/>
                  </a:lnTo>
                  <a:lnTo>
                    <a:pt x="27822" y="59032"/>
                  </a:lnTo>
                  <a:lnTo>
                    <a:pt x="7351" y="98615"/>
                  </a:lnTo>
                  <a:lnTo>
                    <a:pt x="0" y="144194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4" name="object 117">
              <a:extLst>
                <a:ext uri="{FF2B5EF4-FFF2-40B4-BE49-F238E27FC236}">
                  <a16:creationId xmlns:a16="http://schemas.microsoft.com/office/drawing/2014/main" id="{157A287F-B6C7-5A22-EDF3-A7FFEC275D12}"/>
                </a:ext>
              </a:extLst>
            </p:cNvPr>
            <p:cNvSpPr/>
            <p:nvPr/>
          </p:nvSpPr>
          <p:spPr>
            <a:xfrm>
              <a:off x="2047426" y="5382233"/>
              <a:ext cx="3617754" cy="726440"/>
            </a:xfrm>
            <a:custGeom>
              <a:avLst/>
              <a:gdLst/>
              <a:ahLst/>
              <a:cxnLst/>
              <a:rect l="l" t="t" r="r" b="b"/>
              <a:pathLst>
                <a:path w="3602354" h="726439">
                  <a:moveTo>
                    <a:pt x="3602015" y="0"/>
                  </a:moveTo>
                  <a:lnTo>
                    <a:pt x="0" y="0"/>
                  </a:lnTo>
                  <a:lnTo>
                    <a:pt x="0" y="726375"/>
                  </a:lnTo>
                  <a:lnTo>
                    <a:pt x="3602015" y="726375"/>
                  </a:lnTo>
                  <a:lnTo>
                    <a:pt x="3602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B93846B-E6EA-DBD3-7BF0-130D52A48504}"/>
              </a:ext>
            </a:extLst>
          </p:cNvPr>
          <p:cNvGrpSpPr/>
          <p:nvPr/>
        </p:nvGrpSpPr>
        <p:grpSpPr>
          <a:xfrm>
            <a:off x="3745962" y="3429000"/>
            <a:ext cx="2193809" cy="2459792"/>
            <a:chOff x="6176662" y="4921486"/>
            <a:chExt cx="3617754" cy="4056379"/>
          </a:xfrm>
        </p:grpSpPr>
        <p:sp>
          <p:nvSpPr>
            <p:cNvPr id="36" name="object 115">
              <a:extLst>
                <a:ext uri="{FF2B5EF4-FFF2-40B4-BE49-F238E27FC236}">
                  <a16:creationId xmlns:a16="http://schemas.microsoft.com/office/drawing/2014/main" id="{CF518604-3E42-8473-793C-E217EA281849}"/>
                </a:ext>
              </a:extLst>
            </p:cNvPr>
            <p:cNvSpPr/>
            <p:nvPr/>
          </p:nvSpPr>
          <p:spPr>
            <a:xfrm>
              <a:off x="6192299" y="4921486"/>
              <a:ext cx="3586479" cy="4056379"/>
            </a:xfrm>
            <a:custGeom>
              <a:avLst/>
              <a:gdLst/>
              <a:ahLst/>
              <a:cxnLst/>
              <a:rect l="l" t="t" r="r" b="b"/>
              <a:pathLst>
                <a:path w="3586479" h="4056379">
                  <a:moveTo>
                    <a:pt x="0" y="144194"/>
                  </a:moveTo>
                  <a:lnTo>
                    <a:pt x="0" y="3680128"/>
                  </a:lnTo>
                  <a:lnTo>
                    <a:pt x="7373" y="3725845"/>
                  </a:lnTo>
                  <a:lnTo>
                    <a:pt x="27905" y="3765549"/>
                  </a:lnTo>
                  <a:lnTo>
                    <a:pt x="59213" y="3796857"/>
                  </a:lnTo>
                  <a:lnTo>
                    <a:pt x="98917" y="3817389"/>
                  </a:lnTo>
                  <a:lnTo>
                    <a:pt x="144634" y="3824763"/>
                  </a:lnTo>
                  <a:lnTo>
                    <a:pt x="1475211" y="3824763"/>
                  </a:lnTo>
                  <a:lnTo>
                    <a:pt x="1475567" y="3824773"/>
                  </a:lnTo>
                  <a:lnTo>
                    <a:pt x="1475934" y="3824794"/>
                  </a:lnTo>
                  <a:lnTo>
                    <a:pt x="1476290" y="3824805"/>
                  </a:lnTo>
                  <a:lnTo>
                    <a:pt x="1482467" y="3825349"/>
                  </a:lnTo>
                  <a:lnTo>
                    <a:pt x="1517388" y="3827810"/>
                  </a:lnTo>
                  <a:lnTo>
                    <a:pt x="1533376" y="3829026"/>
                  </a:lnTo>
                  <a:lnTo>
                    <a:pt x="1580936" y="3836019"/>
                  </a:lnTo>
                  <a:lnTo>
                    <a:pt x="1606453" y="3842448"/>
                  </a:lnTo>
                  <a:lnTo>
                    <a:pt x="1663341" y="3870459"/>
                  </a:lnTo>
                  <a:lnTo>
                    <a:pt x="1708987" y="3907613"/>
                  </a:lnTo>
                  <a:lnTo>
                    <a:pt x="1744494" y="3949180"/>
                  </a:lnTo>
                  <a:lnTo>
                    <a:pt x="1770731" y="3990355"/>
                  </a:lnTo>
                  <a:lnTo>
                    <a:pt x="1788572" y="4026331"/>
                  </a:lnTo>
                  <a:lnTo>
                    <a:pt x="1800123" y="4055803"/>
                  </a:lnTo>
                  <a:lnTo>
                    <a:pt x="1805013" y="4055876"/>
                  </a:lnTo>
                  <a:lnTo>
                    <a:pt x="1834033" y="3991027"/>
                  </a:lnTo>
                  <a:lnTo>
                    <a:pt x="1859901" y="3950178"/>
                  </a:lnTo>
                  <a:lnTo>
                    <a:pt x="1894892" y="3908825"/>
                  </a:lnTo>
                  <a:lnTo>
                    <a:pt x="1939862" y="3871680"/>
                  </a:lnTo>
                  <a:lnTo>
                    <a:pt x="1995666" y="3843453"/>
                  </a:lnTo>
                  <a:lnTo>
                    <a:pt x="2045408" y="3831583"/>
                  </a:lnTo>
                  <a:lnTo>
                    <a:pt x="2089988" y="3826134"/>
                  </a:lnTo>
                  <a:lnTo>
                    <a:pt x="2097067" y="3825684"/>
                  </a:lnTo>
                  <a:lnTo>
                    <a:pt x="2104113" y="3825234"/>
                  </a:lnTo>
                  <a:lnTo>
                    <a:pt x="2111108" y="3824763"/>
                  </a:lnTo>
                  <a:lnTo>
                    <a:pt x="3446502" y="3824763"/>
                  </a:lnTo>
                  <a:lnTo>
                    <a:pt x="3490668" y="3817639"/>
                  </a:lnTo>
                  <a:lnTo>
                    <a:pt x="3529026" y="3797801"/>
                  </a:lnTo>
                  <a:lnTo>
                    <a:pt x="3559275" y="3767553"/>
                  </a:lnTo>
                  <a:lnTo>
                    <a:pt x="3579112" y="3729194"/>
                  </a:lnTo>
                  <a:lnTo>
                    <a:pt x="3586236" y="3685029"/>
                  </a:lnTo>
                  <a:lnTo>
                    <a:pt x="3586236" y="142027"/>
                  </a:lnTo>
                  <a:lnTo>
                    <a:pt x="3578995" y="97136"/>
                  </a:lnTo>
                  <a:lnTo>
                    <a:pt x="3558832" y="58148"/>
                  </a:lnTo>
                  <a:lnTo>
                    <a:pt x="3528087" y="27403"/>
                  </a:lnTo>
                  <a:lnTo>
                    <a:pt x="3489100" y="7240"/>
                  </a:lnTo>
                  <a:lnTo>
                    <a:pt x="3444209" y="0"/>
                  </a:lnTo>
                  <a:lnTo>
                    <a:pt x="144194" y="0"/>
                  </a:lnTo>
                  <a:lnTo>
                    <a:pt x="98619" y="7350"/>
                  </a:lnTo>
                  <a:lnTo>
                    <a:pt x="59037" y="27819"/>
                  </a:lnTo>
                  <a:lnTo>
                    <a:pt x="27822" y="59032"/>
                  </a:lnTo>
                  <a:lnTo>
                    <a:pt x="7351" y="98615"/>
                  </a:lnTo>
                  <a:lnTo>
                    <a:pt x="0" y="144194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7" name="object 117">
              <a:extLst>
                <a:ext uri="{FF2B5EF4-FFF2-40B4-BE49-F238E27FC236}">
                  <a16:creationId xmlns:a16="http://schemas.microsoft.com/office/drawing/2014/main" id="{EAD591F9-352C-C118-9146-62286414B1B8}"/>
                </a:ext>
              </a:extLst>
            </p:cNvPr>
            <p:cNvSpPr/>
            <p:nvPr/>
          </p:nvSpPr>
          <p:spPr>
            <a:xfrm>
              <a:off x="6176662" y="5382233"/>
              <a:ext cx="3617754" cy="726440"/>
            </a:xfrm>
            <a:custGeom>
              <a:avLst/>
              <a:gdLst/>
              <a:ahLst/>
              <a:cxnLst/>
              <a:rect l="l" t="t" r="r" b="b"/>
              <a:pathLst>
                <a:path w="3602354" h="726439">
                  <a:moveTo>
                    <a:pt x="3602015" y="0"/>
                  </a:moveTo>
                  <a:lnTo>
                    <a:pt x="0" y="0"/>
                  </a:lnTo>
                  <a:lnTo>
                    <a:pt x="0" y="726375"/>
                  </a:lnTo>
                  <a:lnTo>
                    <a:pt x="3602015" y="726375"/>
                  </a:lnTo>
                  <a:lnTo>
                    <a:pt x="3602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C73577FE-A522-AAE0-3CAF-60576CAF1E98}"/>
              </a:ext>
            </a:extLst>
          </p:cNvPr>
          <p:cNvGrpSpPr/>
          <p:nvPr/>
        </p:nvGrpSpPr>
        <p:grpSpPr>
          <a:xfrm>
            <a:off x="6252259" y="3429000"/>
            <a:ext cx="2193809" cy="2459792"/>
            <a:chOff x="10309732" y="4921486"/>
            <a:chExt cx="3617754" cy="4056379"/>
          </a:xfrm>
        </p:grpSpPr>
        <p:sp>
          <p:nvSpPr>
            <p:cNvPr id="39" name="object 115">
              <a:extLst>
                <a:ext uri="{FF2B5EF4-FFF2-40B4-BE49-F238E27FC236}">
                  <a16:creationId xmlns:a16="http://schemas.microsoft.com/office/drawing/2014/main" id="{1DC5797C-448E-A532-4A75-B7FE331EFA7D}"/>
                </a:ext>
              </a:extLst>
            </p:cNvPr>
            <p:cNvSpPr/>
            <p:nvPr/>
          </p:nvSpPr>
          <p:spPr>
            <a:xfrm>
              <a:off x="10325369" y="4921486"/>
              <a:ext cx="3586479" cy="4056379"/>
            </a:xfrm>
            <a:custGeom>
              <a:avLst/>
              <a:gdLst/>
              <a:ahLst/>
              <a:cxnLst/>
              <a:rect l="l" t="t" r="r" b="b"/>
              <a:pathLst>
                <a:path w="3586479" h="4056379">
                  <a:moveTo>
                    <a:pt x="0" y="144194"/>
                  </a:moveTo>
                  <a:lnTo>
                    <a:pt x="0" y="3680128"/>
                  </a:lnTo>
                  <a:lnTo>
                    <a:pt x="7373" y="3725845"/>
                  </a:lnTo>
                  <a:lnTo>
                    <a:pt x="27905" y="3765549"/>
                  </a:lnTo>
                  <a:lnTo>
                    <a:pt x="59213" y="3796857"/>
                  </a:lnTo>
                  <a:lnTo>
                    <a:pt x="98917" y="3817389"/>
                  </a:lnTo>
                  <a:lnTo>
                    <a:pt x="144634" y="3824763"/>
                  </a:lnTo>
                  <a:lnTo>
                    <a:pt x="1475211" y="3824763"/>
                  </a:lnTo>
                  <a:lnTo>
                    <a:pt x="1475567" y="3824773"/>
                  </a:lnTo>
                  <a:lnTo>
                    <a:pt x="1475934" y="3824794"/>
                  </a:lnTo>
                  <a:lnTo>
                    <a:pt x="1476290" y="3824805"/>
                  </a:lnTo>
                  <a:lnTo>
                    <a:pt x="1482467" y="3825349"/>
                  </a:lnTo>
                  <a:lnTo>
                    <a:pt x="1517388" y="3827810"/>
                  </a:lnTo>
                  <a:lnTo>
                    <a:pt x="1533376" y="3829026"/>
                  </a:lnTo>
                  <a:lnTo>
                    <a:pt x="1580936" y="3836019"/>
                  </a:lnTo>
                  <a:lnTo>
                    <a:pt x="1606453" y="3842448"/>
                  </a:lnTo>
                  <a:lnTo>
                    <a:pt x="1663341" y="3870459"/>
                  </a:lnTo>
                  <a:lnTo>
                    <a:pt x="1708987" y="3907613"/>
                  </a:lnTo>
                  <a:lnTo>
                    <a:pt x="1744494" y="3949180"/>
                  </a:lnTo>
                  <a:lnTo>
                    <a:pt x="1770731" y="3990355"/>
                  </a:lnTo>
                  <a:lnTo>
                    <a:pt x="1788572" y="4026331"/>
                  </a:lnTo>
                  <a:lnTo>
                    <a:pt x="1800123" y="4055803"/>
                  </a:lnTo>
                  <a:lnTo>
                    <a:pt x="1805013" y="4055876"/>
                  </a:lnTo>
                  <a:lnTo>
                    <a:pt x="1834033" y="3991027"/>
                  </a:lnTo>
                  <a:lnTo>
                    <a:pt x="1859901" y="3950178"/>
                  </a:lnTo>
                  <a:lnTo>
                    <a:pt x="1894892" y="3908825"/>
                  </a:lnTo>
                  <a:lnTo>
                    <a:pt x="1939862" y="3871680"/>
                  </a:lnTo>
                  <a:lnTo>
                    <a:pt x="1995666" y="3843453"/>
                  </a:lnTo>
                  <a:lnTo>
                    <a:pt x="2045408" y="3831583"/>
                  </a:lnTo>
                  <a:lnTo>
                    <a:pt x="2089988" y="3826134"/>
                  </a:lnTo>
                  <a:lnTo>
                    <a:pt x="2097067" y="3825684"/>
                  </a:lnTo>
                  <a:lnTo>
                    <a:pt x="2104113" y="3825234"/>
                  </a:lnTo>
                  <a:lnTo>
                    <a:pt x="2111108" y="3824763"/>
                  </a:lnTo>
                  <a:lnTo>
                    <a:pt x="3446502" y="3824763"/>
                  </a:lnTo>
                  <a:lnTo>
                    <a:pt x="3490668" y="3817639"/>
                  </a:lnTo>
                  <a:lnTo>
                    <a:pt x="3529026" y="3797801"/>
                  </a:lnTo>
                  <a:lnTo>
                    <a:pt x="3559275" y="3767553"/>
                  </a:lnTo>
                  <a:lnTo>
                    <a:pt x="3579112" y="3729194"/>
                  </a:lnTo>
                  <a:lnTo>
                    <a:pt x="3586236" y="3685029"/>
                  </a:lnTo>
                  <a:lnTo>
                    <a:pt x="3586236" y="142027"/>
                  </a:lnTo>
                  <a:lnTo>
                    <a:pt x="3578995" y="97136"/>
                  </a:lnTo>
                  <a:lnTo>
                    <a:pt x="3558832" y="58148"/>
                  </a:lnTo>
                  <a:lnTo>
                    <a:pt x="3528087" y="27403"/>
                  </a:lnTo>
                  <a:lnTo>
                    <a:pt x="3489100" y="7240"/>
                  </a:lnTo>
                  <a:lnTo>
                    <a:pt x="3444209" y="0"/>
                  </a:lnTo>
                  <a:lnTo>
                    <a:pt x="144194" y="0"/>
                  </a:lnTo>
                  <a:lnTo>
                    <a:pt x="98619" y="7350"/>
                  </a:lnTo>
                  <a:lnTo>
                    <a:pt x="59037" y="27819"/>
                  </a:lnTo>
                  <a:lnTo>
                    <a:pt x="27822" y="59032"/>
                  </a:lnTo>
                  <a:lnTo>
                    <a:pt x="7351" y="98615"/>
                  </a:lnTo>
                  <a:lnTo>
                    <a:pt x="0" y="144194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0" name="object 117">
              <a:extLst>
                <a:ext uri="{FF2B5EF4-FFF2-40B4-BE49-F238E27FC236}">
                  <a16:creationId xmlns:a16="http://schemas.microsoft.com/office/drawing/2014/main" id="{33F8228F-1450-5977-F539-75F568781D44}"/>
                </a:ext>
              </a:extLst>
            </p:cNvPr>
            <p:cNvSpPr/>
            <p:nvPr/>
          </p:nvSpPr>
          <p:spPr>
            <a:xfrm>
              <a:off x="10309732" y="5382233"/>
              <a:ext cx="3617754" cy="726440"/>
            </a:xfrm>
            <a:custGeom>
              <a:avLst/>
              <a:gdLst/>
              <a:ahLst/>
              <a:cxnLst/>
              <a:rect l="l" t="t" r="r" b="b"/>
              <a:pathLst>
                <a:path w="3602354" h="726439">
                  <a:moveTo>
                    <a:pt x="3602015" y="0"/>
                  </a:moveTo>
                  <a:lnTo>
                    <a:pt x="0" y="0"/>
                  </a:lnTo>
                  <a:lnTo>
                    <a:pt x="0" y="726375"/>
                  </a:lnTo>
                  <a:lnTo>
                    <a:pt x="3602015" y="726375"/>
                  </a:lnTo>
                  <a:lnTo>
                    <a:pt x="3602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8CB3569C-5CA3-59DD-0129-324C4ECB39A9}"/>
              </a:ext>
            </a:extLst>
          </p:cNvPr>
          <p:cNvGrpSpPr/>
          <p:nvPr/>
        </p:nvGrpSpPr>
        <p:grpSpPr>
          <a:xfrm>
            <a:off x="8756202" y="3429000"/>
            <a:ext cx="2193809" cy="2459792"/>
            <a:chOff x="14438919" y="4921486"/>
            <a:chExt cx="3617754" cy="4056379"/>
          </a:xfrm>
        </p:grpSpPr>
        <p:sp>
          <p:nvSpPr>
            <p:cNvPr id="42" name="object 115">
              <a:extLst>
                <a:ext uri="{FF2B5EF4-FFF2-40B4-BE49-F238E27FC236}">
                  <a16:creationId xmlns:a16="http://schemas.microsoft.com/office/drawing/2014/main" id="{3C25905A-BA7E-178B-0363-479B4D612542}"/>
                </a:ext>
              </a:extLst>
            </p:cNvPr>
            <p:cNvSpPr/>
            <p:nvPr/>
          </p:nvSpPr>
          <p:spPr>
            <a:xfrm>
              <a:off x="14454556" y="4921486"/>
              <a:ext cx="3586479" cy="4056379"/>
            </a:xfrm>
            <a:custGeom>
              <a:avLst/>
              <a:gdLst/>
              <a:ahLst/>
              <a:cxnLst/>
              <a:rect l="l" t="t" r="r" b="b"/>
              <a:pathLst>
                <a:path w="3586479" h="4056379">
                  <a:moveTo>
                    <a:pt x="0" y="144194"/>
                  </a:moveTo>
                  <a:lnTo>
                    <a:pt x="0" y="3680128"/>
                  </a:lnTo>
                  <a:lnTo>
                    <a:pt x="7373" y="3725845"/>
                  </a:lnTo>
                  <a:lnTo>
                    <a:pt x="27905" y="3765549"/>
                  </a:lnTo>
                  <a:lnTo>
                    <a:pt x="59213" y="3796857"/>
                  </a:lnTo>
                  <a:lnTo>
                    <a:pt x="98917" y="3817389"/>
                  </a:lnTo>
                  <a:lnTo>
                    <a:pt x="144634" y="3824763"/>
                  </a:lnTo>
                  <a:lnTo>
                    <a:pt x="1475211" y="3824763"/>
                  </a:lnTo>
                  <a:lnTo>
                    <a:pt x="1475567" y="3824773"/>
                  </a:lnTo>
                  <a:lnTo>
                    <a:pt x="1475934" y="3824794"/>
                  </a:lnTo>
                  <a:lnTo>
                    <a:pt x="1476290" y="3824805"/>
                  </a:lnTo>
                  <a:lnTo>
                    <a:pt x="1482467" y="3825349"/>
                  </a:lnTo>
                  <a:lnTo>
                    <a:pt x="1517388" y="3827810"/>
                  </a:lnTo>
                  <a:lnTo>
                    <a:pt x="1533376" y="3829026"/>
                  </a:lnTo>
                  <a:lnTo>
                    <a:pt x="1580936" y="3836019"/>
                  </a:lnTo>
                  <a:lnTo>
                    <a:pt x="1606453" y="3842448"/>
                  </a:lnTo>
                  <a:lnTo>
                    <a:pt x="1663341" y="3870459"/>
                  </a:lnTo>
                  <a:lnTo>
                    <a:pt x="1708987" y="3907613"/>
                  </a:lnTo>
                  <a:lnTo>
                    <a:pt x="1744494" y="3949180"/>
                  </a:lnTo>
                  <a:lnTo>
                    <a:pt x="1770731" y="3990355"/>
                  </a:lnTo>
                  <a:lnTo>
                    <a:pt x="1788572" y="4026331"/>
                  </a:lnTo>
                  <a:lnTo>
                    <a:pt x="1800123" y="4055803"/>
                  </a:lnTo>
                  <a:lnTo>
                    <a:pt x="1805013" y="4055876"/>
                  </a:lnTo>
                  <a:lnTo>
                    <a:pt x="1834033" y="3991027"/>
                  </a:lnTo>
                  <a:lnTo>
                    <a:pt x="1859901" y="3950178"/>
                  </a:lnTo>
                  <a:lnTo>
                    <a:pt x="1894892" y="3908825"/>
                  </a:lnTo>
                  <a:lnTo>
                    <a:pt x="1939862" y="3871680"/>
                  </a:lnTo>
                  <a:lnTo>
                    <a:pt x="1995666" y="3843453"/>
                  </a:lnTo>
                  <a:lnTo>
                    <a:pt x="2045408" y="3831583"/>
                  </a:lnTo>
                  <a:lnTo>
                    <a:pt x="2089988" y="3826134"/>
                  </a:lnTo>
                  <a:lnTo>
                    <a:pt x="2097067" y="3825684"/>
                  </a:lnTo>
                  <a:lnTo>
                    <a:pt x="2104113" y="3825234"/>
                  </a:lnTo>
                  <a:lnTo>
                    <a:pt x="2111108" y="3824763"/>
                  </a:lnTo>
                  <a:lnTo>
                    <a:pt x="3446502" y="3824763"/>
                  </a:lnTo>
                  <a:lnTo>
                    <a:pt x="3490668" y="3817639"/>
                  </a:lnTo>
                  <a:lnTo>
                    <a:pt x="3529026" y="3797801"/>
                  </a:lnTo>
                  <a:lnTo>
                    <a:pt x="3559275" y="3767553"/>
                  </a:lnTo>
                  <a:lnTo>
                    <a:pt x="3579112" y="3729194"/>
                  </a:lnTo>
                  <a:lnTo>
                    <a:pt x="3586236" y="3685029"/>
                  </a:lnTo>
                  <a:lnTo>
                    <a:pt x="3586236" y="142027"/>
                  </a:lnTo>
                  <a:lnTo>
                    <a:pt x="3578995" y="97136"/>
                  </a:lnTo>
                  <a:lnTo>
                    <a:pt x="3558832" y="58148"/>
                  </a:lnTo>
                  <a:lnTo>
                    <a:pt x="3528087" y="27403"/>
                  </a:lnTo>
                  <a:lnTo>
                    <a:pt x="3489100" y="7240"/>
                  </a:lnTo>
                  <a:lnTo>
                    <a:pt x="3444209" y="0"/>
                  </a:lnTo>
                  <a:lnTo>
                    <a:pt x="144194" y="0"/>
                  </a:lnTo>
                  <a:lnTo>
                    <a:pt x="98619" y="7350"/>
                  </a:lnTo>
                  <a:lnTo>
                    <a:pt x="59037" y="27819"/>
                  </a:lnTo>
                  <a:lnTo>
                    <a:pt x="27822" y="59032"/>
                  </a:lnTo>
                  <a:lnTo>
                    <a:pt x="7351" y="98615"/>
                  </a:lnTo>
                  <a:lnTo>
                    <a:pt x="0" y="144194"/>
                  </a:lnTo>
                  <a:close/>
                </a:path>
              </a:pathLst>
            </a:custGeom>
            <a:ln w="209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3" name="object 117">
              <a:extLst>
                <a:ext uri="{FF2B5EF4-FFF2-40B4-BE49-F238E27FC236}">
                  <a16:creationId xmlns:a16="http://schemas.microsoft.com/office/drawing/2014/main" id="{5C42461D-0FF2-2EF7-8008-E7C057829597}"/>
                </a:ext>
              </a:extLst>
            </p:cNvPr>
            <p:cNvSpPr/>
            <p:nvPr/>
          </p:nvSpPr>
          <p:spPr>
            <a:xfrm>
              <a:off x="14438919" y="5382233"/>
              <a:ext cx="3617754" cy="726440"/>
            </a:xfrm>
            <a:custGeom>
              <a:avLst/>
              <a:gdLst/>
              <a:ahLst/>
              <a:cxnLst/>
              <a:rect l="l" t="t" r="r" b="b"/>
              <a:pathLst>
                <a:path w="3602354" h="726439">
                  <a:moveTo>
                    <a:pt x="3602015" y="0"/>
                  </a:moveTo>
                  <a:lnTo>
                    <a:pt x="0" y="0"/>
                  </a:lnTo>
                  <a:lnTo>
                    <a:pt x="0" y="726375"/>
                  </a:lnTo>
                  <a:lnTo>
                    <a:pt x="3602015" y="726375"/>
                  </a:lnTo>
                  <a:lnTo>
                    <a:pt x="3602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4" name="object 131">
            <a:extLst>
              <a:ext uri="{FF2B5EF4-FFF2-40B4-BE49-F238E27FC236}">
                <a16:creationId xmlns:a16="http://schemas.microsoft.com/office/drawing/2014/main" id="{434F8D11-0E83-3C80-603B-98633E9DFC8A}"/>
              </a:ext>
            </a:extLst>
          </p:cNvPr>
          <p:cNvSpPr txBox="1"/>
          <p:nvPr/>
        </p:nvSpPr>
        <p:spPr>
          <a:xfrm>
            <a:off x="1383319" y="3758944"/>
            <a:ext cx="1911148" cy="329551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25146" marR="3081" indent="-117830" algn="ctr">
              <a:lnSpc>
                <a:spcPts val="1152"/>
              </a:lnSpc>
              <a:spcBef>
                <a:spcPts val="170"/>
              </a:spcBef>
            </a:pP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dolor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sit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1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amet,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consectetuer</a:t>
            </a:r>
            <a:r>
              <a:rPr sz="1031" b="1" spc="5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6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adipiscing</a:t>
            </a:r>
            <a:endParaRPr sz="1031" b="1" dirty="0">
              <a:solidFill>
                <a:srgbClr val="001B5A"/>
              </a:solidFill>
              <a:latin typeface="Libre Franklin SemiBold" pitchFamily="2" charset="77"/>
              <a:cs typeface="Libre Franklin Black"/>
            </a:endParaRPr>
          </a:p>
        </p:txBody>
      </p:sp>
      <p:sp>
        <p:nvSpPr>
          <p:cNvPr id="45" name="object 131">
            <a:extLst>
              <a:ext uri="{FF2B5EF4-FFF2-40B4-BE49-F238E27FC236}">
                <a16:creationId xmlns:a16="http://schemas.microsoft.com/office/drawing/2014/main" id="{312D021C-7985-F634-7D90-E9BB45EEF187}"/>
              </a:ext>
            </a:extLst>
          </p:cNvPr>
          <p:cNvSpPr txBox="1"/>
          <p:nvPr/>
        </p:nvSpPr>
        <p:spPr>
          <a:xfrm>
            <a:off x="3856569" y="3758944"/>
            <a:ext cx="1911148" cy="329551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25146" marR="3081" indent="-117830" algn="ctr">
              <a:lnSpc>
                <a:spcPts val="1152"/>
              </a:lnSpc>
              <a:spcBef>
                <a:spcPts val="170"/>
              </a:spcBef>
            </a:pP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dolor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sit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1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amet,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consectetuer</a:t>
            </a:r>
            <a:r>
              <a:rPr sz="1031" b="1" spc="5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6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adipiscing</a:t>
            </a:r>
            <a:endParaRPr sz="1031" b="1" dirty="0">
              <a:solidFill>
                <a:srgbClr val="001B5A"/>
              </a:solidFill>
              <a:latin typeface="Libre Franklin SemiBold" pitchFamily="2" charset="77"/>
              <a:cs typeface="Libre Franklin Black"/>
            </a:endParaRPr>
          </a:p>
        </p:txBody>
      </p:sp>
      <p:sp>
        <p:nvSpPr>
          <p:cNvPr id="46" name="object 131">
            <a:extLst>
              <a:ext uri="{FF2B5EF4-FFF2-40B4-BE49-F238E27FC236}">
                <a16:creationId xmlns:a16="http://schemas.microsoft.com/office/drawing/2014/main" id="{72BB90B5-E2A4-313D-C35E-2B388BC5FA5B}"/>
              </a:ext>
            </a:extLst>
          </p:cNvPr>
          <p:cNvSpPr txBox="1"/>
          <p:nvPr/>
        </p:nvSpPr>
        <p:spPr>
          <a:xfrm>
            <a:off x="6391394" y="3758944"/>
            <a:ext cx="1911148" cy="329551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25146" marR="3081" indent="-117830" algn="ctr">
              <a:lnSpc>
                <a:spcPts val="1152"/>
              </a:lnSpc>
              <a:spcBef>
                <a:spcPts val="170"/>
              </a:spcBef>
            </a:pP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dolor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sit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1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amet,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consectetuer</a:t>
            </a:r>
            <a:r>
              <a:rPr sz="1031" b="1" spc="5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6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adipiscing</a:t>
            </a:r>
            <a:endParaRPr sz="1031" b="1" dirty="0">
              <a:solidFill>
                <a:srgbClr val="001B5A"/>
              </a:solidFill>
              <a:latin typeface="Libre Franklin SemiBold" pitchFamily="2" charset="77"/>
              <a:cs typeface="Libre Franklin Black"/>
            </a:endParaRPr>
          </a:p>
        </p:txBody>
      </p:sp>
      <p:sp>
        <p:nvSpPr>
          <p:cNvPr id="47" name="object 131">
            <a:extLst>
              <a:ext uri="{FF2B5EF4-FFF2-40B4-BE49-F238E27FC236}">
                <a16:creationId xmlns:a16="http://schemas.microsoft.com/office/drawing/2014/main" id="{EB0DAECF-D17E-BA9C-2274-4D55831EC4A4}"/>
              </a:ext>
            </a:extLst>
          </p:cNvPr>
          <p:cNvSpPr txBox="1"/>
          <p:nvPr/>
        </p:nvSpPr>
        <p:spPr>
          <a:xfrm>
            <a:off x="8892271" y="3758944"/>
            <a:ext cx="1911148" cy="329551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25146" marR="3081" indent="-117830" algn="ctr">
              <a:lnSpc>
                <a:spcPts val="1152"/>
              </a:lnSpc>
              <a:spcBef>
                <a:spcPts val="170"/>
              </a:spcBef>
            </a:pP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dolor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sit</a:t>
            </a:r>
            <a:r>
              <a:rPr sz="1031" b="1" spc="27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1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amet, </a:t>
            </a:r>
            <a:r>
              <a:rPr sz="1031" b="1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consectetuer</a:t>
            </a:r>
            <a:r>
              <a:rPr sz="1031" b="1" spc="52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031" b="1" spc="-6" dirty="0">
                <a:solidFill>
                  <a:srgbClr val="001B5A"/>
                </a:solidFill>
                <a:latin typeface="Libre Franklin SemiBold" pitchFamily="2" charset="77"/>
                <a:cs typeface="Libre Franklin Black"/>
              </a:rPr>
              <a:t>adipiscing</a:t>
            </a:r>
            <a:endParaRPr sz="1031" b="1" dirty="0">
              <a:solidFill>
                <a:srgbClr val="001B5A"/>
              </a:solidFill>
              <a:latin typeface="Libre Franklin SemiBold" pitchFamily="2" charset="77"/>
              <a:cs typeface="Libre Franklin Black"/>
            </a:endParaRP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4DE39CD7-DDEA-A2CF-E48E-5FE615DDA652}"/>
              </a:ext>
            </a:extLst>
          </p:cNvPr>
          <p:cNvGrpSpPr/>
          <p:nvPr/>
        </p:nvGrpSpPr>
        <p:grpSpPr>
          <a:xfrm>
            <a:off x="1288816" y="3320287"/>
            <a:ext cx="384111" cy="205485"/>
            <a:chOff x="1288816" y="2862981"/>
            <a:chExt cx="384111" cy="205485"/>
          </a:xfrm>
        </p:grpSpPr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E7798ADF-1DBD-3428-71D7-E656518F65BE}"/>
                </a:ext>
              </a:extLst>
            </p:cNvPr>
            <p:cNvSpPr/>
            <p:nvPr/>
          </p:nvSpPr>
          <p:spPr>
            <a:xfrm>
              <a:off x="1467441" y="2862981"/>
              <a:ext cx="205486" cy="205485"/>
            </a:xfrm>
            <a:custGeom>
              <a:avLst/>
              <a:gdLst>
                <a:gd name="connsiteX0" fmla="*/ 205486 w 205486"/>
                <a:gd name="connsiteY0" fmla="*/ 102743 h 205485"/>
                <a:gd name="connsiteX1" fmla="*/ 102743 w 205486"/>
                <a:gd name="connsiteY1" fmla="*/ 205486 h 205485"/>
                <a:gd name="connsiteX2" fmla="*/ 0 w 205486"/>
                <a:gd name="connsiteY2" fmla="*/ 102743 h 205485"/>
                <a:gd name="connsiteX3" fmla="*/ 102743 w 205486"/>
                <a:gd name="connsiteY3" fmla="*/ 0 h 205485"/>
                <a:gd name="connsiteX4" fmla="*/ 205486 w 205486"/>
                <a:gd name="connsiteY4" fmla="*/ 102743 h 2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6" h="205485">
                  <a:moveTo>
                    <a:pt x="205486" y="102743"/>
                  </a:moveTo>
                  <a:cubicBezTo>
                    <a:pt x="205486" y="159486"/>
                    <a:pt x="159486" y="205486"/>
                    <a:pt x="102743" y="205486"/>
                  </a:cubicBezTo>
                  <a:cubicBezTo>
                    <a:pt x="46000" y="205486"/>
                    <a:pt x="0" y="159486"/>
                    <a:pt x="0" y="102743"/>
                  </a:cubicBezTo>
                  <a:cubicBezTo>
                    <a:pt x="0" y="45999"/>
                    <a:pt x="46000" y="0"/>
                    <a:pt x="102743" y="0"/>
                  </a:cubicBezTo>
                  <a:cubicBezTo>
                    <a:pt x="159486" y="0"/>
                    <a:pt x="205486" y="45999"/>
                    <a:pt x="205486" y="102743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FFCF9FF5-BFB6-1CAC-4918-370AF6A9E5E2}"/>
                </a:ext>
              </a:extLst>
            </p:cNvPr>
            <p:cNvSpPr/>
            <p:nvPr/>
          </p:nvSpPr>
          <p:spPr>
            <a:xfrm>
              <a:off x="1288816" y="2930798"/>
              <a:ext cx="104139" cy="104140"/>
            </a:xfrm>
            <a:custGeom>
              <a:avLst/>
              <a:gdLst>
                <a:gd name="connsiteX0" fmla="*/ 104140 w 104139"/>
                <a:gd name="connsiteY0" fmla="*/ 52070 h 104140"/>
                <a:gd name="connsiteX1" fmla="*/ 52070 w 104139"/>
                <a:gd name="connsiteY1" fmla="*/ 104140 h 104140"/>
                <a:gd name="connsiteX2" fmla="*/ 0 w 104139"/>
                <a:gd name="connsiteY2" fmla="*/ 52070 h 104140"/>
                <a:gd name="connsiteX3" fmla="*/ 52070 w 104139"/>
                <a:gd name="connsiteY3" fmla="*/ 0 h 104140"/>
                <a:gd name="connsiteX4" fmla="*/ 104140 w 104139"/>
                <a:gd name="connsiteY4" fmla="*/ 52070 h 1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39" h="104140">
                  <a:moveTo>
                    <a:pt x="104140" y="52070"/>
                  </a:moveTo>
                  <a:cubicBezTo>
                    <a:pt x="104140" y="80827"/>
                    <a:pt x="80827" y="104140"/>
                    <a:pt x="52070" y="104140"/>
                  </a:cubicBezTo>
                  <a:cubicBezTo>
                    <a:pt x="23313" y="104140"/>
                    <a:pt x="0" y="80827"/>
                    <a:pt x="0" y="52070"/>
                  </a:cubicBezTo>
                  <a:cubicBezTo>
                    <a:pt x="0" y="23312"/>
                    <a:pt x="23313" y="0"/>
                    <a:pt x="52070" y="0"/>
                  </a:cubicBezTo>
                  <a:cubicBezTo>
                    <a:pt x="80827" y="0"/>
                    <a:pt x="104140" y="23312"/>
                    <a:pt x="104140" y="52070"/>
                  </a:cubicBez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66C46467-0268-FDA9-B23F-2321C2ED7B02}"/>
              </a:ext>
            </a:extLst>
          </p:cNvPr>
          <p:cNvGrpSpPr/>
          <p:nvPr/>
        </p:nvGrpSpPr>
        <p:grpSpPr>
          <a:xfrm>
            <a:off x="10565785" y="3320287"/>
            <a:ext cx="384111" cy="205485"/>
            <a:chOff x="10565785" y="2862981"/>
            <a:chExt cx="384111" cy="205485"/>
          </a:xfrm>
        </p:grpSpPr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39F50DE6-CBAF-7C65-144A-560F8CFD079B}"/>
                </a:ext>
              </a:extLst>
            </p:cNvPr>
            <p:cNvSpPr/>
            <p:nvPr/>
          </p:nvSpPr>
          <p:spPr>
            <a:xfrm>
              <a:off x="10565785" y="2862981"/>
              <a:ext cx="205486" cy="205485"/>
            </a:xfrm>
            <a:custGeom>
              <a:avLst/>
              <a:gdLst>
                <a:gd name="connsiteX0" fmla="*/ 205486 w 205486"/>
                <a:gd name="connsiteY0" fmla="*/ 102743 h 205485"/>
                <a:gd name="connsiteX1" fmla="*/ 102743 w 205486"/>
                <a:gd name="connsiteY1" fmla="*/ 205486 h 205485"/>
                <a:gd name="connsiteX2" fmla="*/ -1 w 205486"/>
                <a:gd name="connsiteY2" fmla="*/ 102743 h 205485"/>
                <a:gd name="connsiteX3" fmla="*/ 102743 w 205486"/>
                <a:gd name="connsiteY3" fmla="*/ 0 h 205485"/>
                <a:gd name="connsiteX4" fmla="*/ 205486 w 205486"/>
                <a:gd name="connsiteY4" fmla="*/ 102743 h 2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6" h="205485">
                  <a:moveTo>
                    <a:pt x="205486" y="102743"/>
                  </a:moveTo>
                  <a:cubicBezTo>
                    <a:pt x="205486" y="159486"/>
                    <a:pt x="159487" y="205486"/>
                    <a:pt x="102743" y="205486"/>
                  </a:cubicBezTo>
                  <a:cubicBezTo>
                    <a:pt x="46000" y="205486"/>
                    <a:pt x="-1" y="159486"/>
                    <a:pt x="-1" y="102743"/>
                  </a:cubicBezTo>
                  <a:cubicBezTo>
                    <a:pt x="-1" y="45999"/>
                    <a:pt x="45999" y="0"/>
                    <a:pt x="102743" y="0"/>
                  </a:cubicBezTo>
                  <a:cubicBezTo>
                    <a:pt x="159486" y="0"/>
                    <a:pt x="205486" y="45999"/>
                    <a:pt x="205486" y="102743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4E3F5741-E939-AADC-8DB7-DFBC4B501BE8}"/>
                </a:ext>
              </a:extLst>
            </p:cNvPr>
            <p:cNvSpPr/>
            <p:nvPr/>
          </p:nvSpPr>
          <p:spPr>
            <a:xfrm>
              <a:off x="10845756" y="2930798"/>
              <a:ext cx="104140" cy="104140"/>
            </a:xfrm>
            <a:custGeom>
              <a:avLst/>
              <a:gdLst>
                <a:gd name="connsiteX0" fmla="*/ 104140 w 104140"/>
                <a:gd name="connsiteY0" fmla="*/ 52070 h 104140"/>
                <a:gd name="connsiteX1" fmla="*/ 52070 w 104140"/>
                <a:gd name="connsiteY1" fmla="*/ 104140 h 104140"/>
                <a:gd name="connsiteX2" fmla="*/ 1 w 104140"/>
                <a:gd name="connsiteY2" fmla="*/ 52070 h 104140"/>
                <a:gd name="connsiteX3" fmla="*/ 52070 w 104140"/>
                <a:gd name="connsiteY3" fmla="*/ 0 h 104140"/>
                <a:gd name="connsiteX4" fmla="*/ 104140 w 104140"/>
                <a:gd name="connsiteY4" fmla="*/ 52070 h 1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40" h="104140">
                  <a:moveTo>
                    <a:pt x="104140" y="52070"/>
                  </a:moveTo>
                  <a:cubicBezTo>
                    <a:pt x="104140" y="80827"/>
                    <a:pt x="80828" y="104140"/>
                    <a:pt x="52070" y="104140"/>
                  </a:cubicBezTo>
                  <a:cubicBezTo>
                    <a:pt x="23313" y="104140"/>
                    <a:pt x="1" y="80827"/>
                    <a:pt x="1" y="52070"/>
                  </a:cubicBezTo>
                  <a:cubicBezTo>
                    <a:pt x="1" y="23312"/>
                    <a:pt x="23313" y="0"/>
                    <a:pt x="52070" y="0"/>
                  </a:cubicBezTo>
                  <a:cubicBezTo>
                    <a:pt x="80828" y="0"/>
                    <a:pt x="104140" y="23312"/>
                    <a:pt x="104140" y="52070"/>
                  </a:cubicBez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4183CFB1-30CE-AFBB-F124-E8A1FE259AC7}"/>
              </a:ext>
            </a:extLst>
          </p:cNvPr>
          <p:cNvGrpSpPr/>
          <p:nvPr/>
        </p:nvGrpSpPr>
        <p:grpSpPr>
          <a:xfrm>
            <a:off x="4701115" y="3320287"/>
            <a:ext cx="384112" cy="205485"/>
            <a:chOff x="4701115" y="2862981"/>
            <a:chExt cx="384112" cy="205485"/>
          </a:xfrm>
        </p:grpSpPr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8AB554E3-3DFE-8B6B-34D9-79A2D736A9C0}"/>
                </a:ext>
              </a:extLst>
            </p:cNvPr>
            <p:cNvSpPr/>
            <p:nvPr/>
          </p:nvSpPr>
          <p:spPr>
            <a:xfrm>
              <a:off x="4701115" y="2862981"/>
              <a:ext cx="205485" cy="205485"/>
            </a:xfrm>
            <a:custGeom>
              <a:avLst/>
              <a:gdLst>
                <a:gd name="connsiteX0" fmla="*/ 205486 w 205485"/>
                <a:gd name="connsiteY0" fmla="*/ 102743 h 205485"/>
                <a:gd name="connsiteX1" fmla="*/ 102743 w 205485"/>
                <a:gd name="connsiteY1" fmla="*/ 205486 h 205485"/>
                <a:gd name="connsiteX2" fmla="*/ 0 w 205485"/>
                <a:gd name="connsiteY2" fmla="*/ 102743 h 205485"/>
                <a:gd name="connsiteX3" fmla="*/ 102743 w 205485"/>
                <a:gd name="connsiteY3" fmla="*/ 0 h 205485"/>
                <a:gd name="connsiteX4" fmla="*/ 205486 w 205485"/>
                <a:gd name="connsiteY4" fmla="*/ 102743 h 2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5" h="205485">
                  <a:moveTo>
                    <a:pt x="205486" y="102743"/>
                  </a:moveTo>
                  <a:cubicBezTo>
                    <a:pt x="205486" y="159486"/>
                    <a:pt x="159487" y="205486"/>
                    <a:pt x="102743" y="205486"/>
                  </a:cubicBezTo>
                  <a:cubicBezTo>
                    <a:pt x="46000" y="205486"/>
                    <a:pt x="0" y="159486"/>
                    <a:pt x="0" y="102743"/>
                  </a:cubicBezTo>
                  <a:cubicBezTo>
                    <a:pt x="0" y="45999"/>
                    <a:pt x="46000" y="0"/>
                    <a:pt x="102743" y="0"/>
                  </a:cubicBezTo>
                  <a:cubicBezTo>
                    <a:pt x="159487" y="0"/>
                    <a:pt x="205486" y="45999"/>
                    <a:pt x="205486" y="102743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B6878A41-67E0-0848-2465-84D7BFEFB28D}"/>
                </a:ext>
              </a:extLst>
            </p:cNvPr>
            <p:cNvSpPr/>
            <p:nvPr/>
          </p:nvSpPr>
          <p:spPr>
            <a:xfrm>
              <a:off x="4981087" y="2913654"/>
              <a:ext cx="104140" cy="104140"/>
            </a:xfrm>
            <a:custGeom>
              <a:avLst/>
              <a:gdLst>
                <a:gd name="connsiteX0" fmla="*/ 104140 w 104140"/>
                <a:gd name="connsiteY0" fmla="*/ 52070 h 104140"/>
                <a:gd name="connsiteX1" fmla="*/ 52070 w 104140"/>
                <a:gd name="connsiteY1" fmla="*/ 104140 h 104140"/>
                <a:gd name="connsiteX2" fmla="*/ 0 w 104140"/>
                <a:gd name="connsiteY2" fmla="*/ 52070 h 104140"/>
                <a:gd name="connsiteX3" fmla="*/ 52070 w 104140"/>
                <a:gd name="connsiteY3" fmla="*/ 0 h 104140"/>
                <a:gd name="connsiteX4" fmla="*/ 104140 w 104140"/>
                <a:gd name="connsiteY4" fmla="*/ 52070 h 1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40" h="104140">
                  <a:moveTo>
                    <a:pt x="104140" y="52070"/>
                  </a:moveTo>
                  <a:cubicBezTo>
                    <a:pt x="104140" y="80827"/>
                    <a:pt x="80828" y="104140"/>
                    <a:pt x="52070" y="104140"/>
                  </a:cubicBezTo>
                  <a:cubicBezTo>
                    <a:pt x="23313" y="104140"/>
                    <a:pt x="0" y="80827"/>
                    <a:pt x="0" y="52070"/>
                  </a:cubicBezTo>
                  <a:cubicBezTo>
                    <a:pt x="0" y="23312"/>
                    <a:pt x="23313" y="0"/>
                    <a:pt x="52070" y="0"/>
                  </a:cubicBezTo>
                  <a:cubicBezTo>
                    <a:pt x="80828" y="0"/>
                    <a:pt x="104140" y="23312"/>
                    <a:pt x="104140" y="52070"/>
                  </a:cubicBez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E5D04F04-B2AB-1FE2-AB97-A10F683B4B44}"/>
              </a:ext>
            </a:extLst>
          </p:cNvPr>
          <p:cNvGrpSpPr/>
          <p:nvPr/>
        </p:nvGrpSpPr>
        <p:grpSpPr>
          <a:xfrm>
            <a:off x="7609224" y="3320287"/>
            <a:ext cx="386970" cy="205485"/>
            <a:chOff x="7609224" y="2862981"/>
            <a:chExt cx="386970" cy="205485"/>
          </a:xfrm>
        </p:grpSpPr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B3007EFF-F063-5FD3-7A06-3A1F5A79BED1}"/>
                </a:ext>
              </a:extLst>
            </p:cNvPr>
            <p:cNvSpPr/>
            <p:nvPr/>
          </p:nvSpPr>
          <p:spPr>
            <a:xfrm>
              <a:off x="7609224" y="2862981"/>
              <a:ext cx="205486" cy="205485"/>
            </a:xfrm>
            <a:custGeom>
              <a:avLst/>
              <a:gdLst>
                <a:gd name="connsiteX0" fmla="*/ 205486 w 205486"/>
                <a:gd name="connsiteY0" fmla="*/ 102743 h 205485"/>
                <a:gd name="connsiteX1" fmla="*/ 102743 w 205486"/>
                <a:gd name="connsiteY1" fmla="*/ 205486 h 205485"/>
                <a:gd name="connsiteX2" fmla="*/ 0 w 205486"/>
                <a:gd name="connsiteY2" fmla="*/ 102743 h 205485"/>
                <a:gd name="connsiteX3" fmla="*/ 102743 w 205486"/>
                <a:gd name="connsiteY3" fmla="*/ 0 h 205485"/>
                <a:gd name="connsiteX4" fmla="*/ 205486 w 205486"/>
                <a:gd name="connsiteY4" fmla="*/ 102743 h 2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486" h="205485">
                  <a:moveTo>
                    <a:pt x="205486" y="102743"/>
                  </a:moveTo>
                  <a:cubicBezTo>
                    <a:pt x="205486" y="159486"/>
                    <a:pt x="159487" y="205486"/>
                    <a:pt x="102743" y="205486"/>
                  </a:cubicBezTo>
                  <a:cubicBezTo>
                    <a:pt x="46000" y="205486"/>
                    <a:pt x="0" y="159486"/>
                    <a:pt x="0" y="102743"/>
                  </a:cubicBezTo>
                  <a:cubicBezTo>
                    <a:pt x="0" y="45999"/>
                    <a:pt x="45999" y="0"/>
                    <a:pt x="102743" y="0"/>
                  </a:cubicBezTo>
                  <a:cubicBezTo>
                    <a:pt x="159486" y="0"/>
                    <a:pt x="205486" y="45999"/>
                    <a:pt x="205486" y="102743"/>
                  </a:cubicBez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9" name="Forma libre 58">
              <a:extLst>
                <a:ext uri="{FF2B5EF4-FFF2-40B4-BE49-F238E27FC236}">
                  <a16:creationId xmlns:a16="http://schemas.microsoft.com/office/drawing/2014/main" id="{C0AB5472-4E9C-F24E-77D7-A0FECA1A8338}"/>
                </a:ext>
              </a:extLst>
            </p:cNvPr>
            <p:cNvSpPr/>
            <p:nvPr/>
          </p:nvSpPr>
          <p:spPr>
            <a:xfrm>
              <a:off x="7892054" y="2913654"/>
              <a:ext cx="104140" cy="104140"/>
            </a:xfrm>
            <a:custGeom>
              <a:avLst/>
              <a:gdLst>
                <a:gd name="connsiteX0" fmla="*/ 104140 w 104140"/>
                <a:gd name="connsiteY0" fmla="*/ 52070 h 104140"/>
                <a:gd name="connsiteX1" fmla="*/ 52070 w 104140"/>
                <a:gd name="connsiteY1" fmla="*/ 104140 h 104140"/>
                <a:gd name="connsiteX2" fmla="*/ 1 w 104140"/>
                <a:gd name="connsiteY2" fmla="*/ 52070 h 104140"/>
                <a:gd name="connsiteX3" fmla="*/ 52070 w 104140"/>
                <a:gd name="connsiteY3" fmla="*/ 0 h 104140"/>
                <a:gd name="connsiteX4" fmla="*/ 104140 w 104140"/>
                <a:gd name="connsiteY4" fmla="*/ 52070 h 10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40" h="104140">
                  <a:moveTo>
                    <a:pt x="104140" y="52070"/>
                  </a:moveTo>
                  <a:cubicBezTo>
                    <a:pt x="104140" y="80827"/>
                    <a:pt x="80828" y="104140"/>
                    <a:pt x="52070" y="104140"/>
                  </a:cubicBezTo>
                  <a:cubicBezTo>
                    <a:pt x="23313" y="104140"/>
                    <a:pt x="1" y="80827"/>
                    <a:pt x="1" y="52070"/>
                  </a:cubicBezTo>
                  <a:cubicBezTo>
                    <a:pt x="1" y="23312"/>
                    <a:pt x="23313" y="0"/>
                    <a:pt x="52070" y="0"/>
                  </a:cubicBezTo>
                  <a:cubicBezTo>
                    <a:pt x="80828" y="0"/>
                    <a:pt x="104140" y="23312"/>
                    <a:pt x="104140" y="52070"/>
                  </a:cubicBez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B4D0250E-2438-02DF-14E4-570277C70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478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53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18">
            <a:extLst>
              <a:ext uri="{FF2B5EF4-FFF2-40B4-BE49-F238E27FC236}">
                <a16:creationId xmlns:a16="http://schemas.microsoft.com/office/drawing/2014/main" id="{4B16128F-6954-7552-1B2A-3B75DA7B935D}"/>
              </a:ext>
            </a:extLst>
          </p:cNvPr>
          <p:cNvSpPr txBox="1"/>
          <p:nvPr/>
        </p:nvSpPr>
        <p:spPr>
          <a:xfrm>
            <a:off x="908940" y="4225535"/>
            <a:ext cx="4165261" cy="93969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316" marR="3081">
              <a:lnSpc>
                <a:spcPct val="102299"/>
              </a:lnSpc>
              <a:spcBef>
                <a:spcPts val="58"/>
              </a:spcBef>
            </a:pP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3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amet,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5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58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sed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sz="1200" spc="5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4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euismod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magna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33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enim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ad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veniam,</a:t>
            </a:r>
            <a:r>
              <a:rPr sz="1200" spc="39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quis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nostrud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sz="1200" spc="42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suscipit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sz="120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sz="1200" spc="3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ex</a:t>
            </a:r>
            <a:r>
              <a:rPr sz="1200" spc="27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ea </a:t>
            </a:r>
            <a:r>
              <a:rPr sz="1200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commodo</a:t>
            </a:r>
            <a:r>
              <a:rPr sz="1200" spc="7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6" dirty="0">
                <a:solidFill>
                  <a:srgbClr val="FFFFFF"/>
                </a:solidFill>
                <a:latin typeface="Libre Franklin" pitchFamily="2" charset="77"/>
                <a:cs typeface="Libre Franklin Medium"/>
              </a:rPr>
              <a:t>consequat.</a:t>
            </a:r>
            <a:endParaRPr sz="1200" dirty="0">
              <a:latin typeface="Libre Franklin" pitchFamily="2" charset="77"/>
              <a:cs typeface="Libre Franklin Medium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D4A4A1-F9CC-6CE7-E8F1-EDBB0C34792C}"/>
              </a:ext>
            </a:extLst>
          </p:cNvPr>
          <p:cNvSpPr txBox="1"/>
          <p:nvPr/>
        </p:nvSpPr>
        <p:spPr>
          <a:xfrm>
            <a:off x="732094" y="2872355"/>
            <a:ext cx="43421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9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Lorem</a:t>
            </a:r>
            <a:endParaRPr lang="es-CO" sz="9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5553BEC4-08AB-6271-16F1-62DCAF067328}"/>
              </a:ext>
            </a:extLst>
          </p:cNvPr>
          <p:cNvSpPr/>
          <p:nvPr/>
        </p:nvSpPr>
        <p:spPr>
          <a:xfrm>
            <a:off x="654624" y="2315166"/>
            <a:ext cx="4200588" cy="616204"/>
          </a:xfrm>
          <a:custGeom>
            <a:avLst/>
            <a:gdLst>
              <a:gd name="connsiteX0" fmla="*/ 4199763 w 4200588"/>
              <a:gd name="connsiteY0" fmla="*/ 312357 h 616204"/>
              <a:gd name="connsiteX1" fmla="*/ 4200589 w 4200588"/>
              <a:gd name="connsiteY1" fmla="*/ 308166 h 616204"/>
              <a:gd name="connsiteX2" fmla="*/ 4199700 w 4200588"/>
              <a:gd name="connsiteY2" fmla="*/ 303975 h 616204"/>
              <a:gd name="connsiteX3" fmla="*/ 4199700 w 4200588"/>
              <a:gd name="connsiteY3" fmla="*/ 303975 h 616204"/>
              <a:gd name="connsiteX4" fmla="*/ 4199128 w 4200588"/>
              <a:gd name="connsiteY4" fmla="*/ 303149 h 616204"/>
              <a:gd name="connsiteX5" fmla="*/ 4197287 w 4200588"/>
              <a:gd name="connsiteY5" fmla="*/ 300546 h 616204"/>
              <a:gd name="connsiteX6" fmla="*/ 4195191 w 4200588"/>
              <a:gd name="connsiteY6" fmla="*/ 299149 h 616204"/>
              <a:gd name="connsiteX7" fmla="*/ 4193858 w 4200588"/>
              <a:gd name="connsiteY7" fmla="*/ 298260 h 616204"/>
              <a:gd name="connsiteX8" fmla="*/ 4059555 w 4200588"/>
              <a:gd name="connsiteY8" fmla="*/ 183960 h 616204"/>
              <a:gd name="connsiteX9" fmla="*/ 4033711 w 4200588"/>
              <a:gd name="connsiteY9" fmla="*/ 97663 h 616204"/>
              <a:gd name="connsiteX10" fmla="*/ 4033711 w 4200588"/>
              <a:gd name="connsiteY10" fmla="*/ 97218 h 616204"/>
              <a:gd name="connsiteX11" fmla="*/ 3936492 w 4200588"/>
              <a:gd name="connsiteY11" fmla="*/ 0 h 616204"/>
              <a:gd name="connsiteX12" fmla="*/ 105093 w 4200588"/>
              <a:gd name="connsiteY12" fmla="*/ 0 h 616204"/>
              <a:gd name="connsiteX13" fmla="*/ 0 w 4200588"/>
              <a:gd name="connsiteY13" fmla="*/ 105093 h 616204"/>
              <a:gd name="connsiteX14" fmla="*/ 0 w 4200588"/>
              <a:gd name="connsiteY14" fmla="*/ 511112 h 616204"/>
              <a:gd name="connsiteX15" fmla="*/ 105093 w 4200588"/>
              <a:gd name="connsiteY15" fmla="*/ 616204 h 616204"/>
              <a:gd name="connsiteX16" fmla="*/ 3936429 w 4200588"/>
              <a:gd name="connsiteY16" fmla="*/ 616204 h 616204"/>
              <a:gd name="connsiteX17" fmla="*/ 4033647 w 4200588"/>
              <a:gd name="connsiteY17" fmla="*/ 518986 h 616204"/>
              <a:gd name="connsiteX18" fmla="*/ 4033647 w 4200588"/>
              <a:gd name="connsiteY18" fmla="*/ 518986 h 616204"/>
              <a:gd name="connsiteX19" fmla="*/ 4059555 w 4200588"/>
              <a:gd name="connsiteY19" fmla="*/ 432626 h 616204"/>
              <a:gd name="connsiteX20" fmla="*/ 4193985 w 4200588"/>
              <a:gd name="connsiteY20" fmla="*/ 318516 h 616204"/>
              <a:gd name="connsiteX21" fmla="*/ 4195001 w 4200588"/>
              <a:gd name="connsiteY21" fmla="*/ 317818 h 616204"/>
              <a:gd name="connsiteX22" fmla="*/ 4196144 w 4200588"/>
              <a:gd name="connsiteY22" fmla="*/ 317056 h 616204"/>
              <a:gd name="connsiteX23" fmla="*/ 4199636 w 4200588"/>
              <a:gd name="connsiteY23" fmla="*/ 312801 h 616204"/>
              <a:gd name="connsiteX24" fmla="*/ 4199763 w 4200588"/>
              <a:gd name="connsiteY24" fmla="*/ 312674 h 616204"/>
              <a:gd name="connsiteX25" fmla="*/ 4199763 w 4200588"/>
              <a:gd name="connsiteY25" fmla="*/ 312674 h 616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200588" h="616204">
                <a:moveTo>
                  <a:pt x="4199763" y="312357"/>
                </a:moveTo>
                <a:cubicBezTo>
                  <a:pt x="4200271" y="311023"/>
                  <a:pt x="4200589" y="309626"/>
                  <a:pt x="4200589" y="308166"/>
                </a:cubicBezTo>
                <a:cubicBezTo>
                  <a:pt x="4200589" y="306705"/>
                  <a:pt x="4200271" y="305308"/>
                  <a:pt x="4199700" y="303975"/>
                </a:cubicBezTo>
                <a:cubicBezTo>
                  <a:pt x="4199700" y="303975"/>
                  <a:pt x="4199700" y="303975"/>
                  <a:pt x="4199700" y="303975"/>
                </a:cubicBezTo>
                <a:cubicBezTo>
                  <a:pt x="4199573" y="303657"/>
                  <a:pt x="4199319" y="303467"/>
                  <a:pt x="4199128" y="303149"/>
                </a:cubicBezTo>
                <a:cubicBezTo>
                  <a:pt x="4198620" y="302197"/>
                  <a:pt x="4198112" y="301308"/>
                  <a:pt x="4197287" y="300546"/>
                </a:cubicBezTo>
                <a:cubicBezTo>
                  <a:pt x="4196652" y="299911"/>
                  <a:pt x="4195890" y="299593"/>
                  <a:pt x="4195191" y="299149"/>
                </a:cubicBezTo>
                <a:cubicBezTo>
                  <a:pt x="4194747" y="298895"/>
                  <a:pt x="4194366" y="298450"/>
                  <a:pt x="4193858" y="298260"/>
                </a:cubicBezTo>
                <a:cubicBezTo>
                  <a:pt x="4143375" y="277495"/>
                  <a:pt x="4092956" y="233553"/>
                  <a:pt x="4059555" y="183960"/>
                </a:cubicBezTo>
                <a:cubicBezTo>
                  <a:pt x="4042410" y="158496"/>
                  <a:pt x="4033711" y="128334"/>
                  <a:pt x="4033711" y="97663"/>
                </a:cubicBezTo>
                <a:lnTo>
                  <a:pt x="4033711" y="97218"/>
                </a:lnTo>
                <a:cubicBezTo>
                  <a:pt x="4033711" y="43498"/>
                  <a:pt x="3990150" y="0"/>
                  <a:pt x="3936492" y="0"/>
                </a:cubicBezTo>
                <a:lnTo>
                  <a:pt x="105093" y="0"/>
                </a:lnTo>
                <a:cubicBezTo>
                  <a:pt x="47054" y="0"/>
                  <a:pt x="0" y="47054"/>
                  <a:pt x="0" y="105093"/>
                </a:cubicBezTo>
                <a:lnTo>
                  <a:pt x="0" y="511112"/>
                </a:lnTo>
                <a:cubicBezTo>
                  <a:pt x="0" y="569151"/>
                  <a:pt x="47054" y="616204"/>
                  <a:pt x="105093" y="616204"/>
                </a:cubicBezTo>
                <a:lnTo>
                  <a:pt x="3936429" y="616204"/>
                </a:lnTo>
                <a:cubicBezTo>
                  <a:pt x="3990150" y="616204"/>
                  <a:pt x="4033647" y="572643"/>
                  <a:pt x="4033647" y="518986"/>
                </a:cubicBezTo>
                <a:lnTo>
                  <a:pt x="4033647" y="518986"/>
                </a:lnTo>
                <a:cubicBezTo>
                  <a:pt x="4033647" y="488252"/>
                  <a:pt x="4042283" y="457962"/>
                  <a:pt x="4059555" y="432626"/>
                </a:cubicBezTo>
                <a:cubicBezTo>
                  <a:pt x="4092448" y="384302"/>
                  <a:pt x="4142740" y="340551"/>
                  <a:pt x="4193985" y="318516"/>
                </a:cubicBezTo>
                <a:cubicBezTo>
                  <a:pt x="4194366" y="318326"/>
                  <a:pt x="4194620" y="318008"/>
                  <a:pt x="4195001" y="317818"/>
                </a:cubicBezTo>
                <a:cubicBezTo>
                  <a:pt x="4195445" y="317564"/>
                  <a:pt x="4195763" y="317310"/>
                  <a:pt x="4196144" y="317056"/>
                </a:cubicBezTo>
                <a:cubicBezTo>
                  <a:pt x="4197668" y="315913"/>
                  <a:pt x="4198938" y="314516"/>
                  <a:pt x="4199636" y="312801"/>
                </a:cubicBezTo>
                <a:cubicBezTo>
                  <a:pt x="4199636" y="312801"/>
                  <a:pt x="4199700" y="312738"/>
                  <a:pt x="4199763" y="312674"/>
                </a:cubicBezTo>
                <a:cubicBezTo>
                  <a:pt x="4199763" y="312674"/>
                  <a:pt x="4199763" y="312674"/>
                  <a:pt x="4199763" y="312674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3C94C7D-89D4-8FF8-64D7-9AEFE5B151AC}"/>
              </a:ext>
            </a:extLst>
          </p:cNvPr>
          <p:cNvSpPr txBox="1"/>
          <p:nvPr/>
        </p:nvSpPr>
        <p:spPr>
          <a:xfrm>
            <a:off x="787520" y="2346269"/>
            <a:ext cx="3899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pic>
        <p:nvPicPr>
          <p:cNvPr id="6" name="Imagen 5" descr="Un grupo de personas vestidas de negro&#10;&#10;El contenido generado por IA puede ser incorrecto.">
            <a:extLst>
              <a:ext uri="{FF2B5EF4-FFF2-40B4-BE49-F238E27FC236}">
                <a16:creationId xmlns:a16="http://schemas.microsoft.com/office/drawing/2014/main" id="{1EF1448A-5D0D-56F1-B37F-4DA877DAB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964" y="1692771"/>
            <a:ext cx="7772400" cy="5173503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9148F98-F99D-471C-6BBB-42871148F2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478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9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áfico 4">
            <a:extLst>
              <a:ext uri="{FF2B5EF4-FFF2-40B4-BE49-F238E27FC236}">
                <a16:creationId xmlns:a16="http://schemas.microsoft.com/office/drawing/2014/main" id="{775EF3E2-40EB-863F-2FE4-38D7B6A56DA7}"/>
              </a:ext>
            </a:extLst>
          </p:cNvPr>
          <p:cNvGrpSpPr/>
          <p:nvPr/>
        </p:nvGrpSpPr>
        <p:grpSpPr>
          <a:xfrm>
            <a:off x="7696644" y="1286450"/>
            <a:ext cx="118618" cy="125095"/>
            <a:chOff x="7696644" y="966279"/>
            <a:chExt cx="118618" cy="125095"/>
          </a:xfrm>
          <a:solidFill>
            <a:srgbClr val="001C5B"/>
          </a:solidFill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B239C940-F775-B2E6-1B71-2808781BB22B}"/>
                </a:ext>
              </a:extLst>
            </p:cNvPr>
            <p:cNvSpPr/>
            <p:nvPr/>
          </p:nvSpPr>
          <p:spPr>
            <a:xfrm>
              <a:off x="7740269" y="966279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C158D993-B0E0-4224-A0DA-EAA134DD93A0}"/>
                </a:ext>
              </a:extLst>
            </p:cNvPr>
            <p:cNvSpPr/>
            <p:nvPr/>
          </p:nvSpPr>
          <p:spPr>
            <a:xfrm>
              <a:off x="7740269" y="1012571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6CBC6850-5381-464C-5168-353780C4BB77}"/>
                </a:ext>
              </a:extLst>
            </p:cNvPr>
            <p:cNvSpPr/>
            <p:nvPr/>
          </p:nvSpPr>
          <p:spPr>
            <a:xfrm>
              <a:off x="7740269" y="1060005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E546674D-C2D7-0490-5BCD-67DDCF96D4D5}"/>
                </a:ext>
              </a:extLst>
            </p:cNvPr>
            <p:cNvSpPr/>
            <p:nvPr/>
          </p:nvSpPr>
          <p:spPr>
            <a:xfrm>
              <a:off x="7783893" y="1035367"/>
              <a:ext cx="31369" cy="31368"/>
            </a:xfrm>
            <a:custGeom>
              <a:avLst/>
              <a:gdLst>
                <a:gd name="connsiteX0" fmla="*/ 31369 w 31369"/>
                <a:gd name="connsiteY0" fmla="*/ 15685 h 31368"/>
                <a:gd name="connsiteX1" fmla="*/ 15685 w 31369"/>
                <a:gd name="connsiteY1" fmla="*/ 31369 h 31368"/>
                <a:gd name="connsiteX2" fmla="*/ 0 w 31369"/>
                <a:gd name="connsiteY2" fmla="*/ 15685 h 31368"/>
                <a:gd name="connsiteX3" fmla="*/ 15685 w 31369"/>
                <a:gd name="connsiteY3" fmla="*/ 0 h 31368"/>
                <a:gd name="connsiteX4" fmla="*/ 31369 w 31369"/>
                <a:gd name="connsiteY4" fmla="*/ 15685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70A0975-5E1D-61AC-D722-C5CC68FC0417}"/>
                </a:ext>
              </a:extLst>
            </p:cNvPr>
            <p:cNvSpPr/>
            <p:nvPr/>
          </p:nvSpPr>
          <p:spPr>
            <a:xfrm>
              <a:off x="7783893" y="989393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1CEB32A1-D9C3-A9CF-4ABE-41FA1BDEDFC5}"/>
                </a:ext>
              </a:extLst>
            </p:cNvPr>
            <p:cNvSpPr/>
            <p:nvPr/>
          </p:nvSpPr>
          <p:spPr>
            <a:xfrm>
              <a:off x="7696644" y="1035367"/>
              <a:ext cx="31369" cy="31368"/>
            </a:xfrm>
            <a:custGeom>
              <a:avLst/>
              <a:gdLst>
                <a:gd name="connsiteX0" fmla="*/ 31369 w 31369"/>
                <a:gd name="connsiteY0" fmla="*/ 15685 h 31368"/>
                <a:gd name="connsiteX1" fmla="*/ 15685 w 31369"/>
                <a:gd name="connsiteY1" fmla="*/ 31369 h 31368"/>
                <a:gd name="connsiteX2" fmla="*/ 0 w 31369"/>
                <a:gd name="connsiteY2" fmla="*/ 15685 h 31368"/>
                <a:gd name="connsiteX3" fmla="*/ 15685 w 31369"/>
                <a:gd name="connsiteY3" fmla="*/ 0 h 31368"/>
                <a:gd name="connsiteX4" fmla="*/ 31369 w 31369"/>
                <a:gd name="connsiteY4" fmla="*/ 15685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1EE40442-D34E-5786-901A-B76E5B314B54}"/>
                </a:ext>
              </a:extLst>
            </p:cNvPr>
            <p:cNvSpPr/>
            <p:nvPr/>
          </p:nvSpPr>
          <p:spPr>
            <a:xfrm>
              <a:off x="7696644" y="989393"/>
              <a:ext cx="31369" cy="31368"/>
            </a:xfrm>
            <a:custGeom>
              <a:avLst/>
              <a:gdLst>
                <a:gd name="connsiteX0" fmla="*/ 31369 w 31369"/>
                <a:gd name="connsiteY0" fmla="*/ 15684 h 31368"/>
                <a:gd name="connsiteX1" fmla="*/ 15685 w 31369"/>
                <a:gd name="connsiteY1" fmla="*/ 31369 h 31368"/>
                <a:gd name="connsiteX2" fmla="*/ 0 w 31369"/>
                <a:gd name="connsiteY2" fmla="*/ 15684 h 31368"/>
                <a:gd name="connsiteX3" fmla="*/ 15685 w 31369"/>
                <a:gd name="connsiteY3" fmla="*/ 0 h 31368"/>
                <a:gd name="connsiteX4" fmla="*/ 31369 w 31369"/>
                <a:gd name="connsiteY4" fmla="*/ 15684 h 31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8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" name="Gráfico 4">
            <a:extLst>
              <a:ext uri="{FF2B5EF4-FFF2-40B4-BE49-F238E27FC236}">
                <a16:creationId xmlns:a16="http://schemas.microsoft.com/office/drawing/2014/main" id="{5AF818AA-1102-F4AB-091C-EA44652EF78E}"/>
              </a:ext>
            </a:extLst>
          </p:cNvPr>
          <p:cNvGrpSpPr/>
          <p:nvPr/>
        </p:nvGrpSpPr>
        <p:grpSpPr>
          <a:xfrm>
            <a:off x="7696644" y="2344652"/>
            <a:ext cx="118618" cy="125095"/>
            <a:chOff x="7696644" y="2271458"/>
            <a:chExt cx="118618" cy="125095"/>
          </a:xfrm>
          <a:solidFill>
            <a:srgbClr val="001C5B"/>
          </a:solidFill>
        </p:grpSpPr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94A786DD-09AE-813C-2856-90ADD723B264}"/>
                </a:ext>
              </a:extLst>
            </p:cNvPr>
            <p:cNvSpPr/>
            <p:nvPr/>
          </p:nvSpPr>
          <p:spPr>
            <a:xfrm>
              <a:off x="7740269" y="2271458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D2AD3A9C-B771-D1A2-16A9-CD3806F47559}"/>
                </a:ext>
              </a:extLst>
            </p:cNvPr>
            <p:cNvSpPr/>
            <p:nvPr/>
          </p:nvSpPr>
          <p:spPr>
            <a:xfrm>
              <a:off x="7740269" y="2317750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AE6D4B1D-113B-2ABD-7D74-4229E0BD5ADE}"/>
                </a:ext>
              </a:extLst>
            </p:cNvPr>
            <p:cNvSpPr/>
            <p:nvPr/>
          </p:nvSpPr>
          <p:spPr>
            <a:xfrm>
              <a:off x="7740269" y="2365184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10AC4358-889B-BBAC-4A15-946C5BFE72F6}"/>
                </a:ext>
              </a:extLst>
            </p:cNvPr>
            <p:cNvSpPr/>
            <p:nvPr/>
          </p:nvSpPr>
          <p:spPr>
            <a:xfrm>
              <a:off x="7783893" y="2340546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92ACE1CA-EA88-E1A5-E61C-DC4AEC523200}"/>
                </a:ext>
              </a:extLst>
            </p:cNvPr>
            <p:cNvSpPr/>
            <p:nvPr/>
          </p:nvSpPr>
          <p:spPr>
            <a:xfrm>
              <a:off x="7783893" y="2294572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D3B93F8F-B0A2-44DA-7931-EAD749504C7D}"/>
                </a:ext>
              </a:extLst>
            </p:cNvPr>
            <p:cNvSpPr/>
            <p:nvPr/>
          </p:nvSpPr>
          <p:spPr>
            <a:xfrm>
              <a:off x="7696644" y="2340546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4C76F3AB-6624-FC4E-91DE-F08DDC27490E}"/>
                </a:ext>
              </a:extLst>
            </p:cNvPr>
            <p:cNvSpPr/>
            <p:nvPr/>
          </p:nvSpPr>
          <p:spPr>
            <a:xfrm>
              <a:off x="7696644" y="2294572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8" name="Gráfico 4">
            <a:extLst>
              <a:ext uri="{FF2B5EF4-FFF2-40B4-BE49-F238E27FC236}">
                <a16:creationId xmlns:a16="http://schemas.microsoft.com/office/drawing/2014/main" id="{9BE07FE6-8A4C-FA9F-E367-1EB2E5F65CDC}"/>
              </a:ext>
            </a:extLst>
          </p:cNvPr>
          <p:cNvGrpSpPr/>
          <p:nvPr/>
        </p:nvGrpSpPr>
        <p:grpSpPr>
          <a:xfrm>
            <a:off x="7696644" y="3485884"/>
            <a:ext cx="118618" cy="125095"/>
            <a:chOff x="7696644" y="3576637"/>
            <a:chExt cx="118618" cy="125095"/>
          </a:xfrm>
          <a:solidFill>
            <a:srgbClr val="001C5B"/>
          </a:solidFill>
        </p:grpSpPr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AA0D1E1B-A5F8-922D-A62E-84372D272AE2}"/>
                </a:ext>
              </a:extLst>
            </p:cNvPr>
            <p:cNvSpPr/>
            <p:nvPr/>
          </p:nvSpPr>
          <p:spPr>
            <a:xfrm>
              <a:off x="7740269" y="3576637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8CF7A17E-C878-CB47-218A-38A5B63BB6F3}"/>
                </a:ext>
              </a:extLst>
            </p:cNvPr>
            <p:cNvSpPr/>
            <p:nvPr/>
          </p:nvSpPr>
          <p:spPr>
            <a:xfrm>
              <a:off x="7740269" y="3622929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7D17C8F3-12C3-D930-1C6A-C989C7132D86}"/>
                </a:ext>
              </a:extLst>
            </p:cNvPr>
            <p:cNvSpPr/>
            <p:nvPr/>
          </p:nvSpPr>
          <p:spPr>
            <a:xfrm>
              <a:off x="7740269" y="3670363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851B5A1-0206-18E7-5EED-E29D8F6A6EB1}"/>
                </a:ext>
              </a:extLst>
            </p:cNvPr>
            <p:cNvSpPr/>
            <p:nvPr/>
          </p:nvSpPr>
          <p:spPr>
            <a:xfrm>
              <a:off x="7783893" y="3645725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6ADE55B5-4826-DA69-DFD1-81B575809849}"/>
                </a:ext>
              </a:extLst>
            </p:cNvPr>
            <p:cNvSpPr/>
            <p:nvPr/>
          </p:nvSpPr>
          <p:spPr>
            <a:xfrm>
              <a:off x="7783893" y="3599751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02C9095F-355D-A335-4DC6-74FC79A5C8B7}"/>
                </a:ext>
              </a:extLst>
            </p:cNvPr>
            <p:cNvSpPr/>
            <p:nvPr/>
          </p:nvSpPr>
          <p:spPr>
            <a:xfrm>
              <a:off x="7696644" y="3645725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E5F7B09C-0763-75EB-993F-9E9709BFFD16}"/>
                </a:ext>
              </a:extLst>
            </p:cNvPr>
            <p:cNvSpPr/>
            <p:nvPr/>
          </p:nvSpPr>
          <p:spPr>
            <a:xfrm>
              <a:off x="7696644" y="3599751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6" name="Gráfico 4">
            <a:extLst>
              <a:ext uri="{FF2B5EF4-FFF2-40B4-BE49-F238E27FC236}">
                <a16:creationId xmlns:a16="http://schemas.microsoft.com/office/drawing/2014/main" id="{EB6F059C-C275-D382-B944-A55E9CCBC589}"/>
              </a:ext>
            </a:extLst>
          </p:cNvPr>
          <p:cNvGrpSpPr/>
          <p:nvPr/>
        </p:nvGrpSpPr>
        <p:grpSpPr>
          <a:xfrm>
            <a:off x="7696644" y="4627116"/>
            <a:ext cx="118618" cy="125095"/>
            <a:chOff x="7696644" y="4881816"/>
            <a:chExt cx="118618" cy="125095"/>
          </a:xfrm>
          <a:solidFill>
            <a:srgbClr val="001C5B"/>
          </a:solidFill>
        </p:grpSpPr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7378B189-6379-C88E-76A7-75CD72B7FDDC}"/>
                </a:ext>
              </a:extLst>
            </p:cNvPr>
            <p:cNvSpPr/>
            <p:nvPr/>
          </p:nvSpPr>
          <p:spPr>
            <a:xfrm>
              <a:off x="7740269" y="4881816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3058D66B-0E54-5992-1D78-9F8AE660F625}"/>
                </a:ext>
              </a:extLst>
            </p:cNvPr>
            <p:cNvSpPr/>
            <p:nvPr/>
          </p:nvSpPr>
          <p:spPr>
            <a:xfrm>
              <a:off x="7740269" y="4928108"/>
              <a:ext cx="31369" cy="31369"/>
            </a:xfrm>
            <a:custGeom>
              <a:avLst/>
              <a:gdLst>
                <a:gd name="connsiteX0" fmla="*/ 31369 w 31369"/>
                <a:gd name="connsiteY0" fmla="*/ 15684 h 31369"/>
                <a:gd name="connsiteX1" fmla="*/ 15685 w 31369"/>
                <a:gd name="connsiteY1" fmla="*/ 31369 h 31369"/>
                <a:gd name="connsiteX2" fmla="*/ 0 w 31369"/>
                <a:gd name="connsiteY2" fmla="*/ 15684 h 31369"/>
                <a:gd name="connsiteX3" fmla="*/ 15685 w 31369"/>
                <a:gd name="connsiteY3" fmla="*/ 0 h 31369"/>
                <a:gd name="connsiteX4" fmla="*/ 31369 w 31369"/>
                <a:gd name="connsiteY4" fmla="*/ 15684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4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4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4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E46521C3-2AAE-9332-B5E7-F7BC3FE77CB6}"/>
                </a:ext>
              </a:extLst>
            </p:cNvPr>
            <p:cNvSpPr/>
            <p:nvPr/>
          </p:nvSpPr>
          <p:spPr>
            <a:xfrm>
              <a:off x="7740269" y="4975542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E0E4BEB9-78BA-73C1-2807-7D4CB28746B9}"/>
                </a:ext>
              </a:extLst>
            </p:cNvPr>
            <p:cNvSpPr/>
            <p:nvPr/>
          </p:nvSpPr>
          <p:spPr>
            <a:xfrm>
              <a:off x="7783893" y="4950904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05024CB-CEB0-CAF8-D118-428E08BE70F6}"/>
                </a:ext>
              </a:extLst>
            </p:cNvPr>
            <p:cNvSpPr/>
            <p:nvPr/>
          </p:nvSpPr>
          <p:spPr>
            <a:xfrm>
              <a:off x="7783893" y="4904930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2136182B-BE75-C587-5EBC-7947B2727E00}"/>
                </a:ext>
              </a:extLst>
            </p:cNvPr>
            <p:cNvSpPr/>
            <p:nvPr/>
          </p:nvSpPr>
          <p:spPr>
            <a:xfrm>
              <a:off x="7696644" y="4950904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494720B6-E2DB-E840-6B1B-E0E49016A3E7}"/>
                </a:ext>
              </a:extLst>
            </p:cNvPr>
            <p:cNvSpPr/>
            <p:nvPr/>
          </p:nvSpPr>
          <p:spPr>
            <a:xfrm>
              <a:off x="7696644" y="4904930"/>
              <a:ext cx="31369" cy="31369"/>
            </a:xfrm>
            <a:custGeom>
              <a:avLst/>
              <a:gdLst>
                <a:gd name="connsiteX0" fmla="*/ 31369 w 31369"/>
                <a:gd name="connsiteY0" fmla="*/ 15685 h 31369"/>
                <a:gd name="connsiteX1" fmla="*/ 15685 w 31369"/>
                <a:gd name="connsiteY1" fmla="*/ 31369 h 31369"/>
                <a:gd name="connsiteX2" fmla="*/ 0 w 31369"/>
                <a:gd name="connsiteY2" fmla="*/ 15685 h 31369"/>
                <a:gd name="connsiteX3" fmla="*/ 15685 w 31369"/>
                <a:gd name="connsiteY3" fmla="*/ 0 h 31369"/>
                <a:gd name="connsiteX4" fmla="*/ 31369 w 31369"/>
                <a:gd name="connsiteY4" fmla="*/ 15685 h 31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69" h="31369">
                  <a:moveTo>
                    <a:pt x="31369" y="15685"/>
                  </a:moveTo>
                  <a:cubicBezTo>
                    <a:pt x="31369" y="24347"/>
                    <a:pt x="24347" y="31369"/>
                    <a:pt x="15685" y="31369"/>
                  </a:cubicBezTo>
                  <a:cubicBezTo>
                    <a:pt x="7022" y="31369"/>
                    <a:pt x="0" y="24347"/>
                    <a:pt x="0" y="15685"/>
                  </a:cubicBezTo>
                  <a:cubicBezTo>
                    <a:pt x="0" y="7022"/>
                    <a:pt x="7022" y="0"/>
                    <a:pt x="15685" y="0"/>
                  </a:cubicBezTo>
                  <a:cubicBezTo>
                    <a:pt x="24347" y="0"/>
                    <a:pt x="31369" y="7022"/>
                    <a:pt x="31369" y="15685"/>
                  </a:cubicBezTo>
                  <a:close/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34" name="Forma libre 33">
            <a:extLst>
              <a:ext uri="{FF2B5EF4-FFF2-40B4-BE49-F238E27FC236}">
                <a16:creationId xmlns:a16="http://schemas.microsoft.com/office/drawing/2014/main" id="{4582AA45-E083-D140-00EB-A822E4A4D4B0}"/>
              </a:ext>
            </a:extLst>
          </p:cNvPr>
          <p:cNvSpPr/>
          <p:nvPr/>
        </p:nvSpPr>
        <p:spPr>
          <a:xfrm>
            <a:off x="1062227" y="0"/>
            <a:ext cx="5732716" cy="6575186"/>
          </a:xfrm>
          <a:custGeom>
            <a:avLst/>
            <a:gdLst>
              <a:gd name="connsiteX0" fmla="*/ 5732654 w 5732716"/>
              <a:gd name="connsiteY0" fmla="*/ 0 h 6575186"/>
              <a:gd name="connsiteX1" fmla="*/ 5732654 w 5732716"/>
              <a:gd name="connsiteY1" fmla="*/ 4489387 h 6575186"/>
              <a:gd name="connsiteX2" fmla="*/ 5732463 w 5732716"/>
              <a:gd name="connsiteY2" fmla="*/ 4491419 h 6575186"/>
              <a:gd name="connsiteX3" fmla="*/ 3861308 w 5732716"/>
              <a:gd name="connsiteY3" fmla="*/ 5874766 h 6575186"/>
              <a:gd name="connsiteX4" fmla="*/ 3863213 w 5732716"/>
              <a:gd name="connsiteY4" fmla="*/ 5874766 h 6575186"/>
              <a:gd name="connsiteX5" fmla="*/ 3859657 w 5732716"/>
              <a:gd name="connsiteY5" fmla="*/ 5874893 h 6575186"/>
              <a:gd name="connsiteX6" fmla="*/ 3803333 w 5732716"/>
              <a:gd name="connsiteY6" fmla="*/ 5879592 h 6575186"/>
              <a:gd name="connsiteX7" fmla="*/ 3734562 w 5732716"/>
              <a:gd name="connsiteY7" fmla="*/ 5884037 h 6575186"/>
              <a:gd name="connsiteX8" fmla="*/ 3541141 w 5732716"/>
              <a:gd name="connsiteY8" fmla="*/ 5908993 h 6575186"/>
              <a:gd name="connsiteX9" fmla="*/ 3463862 w 5732716"/>
              <a:gd name="connsiteY9" fmla="*/ 5928424 h 6575186"/>
              <a:gd name="connsiteX10" fmla="*/ 3462655 w 5732716"/>
              <a:gd name="connsiteY10" fmla="*/ 5928805 h 6575186"/>
              <a:gd name="connsiteX11" fmla="*/ 2877693 w 5732716"/>
              <a:gd name="connsiteY11" fmla="*/ 6567234 h 6575186"/>
              <a:gd name="connsiteX12" fmla="*/ 2855087 w 5732716"/>
              <a:gd name="connsiteY12" fmla="*/ 6567234 h 6575186"/>
              <a:gd name="connsiteX13" fmla="*/ 2279333 w 5732716"/>
              <a:gd name="connsiteY13" fmla="*/ 5931853 h 6575186"/>
              <a:gd name="connsiteX14" fmla="*/ 2260537 w 5732716"/>
              <a:gd name="connsiteY14" fmla="*/ 5925884 h 6575186"/>
              <a:gd name="connsiteX15" fmla="*/ 1991424 w 5732716"/>
              <a:gd name="connsiteY15" fmla="*/ 5883720 h 6575186"/>
              <a:gd name="connsiteX16" fmla="*/ 1927162 w 5732716"/>
              <a:gd name="connsiteY16" fmla="*/ 5879529 h 6575186"/>
              <a:gd name="connsiteX17" fmla="*/ 0 w 5732716"/>
              <a:gd name="connsiteY17" fmla="*/ 4437317 h 6575186"/>
              <a:gd name="connsiteX18" fmla="*/ 0 w 5732716"/>
              <a:gd name="connsiteY18" fmla="*/ 0 h 6575186"/>
              <a:gd name="connsiteX19" fmla="*/ 5732716 w 5732716"/>
              <a:gd name="connsiteY19" fmla="*/ 0 h 6575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732716" h="6575186">
                <a:moveTo>
                  <a:pt x="5732654" y="0"/>
                </a:moveTo>
                <a:lnTo>
                  <a:pt x="5732654" y="4489387"/>
                </a:lnTo>
                <a:cubicBezTo>
                  <a:pt x="5732654" y="4489387"/>
                  <a:pt x="5732463" y="4491419"/>
                  <a:pt x="5732463" y="4491419"/>
                </a:cubicBezTo>
                <a:cubicBezTo>
                  <a:pt x="5689917" y="5331587"/>
                  <a:pt x="4725734" y="5798185"/>
                  <a:pt x="3861308" y="5874766"/>
                </a:cubicBezTo>
                <a:lnTo>
                  <a:pt x="3863213" y="5874766"/>
                </a:lnTo>
                <a:cubicBezTo>
                  <a:pt x="3862006" y="5874766"/>
                  <a:pt x="3860863" y="5874893"/>
                  <a:pt x="3859657" y="5874893"/>
                </a:cubicBezTo>
                <a:cubicBezTo>
                  <a:pt x="3840861" y="5876544"/>
                  <a:pt x="3822002" y="5878259"/>
                  <a:pt x="3803333" y="5879592"/>
                </a:cubicBezTo>
                <a:cubicBezTo>
                  <a:pt x="3780600" y="5881116"/>
                  <a:pt x="3757613" y="5882577"/>
                  <a:pt x="3734562" y="5884037"/>
                </a:cubicBezTo>
                <a:cubicBezTo>
                  <a:pt x="3669602" y="5888165"/>
                  <a:pt x="3604705" y="5895277"/>
                  <a:pt x="3541141" y="5908993"/>
                </a:cubicBezTo>
                <a:cubicBezTo>
                  <a:pt x="3514344" y="5914771"/>
                  <a:pt x="3488817" y="5921439"/>
                  <a:pt x="3463862" y="5928424"/>
                </a:cubicBezTo>
                <a:cubicBezTo>
                  <a:pt x="3463481" y="5928551"/>
                  <a:pt x="3463036" y="5928678"/>
                  <a:pt x="3462655" y="5928805"/>
                </a:cubicBezTo>
                <a:cubicBezTo>
                  <a:pt x="3082671" y="6061075"/>
                  <a:pt x="2919413" y="6449124"/>
                  <a:pt x="2877693" y="6567234"/>
                </a:cubicBezTo>
                <a:cubicBezTo>
                  <a:pt x="2873947" y="6577838"/>
                  <a:pt x="2858834" y="6577838"/>
                  <a:pt x="2855087" y="6567234"/>
                </a:cubicBezTo>
                <a:cubicBezTo>
                  <a:pt x="2813685" y="6450013"/>
                  <a:pt x="2652840" y="6067108"/>
                  <a:pt x="2279333" y="5931853"/>
                </a:cubicBezTo>
                <a:cubicBezTo>
                  <a:pt x="2273110" y="5929884"/>
                  <a:pt x="2266760" y="5927852"/>
                  <a:pt x="2260537" y="5925884"/>
                </a:cubicBezTo>
                <a:cubicBezTo>
                  <a:pt x="2172843" y="5901690"/>
                  <a:pt x="2082229" y="5889435"/>
                  <a:pt x="1991424" y="5883720"/>
                </a:cubicBezTo>
                <a:cubicBezTo>
                  <a:pt x="1969897" y="5882323"/>
                  <a:pt x="1948434" y="5880989"/>
                  <a:pt x="1927162" y="5879529"/>
                </a:cubicBezTo>
                <a:cubicBezTo>
                  <a:pt x="1030033" y="5818124"/>
                  <a:pt x="2794" y="5330889"/>
                  <a:pt x="0" y="4437317"/>
                </a:cubicBezTo>
                <a:lnTo>
                  <a:pt x="0" y="0"/>
                </a:lnTo>
                <a:lnTo>
                  <a:pt x="5732716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28000" r="-59000"/>
            </a:stretch>
          </a:blip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5" name="Forma libre 34">
            <a:extLst>
              <a:ext uri="{FF2B5EF4-FFF2-40B4-BE49-F238E27FC236}">
                <a16:creationId xmlns:a16="http://schemas.microsoft.com/office/drawing/2014/main" id="{65C85B01-FE61-CF09-4DDF-89F321FA45A5}"/>
              </a:ext>
            </a:extLst>
          </p:cNvPr>
          <p:cNvSpPr/>
          <p:nvPr/>
        </p:nvSpPr>
        <p:spPr>
          <a:xfrm>
            <a:off x="1400538" y="-232675"/>
            <a:ext cx="5056094" cy="6571121"/>
          </a:xfrm>
          <a:custGeom>
            <a:avLst/>
            <a:gdLst>
              <a:gd name="connsiteX0" fmla="*/ 4358577 w 4358576"/>
              <a:gd name="connsiteY0" fmla="*/ 0 h 5664596"/>
              <a:gd name="connsiteX1" fmla="*/ 4358577 w 4358576"/>
              <a:gd name="connsiteY1" fmla="*/ 4078669 h 5664596"/>
              <a:gd name="connsiteX2" fmla="*/ 4358450 w 4358576"/>
              <a:gd name="connsiteY2" fmla="*/ 4080193 h 5664596"/>
              <a:gd name="connsiteX3" fmla="*/ 2935796 w 4358576"/>
              <a:gd name="connsiteY3" fmla="*/ 5131943 h 5664596"/>
              <a:gd name="connsiteX4" fmla="*/ 2937256 w 4358576"/>
              <a:gd name="connsiteY4" fmla="*/ 5131943 h 5664596"/>
              <a:gd name="connsiteX5" fmla="*/ 2934525 w 4358576"/>
              <a:gd name="connsiteY5" fmla="*/ 5132070 h 5664596"/>
              <a:gd name="connsiteX6" fmla="*/ 2891727 w 4358576"/>
              <a:gd name="connsiteY6" fmla="*/ 5135626 h 5664596"/>
              <a:gd name="connsiteX7" fmla="*/ 2839403 w 4358576"/>
              <a:gd name="connsiteY7" fmla="*/ 5139055 h 5664596"/>
              <a:gd name="connsiteX8" fmla="*/ 2692337 w 4358576"/>
              <a:gd name="connsiteY8" fmla="*/ 5158042 h 5664596"/>
              <a:gd name="connsiteX9" fmla="*/ 2633536 w 4358576"/>
              <a:gd name="connsiteY9" fmla="*/ 5172837 h 5664596"/>
              <a:gd name="connsiteX10" fmla="*/ 2632647 w 4358576"/>
              <a:gd name="connsiteY10" fmla="*/ 5173155 h 5664596"/>
              <a:gd name="connsiteX11" fmla="*/ 2187893 w 4358576"/>
              <a:gd name="connsiteY11" fmla="*/ 5658549 h 5664596"/>
              <a:gd name="connsiteX12" fmla="*/ 2170684 w 4358576"/>
              <a:gd name="connsiteY12" fmla="*/ 5658549 h 5664596"/>
              <a:gd name="connsiteX13" fmla="*/ 1732979 w 4358576"/>
              <a:gd name="connsiteY13" fmla="*/ 5175504 h 5664596"/>
              <a:gd name="connsiteX14" fmla="*/ 1718691 w 4358576"/>
              <a:gd name="connsiteY14" fmla="*/ 5170932 h 5664596"/>
              <a:gd name="connsiteX15" fmla="*/ 1514094 w 4358576"/>
              <a:gd name="connsiteY15" fmla="*/ 5138865 h 5664596"/>
              <a:gd name="connsiteX16" fmla="*/ 1465199 w 4358576"/>
              <a:gd name="connsiteY16" fmla="*/ 5135690 h 5664596"/>
              <a:gd name="connsiteX17" fmla="*/ 0 w 4358576"/>
              <a:gd name="connsiteY17" fmla="*/ 4039172 h 5664596"/>
              <a:gd name="connsiteX18" fmla="*/ 0 w 4358576"/>
              <a:gd name="connsiteY18" fmla="*/ 0 h 5664596"/>
              <a:gd name="connsiteX19" fmla="*/ 4358577 w 4358576"/>
              <a:gd name="connsiteY19" fmla="*/ 0 h 566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358576" h="5664596">
                <a:moveTo>
                  <a:pt x="4358577" y="0"/>
                </a:moveTo>
                <a:lnTo>
                  <a:pt x="4358577" y="4078669"/>
                </a:lnTo>
                <a:cubicBezTo>
                  <a:pt x="4358577" y="4078669"/>
                  <a:pt x="4358450" y="4080193"/>
                  <a:pt x="4358450" y="4080193"/>
                </a:cubicBezTo>
                <a:cubicBezTo>
                  <a:pt x="4326065" y="4719003"/>
                  <a:pt x="3593084" y="5073714"/>
                  <a:pt x="2935796" y="5131943"/>
                </a:cubicBezTo>
                <a:lnTo>
                  <a:pt x="2937256" y="5131943"/>
                </a:lnTo>
                <a:cubicBezTo>
                  <a:pt x="2936304" y="5131943"/>
                  <a:pt x="2935478" y="5132070"/>
                  <a:pt x="2934525" y="5132070"/>
                </a:cubicBezTo>
                <a:cubicBezTo>
                  <a:pt x="2920238" y="5133340"/>
                  <a:pt x="2905950" y="5134674"/>
                  <a:pt x="2891727" y="5135626"/>
                </a:cubicBezTo>
                <a:cubicBezTo>
                  <a:pt x="2874391" y="5136769"/>
                  <a:pt x="2856992" y="5137912"/>
                  <a:pt x="2839403" y="5139055"/>
                </a:cubicBezTo>
                <a:cubicBezTo>
                  <a:pt x="2790000" y="5142167"/>
                  <a:pt x="2740660" y="5147564"/>
                  <a:pt x="2692337" y="5158042"/>
                </a:cubicBezTo>
                <a:cubicBezTo>
                  <a:pt x="2671953" y="5162423"/>
                  <a:pt x="2652586" y="5167503"/>
                  <a:pt x="2633536" y="5172837"/>
                </a:cubicBezTo>
                <a:cubicBezTo>
                  <a:pt x="2633218" y="5172901"/>
                  <a:pt x="2632900" y="5173028"/>
                  <a:pt x="2632647" y="5173155"/>
                </a:cubicBezTo>
                <a:cubicBezTo>
                  <a:pt x="2343722" y="5273739"/>
                  <a:pt x="2219643" y="5568760"/>
                  <a:pt x="2187893" y="5658549"/>
                </a:cubicBezTo>
                <a:cubicBezTo>
                  <a:pt x="2185035" y="5666613"/>
                  <a:pt x="2173542" y="5666613"/>
                  <a:pt x="2170684" y="5658549"/>
                </a:cubicBezTo>
                <a:cubicBezTo>
                  <a:pt x="2139252" y="5569458"/>
                  <a:pt x="2016950" y="5278311"/>
                  <a:pt x="1732979" y="5175504"/>
                </a:cubicBezTo>
                <a:cubicBezTo>
                  <a:pt x="1728216" y="5173980"/>
                  <a:pt x="1723390" y="5172456"/>
                  <a:pt x="1718691" y="5170932"/>
                </a:cubicBezTo>
                <a:cubicBezTo>
                  <a:pt x="1652016" y="5152517"/>
                  <a:pt x="1583119" y="5143246"/>
                  <a:pt x="1514094" y="5138865"/>
                </a:cubicBezTo>
                <a:cubicBezTo>
                  <a:pt x="1497711" y="5137849"/>
                  <a:pt x="1481392" y="5136769"/>
                  <a:pt x="1465199" y="5135690"/>
                </a:cubicBezTo>
                <a:cubicBezTo>
                  <a:pt x="783145" y="5089017"/>
                  <a:pt x="2095" y="4718558"/>
                  <a:pt x="0" y="4039172"/>
                </a:cubicBezTo>
                <a:lnTo>
                  <a:pt x="0" y="0"/>
                </a:lnTo>
                <a:lnTo>
                  <a:pt x="4358577" y="0"/>
                </a:lnTo>
                <a:close/>
              </a:path>
            </a:pathLst>
          </a:custGeom>
          <a:solidFill>
            <a:srgbClr val="0A1A3F">
              <a:alpha val="61248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29B85DE-7B3D-DF31-7E60-45100CA0EF76}"/>
              </a:ext>
            </a:extLst>
          </p:cNvPr>
          <p:cNvSpPr txBox="1"/>
          <p:nvPr/>
        </p:nvSpPr>
        <p:spPr>
          <a:xfrm>
            <a:off x="2227744" y="2345000"/>
            <a:ext cx="3457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000" b="1" spc="0" baseline="0" dirty="0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4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4C9F245-96CA-38DA-D164-40EC494DD856}"/>
              </a:ext>
            </a:extLst>
          </p:cNvPr>
          <p:cNvSpPr txBox="1"/>
          <p:nvPr/>
        </p:nvSpPr>
        <p:spPr>
          <a:xfrm>
            <a:off x="2102835" y="866272"/>
            <a:ext cx="370744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9200" b="1" spc="0" baseline="0" dirty="0">
                <a:ln/>
                <a:solidFill>
                  <a:srgbClr val="F7EFD9"/>
                </a:solidFill>
                <a:latin typeface="LibreFranklin-Black"/>
                <a:sym typeface="LibreFranklin-Black"/>
                <a:rtl val="0"/>
              </a:rPr>
              <a:t>2025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73D2547-D2A9-930F-1EA4-D6BD33336E14}"/>
              </a:ext>
            </a:extLst>
          </p:cNvPr>
          <p:cNvSpPr txBox="1"/>
          <p:nvPr/>
        </p:nvSpPr>
        <p:spPr>
          <a:xfrm>
            <a:off x="2102835" y="2005635"/>
            <a:ext cx="37074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3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3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3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1172AE-034C-88C7-F924-53108CD9336F}"/>
              </a:ext>
            </a:extLst>
          </p:cNvPr>
          <p:cNvSpPr txBox="1"/>
          <p:nvPr/>
        </p:nvSpPr>
        <p:spPr>
          <a:xfrm>
            <a:off x="2227744" y="3392251"/>
            <a:ext cx="3457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Lorem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ipsum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dolor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sit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amet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,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consectetuer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adipiscing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elit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, sed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diam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  <a:r>
              <a:rPr lang="es-CO" b="1" spc="0" baseline="0" dirty="0" err="1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nonummy</a:t>
            </a:r>
            <a:r>
              <a:rPr lang="es-CO" b="1" spc="0" baseline="0" dirty="0">
                <a:ln/>
                <a:solidFill>
                  <a:srgbClr val="FFFFFF"/>
                </a:solidFill>
                <a:latin typeface="LibreFranklin-SemiBold"/>
                <a:sym typeface="LibreFranklin-SemiBold"/>
                <a:rtl val="0"/>
              </a:rPr>
              <a:t> </a:t>
            </a:r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732AF1F3-67B6-13B4-7CD6-5AA413F1F7F9}"/>
              </a:ext>
            </a:extLst>
          </p:cNvPr>
          <p:cNvSpPr txBox="1"/>
          <p:nvPr/>
        </p:nvSpPr>
        <p:spPr>
          <a:xfrm>
            <a:off x="8000115" y="1249531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B046CAAD-41B3-438C-384B-4A3A32E87299}"/>
              </a:ext>
            </a:extLst>
          </p:cNvPr>
          <p:cNvSpPr txBox="1"/>
          <p:nvPr/>
        </p:nvSpPr>
        <p:spPr>
          <a:xfrm>
            <a:off x="8000115" y="2296782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00C70A1E-E7E9-5D37-77A2-D96FDC9DB08B}"/>
              </a:ext>
            </a:extLst>
          </p:cNvPr>
          <p:cNvSpPr txBox="1"/>
          <p:nvPr/>
        </p:nvSpPr>
        <p:spPr>
          <a:xfrm>
            <a:off x="8000115" y="3427063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F339A081-90E9-5428-7015-4BC94D0875AE}"/>
              </a:ext>
            </a:extLst>
          </p:cNvPr>
          <p:cNvSpPr txBox="1"/>
          <p:nvPr/>
        </p:nvSpPr>
        <p:spPr>
          <a:xfrm>
            <a:off x="8000115" y="4557344"/>
            <a:ext cx="3129658" cy="756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amet,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elit,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sed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sz="1200" spc="7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spc="-1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ut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magna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sz="1200" spc="65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volutpat.</a:t>
            </a:r>
            <a:r>
              <a:rPr sz="1200" spc="7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pic>
        <p:nvPicPr>
          <p:cNvPr id="45" name="Gráfico 44">
            <a:extLst>
              <a:ext uri="{FF2B5EF4-FFF2-40B4-BE49-F238E27FC236}">
                <a16:creationId xmlns:a16="http://schemas.microsoft.com/office/drawing/2014/main" id="{DAE72EE7-F643-6F9F-BAFA-B0242B866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12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Un grupo de personas posando para una foto con un celular en la mano&#10;&#10;El contenido generado por IA puede ser incorrecto.">
            <a:extLst>
              <a:ext uri="{FF2B5EF4-FFF2-40B4-BE49-F238E27FC236}">
                <a16:creationId xmlns:a16="http://schemas.microsoft.com/office/drawing/2014/main" id="{BA28977D-C85D-F09F-AE0E-623E4C1E3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938" y="406401"/>
            <a:ext cx="9692546" cy="6451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AD7D240-4ADB-C074-93DF-12A178D3003C}"/>
              </a:ext>
            </a:extLst>
          </p:cNvPr>
          <p:cNvSpPr txBox="1"/>
          <p:nvPr/>
        </p:nvSpPr>
        <p:spPr>
          <a:xfrm>
            <a:off x="906044" y="1801410"/>
            <a:ext cx="247215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350" b="1" spc="-18" baseline="0" dirty="0" err="1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Lorem</a:t>
            </a:r>
            <a:r>
              <a:rPr lang="es-CO" sz="1350" b="1" spc="-18" baseline="0" dirty="0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 </a:t>
            </a:r>
            <a:r>
              <a:rPr lang="es-CO" sz="1350" b="1" spc="-18" baseline="0" dirty="0" err="1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ipsum</a:t>
            </a:r>
            <a:r>
              <a:rPr lang="es-CO" sz="1350" b="1" spc="-18" baseline="0" dirty="0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: 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57F9238E-79BD-C600-18EF-1754C2A08FA5}"/>
              </a:ext>
            </a:extLst>
          </p:cNvPr>
          <p:cNvGrpSpPr/>
          <p:nvPr/>
        </p:nvGrpSpPr>
        <p:grpSpPr>
          <a:xfrm>
            <a:off x="660056" y="1801411"/>
            <a:ext cx="141572" cy="294090"/>
            <a:chOff x="1028700" y="4426584"/>
            <a:chExt cx="179069" cy="371983"/>
          </a:xfrm>
          <a:noFill/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8EB2176E-B760-046E-3514-F6F3C8E60A77}"/>
                </a:ext>
              </a:extLst>
            </p:cNvPr>
            <p:cNvSpPr/>
            <p:nvPr/>
          </p:nvSpPr>
          <p:spPr>
            <a:xfrm>
              <a:off x="1028700" y="4426584"/>
              <a:ext cx="179069" cy="185991"/>
            </a:xfrm>
            <a:custGeom>
              <a:avLst/>
              <a:gdLst>
                <a:gd name="connsiteX0" fmla="*/ 0 w 179069"/>
                <a:gd name="connsiteY0" fmla="*/ 0 h 185991"/>
                <a:gd name="connsiteX1" fmla="*/ 179070 w 179069"/>
                <a:gd name="connsiteY1" fmla="*/ 185992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0"/>
                  </a:moveTo>
                  <a:cubicBezTo>
                    <a:pt x="28130" y="76264"/>
                    <a:pt x="102870" y="154686"/>
                    <a:pt x="179070" y="185992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B5483953-0326-5034-0B23-84019BEB86E1}"/>
                </a:ext>
              </a:extLst>
            </p:cNvPr>
            <p:cNvSpPr/>
            <p:nvPr/>
          </p:nvSpPr>
          <p:spPr>
            <a:xfrm>
              <a:off x="1028700" y="4612576"/>
              <a:ext cx="179069" cy="185991"/>
            </a:xfrm>
            <a:custGeom>
              <a:avLst/>
              <a:gdLst>
                <a:gd name="connsiteX0" fmla="*/ 0 w 179069"/>
                <a:gd name="connsiteY0" fmla="*/ 185991 h 185991"/>
                <a:gd name="connsiteX1" fmla="*/ 179070 w 179069"/>
                <a:gd name="connsiteY1" fmla="*/ 0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185991"/>
                  </a:moveTo>
                  <a:cubicBezTo>
                    <a:pt x="26607" y="111442"/>
                    <a:pt x="101727" y="33338"/>
                    <a:pt x="179070" y="0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7" name="Gráfico 4">
            <a:extLst>
              <a:ext uri="{FF2B5EF4-FFF2-40B4-BE49-F238E27FC236}">
                <a16:creationId xmlns:a16="http://schemas.microsoft.com/office/drawing/2014/main" id="{74F5CF2C-35D4-CCF2-9F9A-9DBBF0A9CCD1}"/>
              </a:ext>
            </a:extLst>
          </p:cNvPr>
          <p:cNvGrpSpPr/>
          <p:nvPr/>
        </p:nvGrpSpPr>
        <p:grpSpPr>
          <a:xfrm>
            <a:off x="660056" y="3554011"/>
            <a:ext cx="141572" cy="294090"/>
            <a:chOff x="1028700" y="4426584"/>
            <a:chExt cx="179069" cy="371983"/>
          </a:xfrm>
          <a:noFill/>
        </p:grpSpPr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5FFA9F09-8AF4-5563-84D3-9F31B909624E}"/>
                </a:ext>
              </a:extLst>
            </p:cNvPr>
            <p:cNvSpPr/>
            <p:nvPr/>
          </p:nvSpPr>
          <p:spPr>
            <a:xfrm>
              <a:off x="1028700" y="4426584"/>
              <a:ext cx="179069" cy="185991"/>
            </a:xfrm>
            <a:custGeom>
              <a:avLst/>
              <a:gdLst>
                <a:gd name="connsiteX0" fmla="*/ 0 w 179069"/>
                <a:gd name="connsiteY0" fmla="*/ 0 h 185991"/>
                <a:gd name="connsiteX1" fmla="*/ 179070 w 179069"/>
                <a:gd name="connsiteY1" fmla="*/ 185992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0"/>
                  </a:moveTo>
                  <a:cubicBezTo>
                    <a:pt x="28130" y="76264"/>
                    <a:pt x="102870" y="154686"/>
                    <a:pt x="179070" y="185992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47CE0EE3-CE78-6222-E796-E23C4C28D99D}"/>
                </a:ext>
              </a:extLst>
            </p:cNvPr>
            <p:cNvSpPr/>
            <p:nvPr/>
          </p:nvSpPr>
          <p:spPr>
            <a:xfrm>
              <a:off x="1028700" y="4612576"/>
              <a:ext cx="179069" cy="185991"/>
            </a:xfrm>
            <a:custGeom>
              <a:avLst/>
              <a:gdLst>
                <a:gd name="connsiteX0" fmla="*/ 0 w 179069"/>
                <a:gd name="connsiteY0" fmla="*/ 185991 h 185991"/>
                <a:gd name="connsiteX1" fmla="*/ 179070 w 179069"/>
                <a:gd name="connsiteY1" fmla="*/ 0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185991"/>
                  </a:moveTo>
                  <a:cubicBezTo>
                    <a:pt x="26607" y="111442"/>
                    <a:pt x="101727" y="33338"/>
                    <a:pt x="179070" y="0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F981B0-04E7-E3AF-E869-A6AF89F364B4}"/>
              </a:ext>
            </a:extLst>
          </p:cNvPr>
          <p:cNvSpPr txBox="1"/>
          <p:nvPr/>
        </p:nvSpPr>
        <p:spPr>
          <a:xfrm>
            <a:off x="906044" y="3541310"/>
            <a:ext cx="247215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350" b="1" spc="-18" baseline="0" dirty="0" err="1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Lorem</a:t>
            </a:r>
            <a:r>
              <a:rPr lang="es-CO" sz="1350" b="1" spc="-18" baseline="0" dirty="0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 </a:t>
            </a:r>
            <a:r>
              <a:rPr lang="es-CO" sz="1350" b="1" spc="-18" baseline="0" dirty="0" err="1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ipsum</a:t>
            </a:r>
            <a:r>
              <a:rPr lang="es-CO" sz="1350" b="1" spc="-18" baseline="0" dirty="0">
                <a:ln/>
                <a:solidFill>
                  <a:srgbClr val="001C5B"/>
                </a:solidFill>
                <a:latin typeface="Libre Franklin" pitchFamily="2" charset="77"/>
                <a:sym typeface="Libre Franklin"/>
                <a:rtl val="0"/>
              </a:rPr>
              <a:t>: 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B98266AE-6E7E-8859-B149-5003742E7B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2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FF5B556-4E35-F602-5CF8-E9829B679F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273677"/>
              </p:ext>
            </p:extLst>
          </p:nvPr>
        </p:nvGraphicFramePr>
        <p:xfrm>
          <a:off x="1443123" y="1153919"/>
          <a:ext cx="4190331" cy="2154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bject 21">
            <a:extLst>
              <a:ext uri="{FF2B5EF4-FFF2-40B4-BE49-F238E27FC236}">
                <a16:creationId xmlns:a16="http://schemas.microsoft.com/office/drawing/2014/main" id="{13C0DAA5-4E5B-B65B-4092-D44FF03C9443}"/>
              </a:ext>
            </a:extLst>
          </p:cNvPr>
          <p:cNvSpPr txBox="1"/>
          <p:nvPr/>
        </p:nvSpPr>
        <p:spPr>
          <a:xfrm>
            <a:off x="6558547" y="1153919"/>
            <a:ext cx="4539916" cy="4763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DFD7A3C-CBAF-9379-08A9-02AD2516D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326171"/>
              </p:ext>
            </p:extLst>
          </p:nvPr>
        </p:nvGraphicFramePr>
        <p:xfrm>
          <a:off x="1443123" y="3753852"/>
          <a:ext cx="4190331" cy="2154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Gráfico 5">
            <a:extLst>
              <a:ext uri="{FF2B5EF4-FFF2-40B4-BE49-F238E27FC236}">
                <a16:creationId xmlns:a16="http://schemas.microsoft.com/office/drawing/2014/main" id="{8CB95CAE-806C-5BBA-7271-0380420F7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445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>
            <a:extLst>
              <a:ext uri="{FF2B5EF4-FFF2-40B4-BE49-F238E27FC236}">
                <a16:creationId xmlns:a16="http://schemas.microsoft.com/office/drawing/2014/main" id="{8A53437E-71E9-608D-228F-766DAF0E276C}"/>
              </a:ext>
            </a:extLst>
          </p:cNvPr>
          <p:cNvSpPr txBox="1"/>
          <p:nvPr/>
        </p:nvSpPr>
        <p:spPr>
          <a:xfrm>
            <a:off x="6510421" y="1153919"/>
            <a:ext cx="4539916" cy="4763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5" name="Gráfico 44">
            <a:extLst>
              <a:ext uri="{FF2B5EF4-FFF2-40B4-BE49-F238E27FC236}">
                <a16:creationId xmlns:a16="http://schemas.microsoft.com/office/drawing/2014/main" id="{30417163-D732-4A0D-08F5-F5998129F03F}"/>
              </a:ext>
            </a:extLst>
          </p:cNvPr>
          <p:cNvSpPr/>
          <p:nvPr/>
        </p:nvSpPr>
        <p:spPr>
          <a:xfrm>
            <a:off x="1219897" y="-8509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sp>
        <p:nvSpPr>
          <p:cNvPr id="6" name="Gráfico 44">
            <a:extLst>
              <a:ext uri="{FF2B5EF4-FFF2-40B4-BE49-F238E27FC236}">
                <a16:creationId xmlns:a16="http://schemas.microsoft.com/office/drawing/2014/main" id="{6BD62EB1-2153-F3E3-0C8D-F15FCC5FC0EC}"/>
              </a:ext>
            </a:extLst>
          </p:cNvPr>
          <p:cNvSpPr/>
          <p:nvPr/>
        </p:nvSpPr>
        <p:spPr>
          <a:xfrm>
            <a:off x="1219896" y="-8509"/>
            <a:ext cx="4847841" cy="6575186"/>
          </a:xfrm>
          <a:custGeom>
            <a:avLst/>
            <a:gdLst>
              <a:gd name="csX0" fmla="*/ 9779 w 4661915"/>
              <a:gd name="csY0" fmla="*/ 0 h 6323012"/>
              <a:gd name="csX1" fmla="*/ 0 w 4661915"/>
              <a:gd name="csY1" fmla="*/ 9779 h 6323012"/>
              <a:gd name="csX2" fmla="*/ 0 w 4661915"/>
              <a:gd name="csY2" fmla="*/ 4626737 h 6323012"/>
              <a:gd name="csX3" fmla="*/ 127 w 4661915"/>
              <a:gd name="csY3" fmla="*/ 4628452 h 6323012"/>
              <a:gd name="csX4" fmla="*/ 1521778 w 4661915"/>
              <a:gd name="csY4" fmla="*/ 5753354 h 6323012"/>
              <a:gd name="csX5" fmla="*/ 1520254 w 4661915"/>
              <a:gd name="csY5" fmla="*/ 5753354 h 6323012"/>
              <a:gd name="csX6" fmla="*/ 1523175 w 4661915"/>
              <a:gd name="csY6" fmla="*/ 5753481 h 6323012"/>
              <a:gd name="csX7" fmla="*/ 1569022 w 4661915"/>
              <a:gd name="csY7" fmla="*/ 5757291 h 6323012"/>
              <a:gd name="csX8" fmla="*/ 1624965 w 4661915"/>
              <a:gd name="csY8" fmla="*/ 5760911 h 6323012"/>
              <a:gd name="csX9" fmla="*/ 1782255 w 4661915"/>
              <a:gd name="csY9" fmla="*/ 5781231 h 6323012"/>
              <a:gd name="csX10" fmla="*/ 1845119 w 4661915"/>
              <a:gd name="csY10" fmla="*/ 5797042 h 6323012"/>
              <a:gd name="csX11" fmla="*/ 1846135 w 4661915"/>
              <a:gd name="csY11" fmla="*/ 5797296 h 6323012"/>
              <a:gd name="csX12" fmla="*/ 2321814 w 4661915"/>
              <a:gd name="csY12" fmla="*/ 6316536 h 6323012"/>
              <a:gd name="csX13" fmla="*/ 2340166 w 4661915"/>
              <a:gd name="csY13" fmla="*/ 6316536 h 6323012"/>
              <a:gd name="csX14" fmla="*/ 2808351 w 4661915"/>
              <a:gd name="csY14" fmla="*/ 5799836 h 6323012"/>
              <a:gd name="csX15" fmla="*/ 2823655 w 4661915"/>
              <a:gd name="csY15" fmla="*/ 5794947 h 6323012"/>
              <a:gd name="csX16" fmla="*/ 3042476 w 4661915"/>
              <a:gd name="csY16" fmla="*/ 5760657 h 6323012"/>
              <a:gd name="csX17" fmla="*/ 3094736 w 4661915"/>
              <a:gd name="csY17" fmla="*/ 5757228 h 6323012"/>
              <a:gd name="csX18" fmla="*/ 4661916 w 4661915"/>
              <a:gd name="csY18" fmla="*/ 4584319 h 6323012"/>
              <a:gd name="csX19" fmla="*/ 4661916 w 4661915"/>
              <a:gd name="csY19" fmla="*/ 9779 h 6323012"/>
              <a:gd name="csX20" fmla="*/ 4652137 w 4661915"/>
              <a:gd name="csY20" fmla="*/ 0 h 6323012"/>
              <a:gd name="csX21" fmla="*/ 9779 w 4661915"/>
              <a:gd name="csY21" fmla="*/ 0 h 6323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661915" h="6323012">
                <a:moveTo>
                  <a:pt x="9779" y="0"/>
                </a:moveTo>
                <a:cubicBezTo>
                  <a:pt x="4381" y="0"/>
                  <a:pt x="0" y="4382"/>
                  <a:pt x="0" y="9779"/>
                </a:cubicBezTo>
                <a:lnTo>
                  <a:pt x="0" y="4626737"/>
                </a:lnTo>
                <a:lnTo>
                  <a:pt x="127" y="4628452"/>
                </a:lnTo>
                <a:cubicBezTo>
                  <a:pt x="34735" y="5311712"/>
                  <a:pt x="818769" y="5691124"/>
                  <a:pt x="1521778" y="5753354"/>
                </a:cubicBezTo>
                <a:lnTo>
                  <a:pt x="1520254" y="5753354"/>
                </a:lnTo>
                <a:cubicBezTo>
                  <a:pt x="1521269" y="5753354"/>
                  <a:pt x="1522159" y="5753481"/>
                  <a:pt x="1523175" y="5753481"/>
                </a:cubicBezTo>
                <a:cubicBezTo>
                  <a:pt x="1538415" y="5754815"/>
                  <a:pt x="1553782" y="5756212"/>
                  <a:pt x="1569022" y="5757291"/>
                </a:cubicBezTo>
                <a:cubicBezTo>
                  <a:pt x="1587500" y="5758561"/>
                  <a:pt x="1606232" y="5759768"/>
                  <a:pt x="1624965" y="5760911"/>
                </a:cubicBezTo>
                <a:cubicBezTo>
                  <a:pt x="1677734" y="5764276"/>
                  <a:pt x="1730566" y="5770055"/>
                  <a:pt x="1782255" y="5781231"/>
                </a:cubicBezTo>
                <a:cubicBezTo>
                  <a:pt x="1804035" y="5785930"/>
                  <a:pt x="1824800" y="5791391"/>
                  <a:pt x="1845119" y="5797042"/>
                </a:cubicBezTo>
                <a:cubicBezTo>
                  <a:pt x="1845437" y="5797042"/>
                  <a:pt x="1845755" y="5797233"/>
                  <a:pt x="1846135" y="5797296"/>
                </a:cubicBezTo>
                <a:cubicBezTo>
                  <a:pt x="2155127" y="5904865"/>
                  <a:pt x="2287905" y="6220460"/>
                  <a:pt x="2321814" y="6316536"/>
                </a:cubicBezTo>
                <a:cubicBezTo>
                  <a:pt x="2324862" y="6325172"/>
                  <a:pt x="2337181" y="6325172"/>
                  <a:pt x="2340166" y="6316536"/>
                </a:cubicBezTo>
                <a:cubicBezTo>
                  <a:pt x="2373821" y="6221222"/>
                  <a:pt x="2504631" y="5909818"/>
                  <a:pt x="2808351" y="5799836"/>
                </a:cubicBezTo>
                <a:cubicBezTo>
                  <a:pt x="2813431" y="5798185"/>
                  <a:pt x="2818638" y="5796598"/>
                  <a:pt x="2823655" y="5794947"/>
                </a:cubicBezTo>
                <a:cubicBezTo>
                  <a:pt x="2894965" y="5775262"/>
                  <a:pt x="2968625" y="5765356"/>
                  <a:pt x="3042476" y="5760657"/>
                </a:cubicBezTo>
                <a:cubicBezTo>
                  <a:pt x="3060002" y="5759514"/>
                  <a:pt x="3077464" y="5758371"/>
                  <a:pt x="3094736" y="5757228"/>
                </a:cubicBezTo>
                <a:cubicBezTo>
                  <a:pt x="3824288" y="5707317"/>
                  <a:pt x="4659694" y="5311077"/>
                  <a:pt x="4661916" y="4584319"/>
                </a:cubicBezTo>
                <a:lnTo>
                  <a:pt x="4661916" y="9779"/>
                </a:lnTo>
                <a:cubicBezTo>
                  <a:pt x="4661916" y="4382"/>
                  <a:pt x="4657535" y="0"/>
                  <a:pt x="4652137" y="0"/>
                </a:cubicBezTo>
                <a:lnTo>
                  <a:pt x="9779" y="0"/>
                </a:lnTo>
                <a:close/>
              </a:path>
            </a:pathLst>
          </a:custGeom>
          <a:solidFill>
            <a:srgbClr val="11225A">
              <a:alpha val="48756"/>
            </a:srgbClr>
          </a:solidFill>
          <a:ln w="6343" cap="flat">
            <a:noFill/>
            <a:prstDash val="solid"/>
            <a:miter/>
          </a:ln>
        </p:spPr>
        <p:txBody>
          <a:bodyPr/>
          <a:lstStyle/>
          <a:p>
            <a:endParaRPr lang="es-CO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08D8E9F-3ACE-140A-B374-CD6FF8BD59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5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6C58E5F5-3938-C2A2-3794-DCF6D11B2A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271446"/>
              </p:ext>
            </p:extLst>
          </p:nvPr>
        </p:nvGraphicFramePr>
        <p:xfrm>
          <a:off x="-759326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bject 21">
            <a:extLst>
              <a:ext uri="{FF2B5EF4-FFF2-40B4-BE49-F238E27FC236}">
                <a16:creationId xmlns:a16="http://schemas.microsoft.com/office/drawing/2014/main" id="{A4C49D83-C7ED-E7FE-D17A-758D83A31649}"/>
              </a:ext>
            </a:extLst>
          </p:cNvPr>
          <p:cNvSpPr txBox="1"/>
          <p:nvPr/>
        </p:nvSpPr>
        <p:spPr>
          <a:xfrm>
            <a:off x="6510421" y="2002006"/>
            <a:ext cx="4539916" cy="28539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445A7E6E-BE60-851A-2B47-337588A9B7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137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AE5A228B-0C0B-2C9C-75B7-D6F77C63CD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9505168"/>
              </p:ext>
            </p:extLst>
          </p:nvPr>
        </p:nvGraphicFramePr>
        <p:xfrm>
          <a:off x="6274776" y="1047258"/>
          <a:ext cx="5390901" cy="4763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object 21">
            <a:extLst>
              <a:ext uri="{FF2B5EF4-FFF2-40B4-BE49-F238E27FC236}">
                <a16:creationId xmlns:a16="http://schemas.microsoft.com/office/drawing/2014/main" id="{CA27F642-E3F9-E2F0-FC06-417631B2B640}"/>
              </a:ext>
            </a:extLst>
          </p:cNvPr>
          <p:cNvSpPr txBox="1"/>
          <p:nvPr/>
        </p:nvSpPr>
        <p:spPr>
          <a:xfrm>
            <a:off x="843548" y="1153919"/>
            <a:ext cx="4539916" cy="4763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BBF88AB-C564-7FD4-2597-DC61885D7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4944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85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>
            <a:extLst>
              <a:ext uri="{FF2B5EF4-FFF2-40B4-BE49-F238E27FC236}">
                <a16:creationId xmlns:a16="http://schemas.microsoft.com/office/drawing/2014/main" id="{CC680C68-1B40-EAB7-8F90-6E769B4CEAB1}"/>
              </a:ext>
            </a:extLst>
          </p:cNvPr>
          <p:cNvSpPr txBox="1"/>
          <p:nvPr/>
        </p:nvSpPr>
        <p:spPr>
          <a:xfrm>
            <a:off x="843548" y="2140508"/>
            <a:ext cx="4539916" cy="28539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rgbClr val="0D2057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endParaRPr lang="es-CO"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ectetuer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rgbClr val="99989E"/>
                </a:solidFill>
                <a:latin typeface="Libre Franklin" pitchFamily="2" charset="77"/>
                <a:cs typeface="Libre Franklin Medium"/>
              </a:rPr>
              <a:t>.</a:t>
            </a:r>
            <a:endParaRPr sz="1200" dirty="0">
              <a:solidFill>
                <a:srgbClr val="99989E"/>
              </a:solidFill>
              <a:latin typeface="Libre Franklin" pitchFamily="2" charset="77"/>
              <a:cs typeface="Libre Franklin Medium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0C4C44-7A24-A8B3-00BD-991842288ACB}"/>
              </a:ext>
            </a:extLst>
          </p:cNvPr>
          <p:cNvSpPr txBox="1"/>
          <p:nvPr/>
        </p:nvSpPr>
        <p:spPr>
          <a:xfrm>
            <a:off x="843548" y="1062017"/>
            <a:ext cx="40893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ipsum</a:t>
            </a:r>
            <a:r>
              <a:rPr lang="es-CO" sz="4500" b="1" spc="0" baseline="0" dirty="0">
                <a:ln/>
                <a:solidFill>
                  <a:srgbClr val="0D2157"/>
                </a:solidFill>
                <a:latin typeface="LibreFranklin-Black"/>
                <a:sym typeface="LibreFranklin-Black"/>
                <a:rtl val="0"/>
              </a:rPr>
              <a:t>: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Gráfico 3">
                <a:extLst>
                  <a:ext uri="{FF2B5EF4-FFF2-40B4-BE49-F238E27FC236}">
                    <a16:creationId xmlns:a16="http://schemas.microsoft.com/office/drawing/2014/main" id="{50EA3E76-AC2B-3E74-066F-559AEEDA9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2074446"/>
                  </p:ext>
                </p:extLst>
              </p:nvPr>
            </p:nvGraphicFramePr>
            <p:xfrm>
              <a:off x="6096000" y="1179095"/>
              <a:ext cx="5555916" cy="396418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Gráfico 3">
                <a:extLst>
                  <a:ext uri="{FF2B5EF4-FFF2-40B4-BE49-F238E27FC236}">
                    <a16:creationId xmlns:a16="http://schemas.microsoft.com/office/drawing/2014/main" id="{50EA3E76-AC2B-3E74-066F-559AEEDA92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1179095"/>
                <a:ext cx="5555916" cy="39641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2150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>
            <a:extLst>
              <a:ext uri="{FF2B5EF4-FFF2-40B4-BE49-F238E27FC236}">
                <a16:creationId xmlns:a16="http://schemas.microsoft.com/office/drawing/2014/main" id="{50A236D8-F35D-30DC-356D-E2EA8FC1629F}"/>
              </a:ext>
            </a:extLst>
          </p:cNvPr>
          <p:cNvSpPr txBox="1"/>
          <p:nvPr/>
        </p:nvSpPr>
        <p:spPr>
          <a:xfrm>
            <a:off x="8652043" y="3103035"/>
            <a:ext cx="3042652" cy="26399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95"/>
              </a:spcBef>
            </a:pPr>
            <a:r>
              <a:rPr sz="1200" b="1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Lorem</a:t>
            </a:r>
            <a:r>
              <a:rPr sz="1200" b="1" spc="70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sz="1200" b="1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ipsum</a:t>
            </a:r>
            <a:r>
              <a:rPr lang="es-ES" sz="1200" b="1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:</a:t>
            </a:r>
            <a:r>
              <a:rPr sz="1200" b="1" spc="75" dirty="0">
                <a:solidFill>
                  <a:schemeClr val="bg2"/>
                </a:solidFill>
                <a:latin typeface="Libre Franklin SemiBold" pitchFamily="2" charset="77"/>
                <a:cs typeface="Libre Franklin Black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Lorem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ipsum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dolor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sit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amet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consectetuer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adipiscing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elit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, sed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diam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nonummy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nibh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euismod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tincidunt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laoreet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magna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aliquam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erat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volutpat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. Ut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wisi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enim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ad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minim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veniam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, quis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nostrud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exerci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tation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ullamcorper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suscipit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lobortis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nisl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ut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aliquip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ex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ea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commodo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.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autem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eum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iriure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dolor in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hendrerit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in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vulputate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velit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esse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molestie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consequat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,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vel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illum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eu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feugiat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facilisis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at vero eros et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accumsan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et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iusto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odio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dignissim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qui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blandit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praesent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luptatum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zzril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delenit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augue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duis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dolore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te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feugait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nulla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 </a:t>
            </a:r>
            <a:r>
              <a:rPr lang="es-CO" sz="1200" dirty="0" err="1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facilisi</a:t>
            </a:r>
            <a:r>
              <a:rPr lang="es-CO" sz="1200" dirty="0">
                <a:solidFill>
                  <a:schemeClr val="bg2"/>
                </a:solidFill>
                <a:latin typeface="Libre Franklin" pitchFamily="2" charset="77"/>
                <a:cs typeface="Libre Franklin Medium"/>
              </a:rPr>
              <a:t>.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A57030E3-1017-7E5B-4678-EC1375E2E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672100"/>
              </p:ext>
            </p:extLst>
          </p:nvPr>
        </p:nvGraphicFramePr>
        <p:xfrm>
          <a:off x="497305" y="660623"/>
          <a:ext cx="6594500" cy="5536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34CA96BC-62D2-E170-057B-F729AA4846E0}"/>
              </a:ext>
            </a:extLst>
          </p:cNvPr>
          <p:cNvSpPr txBox="1"/>
          <p:nvPr/>
        </p:nvSpPr>
        <p:spPr>
          <a:xfrm>
            <a:off x="8652043" y="1362938"/>
            <a:ext cx="2044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4500" b="1" spc="0" baseline="0" dirty="0" err="1">
                <a:ln/>
                <a:solidFill>
                  <a:schemeClr val="bg2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4500" b="1" spc="0" baseline="0" dirty="0">
                <a:ln/>
                <a:solidFill>
                  <a:schemeClr val="bg2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4500" b="1" spc="0" baseline="0" dirty="0" err="1">
                <a:ln/>
                <a:solidFill>
                  <a:schemeClr val="bg2"/>
                </a:solidFill>
                <a:latin typeface="LibreFranklin-Black"/>
                <a:sym typeface="LibreFranklin-Black"/>
                <a:rtl val="0"/>
              </a:rPr>
              <a:t>ipsum</a:t>
            </a:r>
            <a:r>
              <a:rPr lang="es-CO" sz="4500" b="1" spc="0" baseline="0" dirty="0">
                <a:ln/>
                <a:solidFill>
                  <a:schemeClr val="bg2"/>
                </a:solidFill>
                <a:latin typeface="LibreFranklin-Black"/>
                <a:sym typeface="LibreFranklin-Black"/>
                <a:rtl val="0"/>
              </a:rPr>
              <a:t>: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A111FE8-4A0D-F8C5-11C4-934783318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905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80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F6A9DEEA-4304-E144-BA1B-9D0DAC71CE62}"/>
              </a:ext>
            </a:extLst>
          </p:cNvPr>
          <p:cNvSpPr/>
          <p:nvPr/>
        </p:nvSpPr>
        <p:spPr>
          <a:xfrm>
            <a:off x="4421810" y="3205607"/>
            <a:ext cx="3348684" cy="446849"/>
          </a:xfrm>
          <a:custGeom>
            <a:avLst/>
            <a:gdLst>
              <a:gd name="connsiteX0" fmla="*/ 3348113 w 3348684"/>
              <a:gd name="connsiteY0" fmla="*/ 220980 h 446849"/>
              <a:gd name="connsiteX1" fmla="*/ 3348113 w 3348684"/>
              <a:gd name="connsiteY1" fmla="*/ 220980 h 446849"/>
              <a:gd name="connsiteX2" fmla="*/ 3348113 w 3348684"/>
              <a:gd name="connsiteY2" fmla="*/ 220916 h 446849"/>
              <a:gd name="connsiteX3" fmla="*/ 3346082 w 3348684"/>
              <a:gd name="connsiteY3" fmla="*/ 218440 h 446849"/>
              <a:gd name="connsiteX4" fmla="*/ 3345446 w 3348684"/>
              <a:gd name="connsiteY4" fmla="*/ 217996 h 446849"/>
              <a:gd name="connsiteX5" fmla="*/ 3344811 w 3348684"/>
              <a:gd name="connsiteY5" fmla="*/ 217551 h 446849"/>
              <a:gd name="connsiteX6" fmla="*/ 3267151 w 3348684"/>
              <a:gd name="connsiteY6" fmla="*/ 152146 h 446849"/>
              <a:gd name="connsiteX7" fmla="*/ 3251085 w 3348684"/>
              <a:gd name="connsiteY7" fmla="*/ 100330 h 446849"/>
              <a:gd name="connsiteX8" fmla="*/ 3251085 w 3348684"/>
              <a:gd name="connsiteY8" fmla="*/ 78740 h 446849"/>
              <a:gd name="connsiteX9" fmla="*/ 3172346 w 3348684"/>
              <a:gd name="connsiteY9" fmla="*/ 0 h 446849"/>
              <a:gd name="connsiteX10" fmla="*/ 176225 w 3348684"/>
              <a:gd name="connsiteY10" fmla="*/ 0 h 446849"/>
              <a:gd name="connsiteX11" fmla="*/ 97485 w 3348684"/>
              <a:gd name="connsiteY11" fmla="*/ 78740 h 446849"/>
              <a:gd name="connsiteX12" fmla="*/ 97485 w 3348684"/>
              <a:gd name="connsiteY12" fmla="*/ 100330 h 446849"/>
              <a:gd name="connsiteX13" fmla="*/ 81419 w 3348684"/>
              <a:gd name="connsiteY13" fmla="*/ 152146 h 446849"/>
              <a:gd name="connsiteX14" fmla="*/ 3759 w 3348684"/>
              <a:gd name="connsiteY14" fmla="*/ 217551 h 446849"/>
              <a:gd name="connsiteX15" fmla="*/ 3124 w 3348684"/>
              <a:gd name="connsiteY15" fmla="*/ 217996 h 446849"/>
              <a:gd name="connsiteX16" fmla="*/ 2489 w 3348684"/>
              <a:gd name="connsiteY16" fmla="*/ 218440 h 446849"/>
              <a:gd name="connsiteX17" fmla="*/ 457 w 3348684"/>
              <a:gd name="connsiteY17" fmla="*/ 220916 h 446849"/>
              <a:gd name="connsiteX18" fmla="*/ 457 w 3348684"/>
              <a:gd name="connsiteY18" fmla="*/ 220980 h 446849"/>
              <a:gd name="connsiteX19" fmla="*/ 457 w 3348684"/>
              <a:gd name="connsiteY19" fmla="*/ 220980 h 446849"/>
              <a:gd name="connsiteX20" fmla="*/ 12 w 3348684"/>
              <a:gd name="connsiteY20" fmla="*/ 223457 h 446849"/>
              <a:gd name="connsiteX21" fmla="*/ 520 w 3348684"/>
              <a:gd name="connsiteY21" fmla="*/ 225870 h 446849"/>
              <a:gd name="connsiteX22" fmla="*/ 520 w 3348684"/>
              <a:gd name="connsiteY22" fmla="*/ 225870 h 446849"/>
              <a:gd name="connsiteX23" fmla="*/ 838 w 3348684"/>
              <a:gd name="connsiteY23" fmla="*/ 226377 h 446849"/>
              <a:gd name="connsiteX24" fmla="*/ 1917 w 3348684"/>
              <a:gd name="connsiteY24" fmla="*/ 227902 h 446849"/>
              <a:gd name="connsiteX25" fmla="*/ 3124 w 3348684"/>
              <a:gd name="connsiteY25" fmla="*/ 228727 h 446849"/>
              <a:gd name="connsiteX26" fmla="*/ 3886 w 3348684"/>
              <a:gd name="connsiteY26" fmla="*/ 229235 h 446849"/>
              <a:gd name="connsiteX27" fmla="*/ 81483 w 3348684"/>
              <a:gd name="connsiteY27" fmla="*/ 294703 h 446849"/>
              <a:gd name="connsiteX28" fmla="*/ 97548 w 3348684"/>
              <a:gd name="connsiteY28" fmla="*/ 346520 h 446849"/>
              <a:gd name="connsiteX29" fmla="*/ 97548 w 3348684"/>
              <a:gd name="connsiteY29" fmla="*/ 368109 h 446849"/>
              <a:gd name="connsiteX30" fmla="*/ 176288 w 3348684"/>
              <a:gd name="connsiteY30" fmla="*/ 446849 h 446849"/>
              <a:gd name="connsiteX31" fmla="*/ 3172408 w 3348684"/>
              <a:gd name="connsiteY31" fmla="*/ 446849 h 446849"/>
              <a:gd name="connsiteX32" fmla="*/ 3251149 w 3348684"/>
              <a:gd name="connsiteY32" fmla="*/ 368109 h 446849"/>
              <a:gd name="connsiteX33" fmla="*/ 3251149 w 3348684"/>
              <a:gd name="connsiteY33" fmla="*/ 331343 h 446849"/>
              <a:gd name="connsiteX34" fmla="*/ 3254832 w 3348684"/>
              <a:gd name="connsiteY34" fmla="*/ 315722 h 446849"/>
              <a:gd name="connsiteX35" fmla="*/ 3344811 w 3348684"/>
              <a:gd name="connsiteY35" fmla="*/ 229235 h 446849"/>
              <a:gd name="connsiteX36" fmla="*/ 3345573 w 3348684"/>
              <a:gd name="connsiteY36" fmla="*/ 228727 h 446849"/>
              <a:gd name="connsiteX37" fmla="*/ 3346780 w 3348684"/>
              <a:gd name="connsiteY37" fmla="*/ 227902 h 446849"/>
              <a:gd name="connsiteX38" fmla="*/ 3347859 w 3348684"/>
              <a:gd name="connsiteY38" fmla="*/ 226377 h 446849"/>
              <a:gd name="connsiteX39" fmla="*/ 3348177 w 3348684"/>
              <a:gd name="connsiteY39" fmla="*/ 225870 h 446849"/>
              <a:gd name="connsiteX40" fmla="*/ 3348177 w 3348684"/>
              <a:gd name="connsiteY40" fmla="*/ 225870 h 446849"/>
              <a:gd name="connsiteX41" fmla="*/ 3348685 w 3348684"/>
              <a:gd name="connsiteY41" fmla="*/ 223457 h 446849"/>
              <a:gd name="connsiteX42" fmla="*/ 3348240 w 3348684"/>
              <a:gd name="connsiteY42" fmla="*/ 220980 h 44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348684" h="446849">
                <a:moveTo>
                  <a:pt x="3348113" y="220980"/>
                </a:moveTo>
                <a:cubicBezTo>
                  <a:pt x="3348113" y="220980"/>
                  <a:pt x="3348113" y="220980"/>
                  <a:pt x="3348113" y="220980"/>
                </a:cubicBezTo>
                <a:cubicBezTo>
                  <a:pt x="3348113" y="220980"/>
                  <a:pt x="3348113" y="220980"/>
                  <a:pt x="3348113" y="220916"/>
                </a:cubicBezTo>
                <a:cubicBezTo>
                  <a:pt x="3347669" y="219901"/>
                  <a:pt x="3346971" y="219139"/>
                  <a:pt x="3346082" y="218440"/>
                </a:cubicBezTo>
                <a:cubicBezTo>
                  <a:pt x="3345891" y="218249"/>
                  <a:pt x="3345637" y="218122"/>
                  <a:pt x="3345446" y="217996"/>
                </a:cubicBezTo>
                <a:cubicBezTo>
                  <a:pt x="3345256" y="217868"/>
                  <a:pt x="3345065" y="217678"/>
                  <a:pt x="3344811" y="217551"/>
                </a:cubicBezTo>
                <a:cubicBezTo>
                  <a:pt x="3315347" y="204851"/>
                  <a:pt x="3286391" y="179896"/>
                  <a:pt x="3267151" y="152146"/>
                </a:cubicBezTo>
                <a:cubicBezTo>
                  <a:pt x="3256610" y="136970"/>
                  <a:pt x="3251085" y="118809"/>
                  <a:pt x="3251085" y="100330"/>
                </a:cubicBezTo>
                <a:lnTo>
                  <a:pt x="3251085" y="78740"/>
                </a:lnTo>
                <a:cubicBezTo>
                  <a:pt x="3251085" y="35242"/>
                  <a:pt x="3215843" y="0"/>
                  <a:pt x="3172346" y="0"/>
                </a:cubicBezTo>
                <a:lnTo>
                  <a:pt x="176225" y="0"/>
                </a:lnTo>
                <a:cubicBezTo>
                  <a:pt x="132727" y="0"/>
                  <a:pt x="97485" y="35242"/>
                  <a:pt x="97485" y="78740"/>
                </a:cubicBezTo>
                <a:lnTo>
                  <a:pt x="97485" y="100330"/>
                </a:lnTo>
                <a:cubicBezTo>
                  <a:pt x="97485" y="118809"/>
                  <a:pt x="91960" y="136970"/>
                  <a:pt x="81419" y="152146"/>
                </a:cubicBezTo>
                <a:cubicBezTo>
                  <a:pt x="62179" y="179896"/>
                  <a:pt x="33223" y="204851"/>
                  <a:pt x="3759" y="217551"/>
                </a:cubicBezTo>
                <a:cubicBezTo>
                  <a:pt x="3505" y="217678"/>
                  <a:pt x="3378" y="217868"/>
                  <a:pt x="3124" y="217996"/>
                </a:cubicBezTo>
                <a:cubicBezTo>
                  <a:pt x="2870" y="218122"/>
                  <a:pt x="2679" y="218313"/>
                  <a:pt x="2489" y="218440"/>
                </a:cubicBezTo>
                <a:cubicBezTo>
                  <a:pt x="1600" y="219139"/>
                  <a:pt x="838" y="219901"/>
                  <a:pt x="457" y="220916"/>
                </a:cubicBezTo>
                <a:cubicBezTo>
                  <a:pt x="457" y="220916"/>
                  <a:pt x="457" y="220916"/>
                  <a:pt x="457" y="220980"/>
                </a:cubicBezTo>
                <a:cubicBezTo>
                  <a:pt x="457" y="220980"/>
                  <a:pt x="457" y="220980"/>
                  <a:pt x="457" y="220980"/>
                </a:cubicBezTo>
                <a:cubicBezTo>
                  <a:pt x="139" y="221742"/>
                  <a:pt x="-51" y="222567"/>
                  <a:pt x="12" y="223457"/>
                </a:cubicBezTo>
                <a:cubicBezTo>
                  <a:pt x="12" y="224282"/>
                  <a:pt x="203" y="225108"/>
                  <a:pt x="520" y="225870"/>
                </a:cubicBezTo>
                <a:cubicBezTo>
                  <a:pt x="520" y="225870"/>
                  <a:pt x="520" y="225870"/>
                  <a:pt x="520" y="225870"/>
                </a:cubicBezTo>
                <a:cubicBezTo>
                  <a:pt x="584" y="226060"/>
                  <a:pt x="774" y="226187"/>
                  <a:pt x="838" y="226377"/>
                </a:cubicBezTo>
                <a:cubicBezTo>
                  <a:pt x="1155" y="226949"/>
                  <a:pt x="1473" y="227457"/>
                  <a:pt x="1917" y="227902"/>
                </a:cubicBezTo>
                <a:cubicBezTo>
                  <a:pt x="2298" y="228283"/>
                  <a:pt x="2743" y="228473"/>
                  <a:pt x="3124" y="228727"/>
                </a:cubicBezTo>
                <a:cubicBezTo>
                  <a:pt x="3378" y="228917"/>
                  <a:pt x="3632" y="229108"/>
                  <a:pt x="3886" y="229235"/>
                </a:cubicBezTo>
                <a:cubicBezTo>
                  <a:pt x="32969" y="241173"/>
                  <a:pt x="61925" y="266255"/>
                  <a:pt x="81483" y="294703"/>
                </a:cubicBezTo>
                <a:cubicBezTo>
                  <a:pt x="91960" y="309944"/>
                  <a:pt x="97548" y="328041"/>
                  <a:pt x="97548" y="346520"/>
                </a:cubicBezTo>
                <a:lnTo>
                  <a:pt x="97548" y="368109"/>
                </a:lnTo>
                <a:cubicBezTo>
                  <a:pt x="97548" y="411607"/>
                  <a:pt x="132791" y="446849"/>
                  <a:pt x="176288" y="446849"/>
                </a:cubicBezTo>
                <a:lnTo>
                  <a:pt x="3172408" y="446849"/>
                </a:lnTo>
                <a:cubicBezTo>
                  <a:pt x="3215907" y="446849"/>
                  <a:pt x="3251149" y="411607"/>
                  <a:pt x="3251149" y="368109"/>
                </a:cubicBezTo>
                <a:lnTo>
                  <a:pt x="3251149" y="331343"/>
                </a:lnTo>
                <a:cubicBezTo>
                  <a:pt x="3251149" y="325946"/>
                  <a:pt x="3252419" y="320611"/>
                  <a:pt x="3254832" y="315722"/>
                </a:cubicBezTo>
                <a:cubicBezTo>
                  <a:pt x="3272739" y="279146"/>
                  <a:pt x="3308744" y="244030"/>
                  <a:pt x="3344811" y="229235"/>
                </a:cubicBezTo>
                <a:cubicBezTo>
                  <a:pt x="3345129" y="229108"/>
                  <a:pt x="3345320" y="228854"/>
                  <a:pt x="3345573" y="228727"/>
                </a:cubicBezTo>
                <a:cubicBezTo>
                  <a:pt x="3346018" y="228473"/>
                  <a:pt x="3346462" y="228283"/>
                  <a:pt x="3346780" y="227902"/>
                </a:cubicBezTo>
                <a:cubicBezTo>
                  <a:pt x="3347224" y="227457"/>
                  <a:pt x="3347542" y="226949"/>
                  <a:pt x="3347859" y="226377"/>
                </a:cubicBezTo>
                <a:cubicBezTo>
                  <a:pt x="3347986" y="226187"/>
                  <a:pt x="3348113" y="226060"/>
                  <a:pt x="3348177" y="225870"/>
                </a:cubicBezTo>
                <a:cubicBezTo>
                  <a:pt x="3348177" y="225870"/>
                  <a:pt x="3348177" y="225870"/>
                  <a:pt x="3348177" y="225870"/>
                </a:cubicBezTo>
                <a:cubicBezTo>
                  <a:pt x="3348495" y="225108"/>
                  <a:pt x="3348685" y="224282"/>
                  <a:pt x="3348685" y="223457"/>
                </a:cubicBezTo>
                <a:cubicBezTo>
                  <a:pt x="3348685" y="222631"/>
                  <a:pt x="3348495" y="221805"/>
                  <a:pt x="3348240" y="22098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BCA325C-8A0A-AC4D-D4A3-57F082F7E650}"/>
              </a:ext>
            </a:extLst>
          </p:cNvPr>
          <p:cNvSpPr txBox="1"/>
          <p:nvPr/>
        </p:nvSpPr>
        <p:spPr>
          <a:xfrm>
            <a:off x="4737220" y="3196716"/>
            <a:ext cx="2717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Fondos y texturas</a:t>
            </a:r>
          </a:p>
        </p:txBody>
      </p:sp>
    </p:spTree>
    <p:extLst>
      <p:ext uri="{BB962C8B-B14F-4D97-AF65-F5344CB8AC3E}">
        <p14:creationId xmlns:p14="http://schemas.microsoft.com/office/powerpoint/2010/main" val="3290077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719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155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477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230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0276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389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FCC2D46D-CD7A-C8EC-79F7-60F357706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905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31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6D3CCE4-AAC1-3F4E-3372-3EABD4767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905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833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600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41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637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045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608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BE3C057C-0142-E3D6-DDA7-9FA97C8FBD7E}"/>
              </a:ext>
            </a:extLst>
          </p:cNvPr>
          <p:cNvSpPr/>
          <p:nvPr/>
        </p:nvSpPr>
        <p:spPr>
          <a:xfrm>
            <a:off x="4421810" y="3205607"/>
            <a:ext cx="3348684" cy="446849"/>
          </a:xfrm>
          <a:custGeom>
            <a:avLst/>
            <a:gdLst>
              <a:gd name="connsiteX0" fmla="*/ 3348113 w 3348684"/>
              <a:gd name="connsiteY0" fmla="*/ 220980 h 446849"/>
              <a:gd name="connsiteX1" fmla="*/ 3348113 w 3348684"/>
              <a:gd name="connsiteY1" fmla="*/ 220980 h 446849"/>
              <a:gd name="connsiteX2" fmla="*/ 3348113 w 3348684"/>
              <a:gd name="connsiteY2" fmla="*/ 220916 h 446849"/>
              <a:gd name="connsiteX3" fmla="*/ 3346082 w 3348684"/>
              <a:gd name="connsiteY3" fmla="*/ 218440 h 446849"/>
              <a:gd name="connsiteX4" fmla="*/ 3345446 w 3348684"/>
              <a:gd name="connsiteY4" fmla="*/ 217996 h 446849"/>
              <a:gd name="connsiteX5" fmla="*/ 3344811 w 3348684"/>
              <a:gd name="connsiteY5" fmla="*/ 217551 h 446849"/>
              <a:gd name="connsiteX6" fmla="*/ 3267151 w 3348684"/>
              <a:gd name="connsiteY6" fmla="*/ 152146 h 446849"/>
              <a:gd name="connsiteX7" fmla="*/ 3251085 w 3348684"/>
              <a:gd name="connsiteY7" fmla="*/ 100330 h 446849"/>
              <a:gd name="connsiteX8" fmla="*/ 3251085 w 3348684"/>
              <a:gd name="connsiteY8" fmla="*/ 78740 h 446849"/>
              <a:gd name="connsiteX9" fmla="*/ 3172346 w 3348684"/>
              <a:gd name="connsiteY9" fmla="*/ 0 h 446849"/>
              <a:gd name="connsiteX10" fmla="*/ 176225 w 3348684"/>
              <a:gd name="connsiteY10" fmla="*/ 0 h 446849"/>
              <a:gd name="connsiteX11" fmla="*/ 97485 w 3348684"/>
              <a:gd name="connsiteY11" fmla="*/ 78740 h 446849"/>
              <a:gd name="connsiteX12" fmla="*/ 97485 w 3348684"/>
              <a:gd name="connsiteY12" fmla="*/ 100330 h 446849"/>
              <a:gd name="connsiteX13" fmla="*/ 81419 w 3348684"/>
              <a:gd name="connsiteY13" fmla="*/ 152146 h 446849"/>
              <a:gd name="connsiteX14" fmla="*/ 3759 w 3348684"/>
              <a:gd name="connsiteY14" fmla="*/ 217551 h 446849"/>
              <a:gd name="connsiteX15" fmla="*/ 3124 w 3348684"/>
              <a:gd name="connsiteY15" fmla="*/ 217996 h 446849"/>
              <a:gd name="connsiteX16" fmla="*/ 2489 w 3348684"/>
              <a:gd name="connsiteY16" fmla="*/ 218440 h 446849"/>
              <a:gd name="connsiteX17" fmla="*/ 457 w 3348684"/>
              <a:gd name="connsiteY17" fmla="*/ 220916 h 446849"/>
              <a:gd name="connsiteX18" fmla="*/ 457 w 3348684"/>
              <a:gd name="connsiteY18" fmla="*/ 220980 h 446849"/>
              <a:gd name="connsiteX19" fmla="*/ 457 w 3348684"/>
              <a:gd name="connsiteY19" fmla="*/ 220980 h 446849"/>
              <a:gd name="connsiteX20" fmla="*/ 12 w 3348684"/>
              <a:gd name="connsiteY20" fmla="*/ 223457 h 446849"/>
              <a:gd name="connsiteX21" fmla="*/ 520 w 3348684"/>
              <a:gd name="connsiteY21" fmla="*/ 225870 h 446849"/>
              <a:gd name="connsiteX22" fmla="*/ 520 w 3348684"/>
              <a:gd name="connsiteY22" fmla="*/ 225870 h 446849"/>
              <a:gd name="connsiteX23" fmla="*/ 838 w 3348684"/>
              <a:gd name="connsiteY23" fmla="*/ 226377 h 446849"/>
              <a:gd name="connsiteX24" fmla="*/ 1917 w 3348684"/>
              <a:gd name="connsiteY24" fmla="*/ 227902 h 446849"/>
              <a:gd name="connsiteX25" fmla="*/ 3124 w 3348684"/>
              <a:gd name="connsiteY25" fmla="*/ 228727 h 446849"/>
              <a:gd name="connsiteX26" fmla="*/ 3886 w 3348684"/>
              <a:gd name="connsiteY26" fmla="*/ 229235 h 446849"/>
              <a:gd name="connsiteX27" fmla="*/ 81483 w 3348684"/>
              <a:gd name="connsiteY27" fmla="*/ 294703 h 446849"/>
              <a:gd name="connsiteX28" fmla="*/ 97548 w 3348684"/>
              <a:gd name="connsiteY28" fmla="*/ 346520 h 446849"/>
              <a:gd name="connsiteX29" fmla="*/ 97548 w 3348684"/>
              <a:gd name="connsiteY29" fmla="*/ 368109 h 446849"/>
              <a:gd name="connsiteX30" fmla="*/ 176288 w 3348684"/>
              <a:gd name="connsiteY30" fmla="*/ 446849 h 446849"/>
              <a:gd name="connsiteX31" fmla="*/ 3172408 w 3348684"/>
              <a:gd name="connsiteY31" fmla="*/ 446849 h 446849"/>
              <a:gd name="connsiteX32" fmla="*/ 3251149 w 3348684"/>
              <a:gd name="connsiteY32" fmla="*/ 368109 h 446849"/>
              <a:gd name="connsiteX33" fmla="*/ 3251149 w 3348684"/>
              <a:gd name="connsiteY33" fmla="*/ 331343 h 446849"/>
              <a:gd name="connsiteX34" fmla="*/ 3254832 w 3348684"/>
              <a:gd name="connsiteY34" fmla="*/ 315722 h 446849"/>
              <a:gd name="connsiteX35" fmla="*/ 3344811 w 3348684"/>
              <a:gd name="connsiteY35" fmla="*/ 229235 h 446849"/>
              <a:gd name="connsiteX36" fmla="*/ 3345573 w 3348684"/>
              <a:gd name="connsiteY36" fmla="*/ 228727 h 446849"/>
              <a:gd name="connsiteX37" fmla="*/ 3346780 w 3348684"/>
              <a:gd name="connsiteY37" fmla="*/ 227902 h 446849"/>
              <a:gd name="connsiteX38" fmla="*/ 3347859 w 3348684"/>
              <a:gd name="connsiteY38" fmla="*/ 226377 h 446849"/>
              <a:gd name="connsiteX39" fmla="*/ 3348177 w 3348684"/>
              <a:gd name="connsiteY39" fmla="*/ 225870 h 446849"/>
              <a:gd name="connsiteX40" fmla="*/ 3348177 w 3348684"/>
              <a:gd name="connsiteY40" fmla="*/ 225870 h 446849"/>
              <a:gd name="connsiteX41" fmla="*/ 3348685 w 3348684"/>
              <a:gd name="connsiteY41" fmla="*/ 223457 h 446849"/>
              <a:gd name="connsiteX42" fmla="*/ 3348240 w 3348684"/>
              <a:gd name="connsiteY42" fmla="*/ 220980 h 44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348684" h="446849">
                <a:moveTo>
                  <a:pt x="3348113" y="220980"/>
                </a:moveTo>
                <a:cubicBezTo>
                  <a:pt x="3348113" y="220980"/>
                  <a:pt x="3348113" y="220980"/>
                  <a:pt x="3348113" y="220980"/>
                </a:cubicBezTo>
                <a:cubicBezTo>
                  <a:pt x="3348113" y="220980"/>
                  <a:pt x="3348113" y="220980"/>
                  <a:pt x="3348113" y="220916"/>
                </a:cubicBezTo>
                <a:cubicBezTo>
                  <a:pt x="3347669" y="219901"/>
                  <a:pt x="3346971" y="219139"/>
                  <a:pt x="3346082" y="218440"/>
                </a:cubicBezTo>
                <a:cubicBezTo>
                  <a:pt x="3345891" y="218249"/>
                  <a:pt x="3345637" y="218122"/>
                  <a:pt x="3345446" y="217996"/>
                </a:cubicBezTo>
                <a:cubicBezTo>
                  <a:pt x="3345256" y="217868"/>
                  <a:pt x="3345065" y="217678"/>
                  <a:pt x="3344811" y="217551"/>
                </a:cubicBezTo>
                <a:cubicBezTo>
                  <a:pt x="3315347" y="204851"/>
                  <a:pt x="3286391" y="179896"/>
                  <a:pt x="3267151" y="152146"/>
                </a:cubicBezTo>
                <a:cubicBezTo>
                  <a:pt x="3256610" y="136970"/>
                  <a:pt x="3251085" y="118809"/>
                  <a:pt x="3251085" y="100330"/>
                </a:cubicBezTo>
                <a:lnTo>
                  <a:pt x="3251085" y="78740"/>
                </a:lnTo>
                <a:cubicBezTo>
                  <a:pt x="3251085" y="35242"/>
                  <a:pt x="3215843" y="0"/>
                  <a:pt x="3172346" y="0"/>
                </a:cubicBezTo>
                <a:lnTo>
                  <a:pt x="176225" y="0"/>
                </a:lnTo>
                <a:cubicBezTo>
                  <a:pt x="132727" y="0"/>
                  <a:pt x="97485" y="35242"/>
                  <a:pt x="97485" y="78740"/>
                </a:cubicBezTo>
                <a:lnTo>
                  <a:pt x="97485" y="100330"/>
                </a:lnTo>
                <a:cubicBezTo>
                  <a:pt x="97485" y="118809"/>
                  <a:pt x="91960" y="136970"/>
                  <a:pt x="81419" y="152146"/>
                </a:cubicBezTo>
                <a:cubicBezTo>
                  <a:pt x="62179" y="179896"/>
                  <a:pt x="33223" y="204851"/>
                  <a:pt x="3759" y="217551"/>
                </a:cubicBezTo>
                <a:cubicBezTo>
                  <a:pt x="3505" y="217678"/>
                  <a:pt x="3378" y="217868"/>
                  <a:pt x="3124" y="217996"/>
                </a:cubicBezTo>
                <a:cubicBezTo>
                  <a:pt x="2870" y="218122"/>
                  <a:pt x="2679" y="218313"/>
                  <a:pt x="2489" y="218440"/>
                </a:cubicBezTo>
                <a:cubicBezTo>
                  <a:pt x="1600" y="219139"/>
                  <a:pt x="838" y="219901"/>
                  <a:pt x="457" y="220916"/>
                </a:cubicBezTo>
                <a:cubicBezTo>
                  <a:pt x="457" y="220916"/>
                  <a:pt x="457" y="220916"/>
                  <a:pt x="457" y="220980"/>
                </a:cubicBezTo>
                <a:cubicBezTo>
                  <a:pt x="457" y="220980"/>
                  <a:pt x="457" y="220980"/>
                  <a:pt x="457" y="220980"/>
                </a:cubicBezTo>
                <a:cubicBezTo>
                  <a:pt x="139" y="221742"/>
                  <a:pt x="-51" y="222567"/>
                  <a:pt x="12" y="223457"/>
                </a:cubicBezTo>
                <a:cubicBezTo>
                  <a:pt x="12" y="224282"/>
                  <a:pt x="203" y="225108"/>
                  <a:pt x="520" y="225870"/>
                </a:cubicBezTo>
                <a:cubicBezTo>
                  <a:pt x="520" y="225870"/>
                  <a:pt x="520" y="225870"/>
                  <a:pt x="520" y="225870"/>
                </a:cubicBezTo>
                <a:cubicBezTo>
                  <a:pt x="584" y="226060"/>
                  <a:pt x="774" y="226187"/>
                  <a:pt x="838" y="226377"/>
                </a:cubicBezTo>
                <a:cubicBezTo>
                  <a:pt x="1155" y="226949"/>
                  <a:pt x="1473" y="227457"/>
                  <a:pt x="1917" y="227902"/>
                </a:cubicBezTo>
                <a:cubicBezTo>
                  <a:pt x="2298" y="228283"/>
                  <a:pt x="2743" y="228473"/>
                  <a:pt x="3124" y="228727"/>
                </a:cubicBezTo>
                <a:cubicBezTo>
                  <a:pt x="3378" y="228917"/>
                  <a:pt x="3632" y="229108"/>
                  <a:pt x="3886" y="229235"/>
                </a:cubicBezTo>
                <a:cubicBezTo>
                  <a:pt x="32969" y="241173"/>
                  <a:pt x="61925" y="266255"/>
                  <a:pt x="81483" y="294703"/>
                </a:cubicBezTo>
                <a:cubicBezTo>
                  <a:pt x="91960" y="309944"/>
                  <a:pt x="97548" y="328041"/>
                  <a:pt x="97548" y="346520"/>
                </a:cubicBezTo>
                <a:lnTo>
                  <a:pt x="97548" y="368109"/>
                </a:lnTo>
                <a:cubicBezTo>
                  <a:pt x="97548" y="411607"/>
                  <a:pt x="132791" y="446849"/>
                  <a:pt x="176288" y="446849"/>
                </a:cubicBezTo>
                <a:lnTo>
                  <a:pt x="3172408" y="446849"/>
                </a:lnTo>
                <a:cubicBezTo>
                  <a:pt x="3215907" y="446849"/>
                  <a:pt x="3251149" y="411607"/>
                  <a:pt x="3251149" y="368109"/>
                </a:cubicBezTo>
                <a:lnTo>
                  <a:pt x="3251149" y="331343"/>
                </a:lnTo>
                <a:cubicBezTo>
                  <a:pt x="3251149" y="325946"/>
                  <a:pt x="3252419" y="320611"/>
                  <a:pt x="3254832" y="315722"/>
                </a:cubicBezTo>
                <a:cubicBezTo>
                  <a:pt x="3272739" y="279146"/>
                  <a:pt x="3308744" y="244030"/>
                  <a:pt x="3344811" y="229235"/>
                </a:cubicBezTo>
                <a:cubicBezTo>
                  <a:pt x="3345129" y="229108"/>
                  <a:pt x="3345320" y="228854"/>
                  <a:pt x="3345573" y="228727"/>
                </a:cubicBezTo>
                <a:cubicBezTo>
                  <a:pt x="3346018" y="228473"/>
                  <a:pt x="3346462" y="228283"/>
                  <a:pt x="3346780" y="227902"/>
                </a:cubicBezTo>
                <a:cubicBezTo>
                  <a:pt x="3347224" y="227457"/>
                  <a:pt x="3347542" y="226949"/>
                  <a:pt x="3347859" y="226377"/>
                </a:cubicBezTo>
                <a:cubicBezTo>
                  <a:pt x="3347986" y="226187"/>
                  <a:pt x="3348113" y="226060"/>
                  <a:pt x="3348177" y="225870"/>
                </a:cubicBezTo>
                <a:cubicBezTo>
                  <a:pt x="3348177" y="225870"/>
                  <a:pt x="3348177" y="225870"/>
                  <a:pt x="3348177" y="225870"/>
                </a:cubicBezTo>
                <a:cubicBezTo>
                  <a:pt x="3348495" y="225108"/>
                  <a:pt x="3348685" y="224282"/>
                  <a:pt x="3348685" y="223457"/>
                </a:cubicBezTo>
                <a:cubicBezTo>
                  <a:pt x="3348685" y="222631"/>
                  <a:pt x="3348495" y="221805"/>
                  <a:pt x="3348240" y="22098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C81CF6-2478-EAE2-676C-1552E52B4A46}"/>
              </a:ext>
            </a:extLst>
          </p:cNvPr>
          <p:cNvSpPr txBox="1"/>
          <p:nvPr/>
        </p:nvSpPr>
        <p:spPr>
          <a:xfrm>
            <a:off x="4737220" y="3196716"/>
            <a:ext cx="2717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Separadores</a:t>
            </a:r>
          </a:p>
        </p:txBody>
      </p:sp>
    </p:spTree>
    <p:extLst>
      <p:ext uri="{BB962C8B-B14F-4D97-AF65-F5344CB8AC3E}">
        <p14:creationId xmlns:p14="http://schemas.microsoft.com/office/powerpoint/2010/main" val="2818091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5A71E3B-3450-5DB3-2212-FB9EBB96B7AE}"/>
              </a:ext>
            </a:extLst>
          </p:cNvPr>
          <p:cNvSpPr txBox="1"/>
          <p:nvPr/>
        </p:nvSpPr>
        <p:spPr>
          <a:xfrm>
            <a:off x="1337844" y="4150910"/>
            <a:ext cx="3549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adipiscing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elit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, sed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diam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nonummy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nibh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euismod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tincidunt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ut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laoreet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dolore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magna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aliquam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erat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1350" spc="-18" baseline="0" dirty="0" err="1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volutpat</a:t>
            </a:r>
            <a:r>
              <a:rPr lang="es-CO" sz="1350" spc="-18" baseline="0" dirty="0">
                <a:ln/>
                <a:solidFill>
                  <a:srgbClr val="001C5B"/>
                </a:solidFill>
                <a:latin typeface="Libre Franklin"/>
                <a:sym typeface="Libre Franklin"/>
                <a:rtl val="0"/>
              </a:rPr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94E2F5-2353-DC39-171B-B6CCBE593C2D}"/>
              </a:ext>
            </a:extLst>
          </p:cNvPr>
          <p:cNvSpPr txBox="1"/>
          <p:nvPr/>
        </p:nvSpPr>
        <p:spPr>
          <a:xfrm>
            <a:off x="312694" y="2959640"/>
            <a:ext cx="46650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5000" b="1" spc="0" baseline="0" dirty="0" err="1">
                <a:ln/>
                <a:solidFill>
                  <a:srgbClr val="11225A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5000" b="1" spc="0" baseline="0" dirty="0">
                <a:ln/>
                <a:solidFill>
                  <a:srgbClr val="11225A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5000" b="1" spc="0" baseline="0" dirty="0" err="1">
                <a:ln/>
                <a:solidFill>
                  <a:srgbClr val="11225A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5000" b="1" spc="0" baseline="0" dirty="0">
              <a:ln/>
              <a:solidFill>
                <a:srgbClr val="11225A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4A968B24-E82D-26DE-70ED-BAED2054EB0B}"/>
              </a:ext>
            </a:extLst>
          </p:cNvPr>
          <p:cNvSpPr/>
          <p:nvPr/>
        </p:nvSpPr>
        <p:spPr>
          <a:xfrm>
            <a:off x="962088" y="2410174"/>
            <a:ext cx="4172648" cy="642238"/>
          </a:xfrm>
          <a:custGeom>
            <a:avLst/>
            <a:gdLst>
              <a:gd name="connsiteX0" fmla="*/ 826 w 4172648"/>
              <a:gd name="connsiteY0" fmla="*/ 316548 h 642238"/>
              <a:gd name="connsiteX1" fmla="*/ 0 w 4172648"/>
              <a:gd name="connsiteY1" fmla="*/ 320929 h 642238"/>
              <a:gd name="connsiteX2" fmla="*/ 889 w 4172648"/>
              <a:gd name="connsiteY2" fmla="*/ 325247 h 642238"/>
              <a:gd name="connsiteX3" fmla="*/ 889 w 4172648"/>
              <a:gd name="connsiteY3" fmla="*/ 325247 h 642238"/>
              <a:gd name="connsiteX4" fmla="*/ 1524 w 4172648"/>
              <a:gd name="connsiteY4" fmla="*/ 326136 h 642238"/>
              <a:gd name="connsiteX5" fmla="*/ 3429 w 4172648"/>
              <a:gd name="connsiteY5" fmla="*/ 328867 h 642238"/>
              <a:gd name="connsiteX6" fmla="*/ 5651 w 4172648"/>
              <a:gd name="connsiteY6" fmla="*/ 330327 h 642238"/>
              <a:gd name="connsiteX7" fmla="*/ 7049 w 4172648"/>
              <a:gd name="connsiteY7" fmla="*/ 331280 h 642238"/>
              <a:gd name="connsiteX8" fmla="*/ 146749 w 4172648"/>
              <a:gd name="connsiteY8" fmla="*/ 450025 h 642238"/>
              <a:gd name="connsiteX9" fmla="*/ 173990 w 4172648"/>
              <a:gd name="connsiteY9" fmla="*/ 540385 h 642238"/>
              <a:gd name="connsiteX10" fmla="*/ 173990 w 4172648"/>
              <a:gd name="connsiteY10" fmla="*/ 540893 h 642238"/>
              <a:gd name="connsiteX11" fmla="*/ 275336 w 4172648"/>
              <a:gd name="connsiteY11" fmla="*/ 642239 h 642238"/>
              <a:gd name="connsiteX12" fmla="*/ 4172649 w 4172648"/>
              <a:gd name="connsiteY12" fmla="*/ 642239 h 642238"/>
              <a:gd name="connsiteX13" fmla="*/ 4172649 w 4172648"/>
              <a:gd name="connsiteY13" fmla="*/ 0 h 642238"/>
              <a:gd name="connsiteX14" fmla="*/ 275336 w 4172648"/>
              <a:gd name="connsiteY14" fmla="*/ 0 h 642238"/>
              <a:gd name="connsiteX15" fmla="*/ 173990 w 4172648"/>
              <a:gd name="connsiteY15" fmla="*/ 101346 h 642238"/>
              <a:gd name="connsiteX16" fmla="*/ 173990 w 4172648"/>
              <a:gd name="connsiteY16" fmla="*/ 101346 h 642238"/>
              <a:gd name="connsiteX17" fmla="*/ 146685 w 4172648"/>
              <a:gd name="connsiteY17" fmla="*/ 191834 h 642238"/>
              <a:gd name="connsiteX18" fmla="*/ 6858 w 4172648"/>
              <a:gd name="connsiteY18" fmla="*/ 310388 h 642238"/>
              <a:gd name="connsiteX19" fmla="*/ 5779 w 4172648"/>
              <a:gd name="connsiteY19" fmla="*/ 311150 h 642238"/>
              <a:gd name="connsiteX20" fmla="*/ 4572 w 4172648"/>
              <a:gd name="connsiteY20" fmla="*/ 311976 h 642238"/>
              <a:gd name="connsiteX21" fmla="*/ 953 w 4172648"/>
              <a:gd name="connsiteY21" fmla="*/ 316420 h 642238"/>
              <a:gd name="connsiteX22" fmla="*/ 826 w 4172648"/>
              <a:gd name="connsiteY22" fmla="*/ 316548 h 642238"/>
              <a:gd name="connsiteX23" fmla="*/ 826 w 4172648"/>
              <a:gd name="connsiteY23" fmla="*/ 316548 h 64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172648" h="642238">
                <a:moveTo>
                  <a:pt x="826" y="316548"/>
                </a:moveTo>
                <a:cubicBezTo>
                  <a:pt x="254" y="317945"/>
                  <a:pt x="0" y="319405"/>
                  <a:pt x="0" y="320929"/>
                </a:cubicBezTo>
                <a:cubicBezTo>
                  <a:pt x="0" y="322453"/>
                  <a:pt x="318" y="323914"/>
                  <a:pt x="889" y="325247"/>
                </a:cubicBezTo>
                <a:cubicBezTo>
                  <a:pt x="889" y="325247"/>
                  <a:pt x="889" y="325247"/>
                  <a:pt x="889" y="325247"/>
                </a:cubicBezTo>
                <a:cubicBezTo>
                  <a:pt x="1016" y="325564"/>
                  <a:pt x="1334" y="325819"/>
                  <a:pt x="1524" y="326136"/>
                </a:cubicBezTo>
                <a:cubicBezTo>
                  <a:pt x="2032" y="327089"/>
                  <a:pt x="2604" y="328041"/>
                  <a:pt x="3429" y="328867"/>
                </a:cubicBezTo>
                <a:cubicBezTo>
                  <a:pt x="4064" y="329501"/>
                  <a:pt x="4890" y="329882"/>
                  <a:pt x="5651" y="330327"/>
                </a:cubicBezTo>
                <a:cubicBezTo>
                  <a:pt x="6160" y="330645"/>
                  <a:pt x="6540" y="331026"/>
                  <a:pt x="7049" y="331280"/>
                </a:cubicBezTo>
                <a:cubicBezTo>
                  <a:pt x="59563" y="352870"/>
                  <a:pt x="111887" y="398463"/>
                  <a:pt x="146749" y="450025"/>
                </a:cubicBezTo>
                <a:cubicBezTo>
                  <a:pt x="164783" y="476631"/>
                  <a:pt x="173990" y="508254"/>
                  <a:pt x="173990" y="540385"/>
                </a:cubicBezTo>
                <a:lnTo>
                  <a:pt x="173990" y="540893"/>
                </a:lnTo>
                <a:cubicBezTo>
                  <a:pt x="173990" y="596900"/>
                  <a:pt x="219393" y="642239"/>
                  <a:pt x="275336" y="642239"/>
                </a:cubicBezTo>
                <a:lnTo>
                  <a:pt x="4172649" y="642239"/>
                </a:lnTo>
                <a:lnTo>
                  <a:pt x="4172649" y="0"/>
                </a:lnTo>
                <a:lnTo>
                  <a:pt x="275336" y="0"/>
                </a:lnTo>
                <a:cubicBezTo>
                  <a:pt x="219329" y="0"/>
                  <a:pt x="173990" y="45403"/>
                  <a:pt x="173990" y="101346"/>
                </a:cubicBezTo>
                <a:lnTo>
                  <a:pt x="173990" y="101346"/>
                </a:lnTo>
                <a:cubicBezTo>
                  <a:pt x="173990" y="133541"/>
                  <a:pt x="164846" y="165227"/>
                  <a:pt x="146685" y="191834"/>
                </a:cubicBezTo>
                <a:cubicBezTo>
                  <a:pt x="112332" y="241999"/>
                  <a:pt x="60135" y="287401"/>
                  <a:pt x="6858" y="310388"/>
                </a:cubicBezTo>
                <a:cubicBezTo>
                  <a:pt x="6414" y="310579"/>
                  <a:pt x="6160" y="310896"/>
                  <a:pt x="5779" y="311150"/>
                </a:cubicBezTo>
                <a:cubicBezTo>
                  <a:pt x="5334" y="311404"/>
                  <a:pt x="5017" y="311658"/>
                  <a:pt x="4572" y="311976"/>
                </a:cubicBezTo>
                <a:cubicBezTo>
                  <a:pt x="2985" y="313182"/>
                  <a:pt x="1651" y="314643"/>
                  <a:pt x="953" y="316420"/>
                </a:cubicBezTo>
                <a:cubicBezTo>
                  <a:pt x="953" y="316420"/>
                  <a:pt x="889" y="316484"/>
                  <a:pt x="826" y="316548"/>
                </a:cubicBezTo>
                <a:cubicBezTo>
                  <a:pt x="826" y="316548"/>
                  <a:pt x="826" y="316548"/>
                  <a:pt x="826" y="316548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23F2C5-F07D-5422-0AEC-D243D5F561DC}"/>
              </a:ext>
            </a:extLst>
          </p:cNvPr>
          <p:cNvSpPr txBox="1"/>
          <p:nvPr/>
        </p:nvSpPr>
        <p:spPr>
          <a:xfrm>
            <a:off x="1119128" y="2438905"/>
            <a:ext cx="3858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grpSp>
        <p:nvGrpSpPr>
          <p:cNvPr id="6" name="Gráfico 4">
            <a:extLst>
              <a:ext uri="{FF2B5EF4-FFF2-40B4-BE49-F238E27FC236}">
                <a16:creationId xmlns:a16="http://schemas.microsoft.com/office/drawing/2014/main" id="{869F53E2-E255-B936-A151-617FC3013D1B}"/>
              </a:ext>
            </a:extLst>
          </p:cNvPr>
          <p:cNvGrpSpPr/>
          <p:nvPr/>
        </p:nvGrpSpPr>
        <p:grpSpPr>
          <a:xfrm>
            <a:off x="940059" y="4426584"/>
            <a:ext cx="179069" cy="371983"/>
            <a:chOff x="1028700" y="4426584"/>
            <a:chExt cx="179069" cy="371983"/>
          </a:xfrm>
          <a:noFill/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10C57CCB-DF5D-E790-9755-67741A858AAD}"/>
                </a:ext>
              </a:extLst>
            </p:cNvPr>
            <p:cNvSpPr/>
            <p:nvPr/>
          </p:nvSpPr>
          <p:spPr>
            <a:xfrm>
              <a:off x="1028700" y="4426584"/>
              <a:ext cx="179069" cy="185991"/>
            </a:xfrm>
            <a:custGeom>
              <a:avLst/>
              <a:gdLst>
                <a:gd name="connsiteX0" fmla="*/ 0 w 179069"/>
                <a:gd name="connsiteY0" fmla="*/ 0 h 185991"/>
                <a:gd name="connsiteX1" fmla="*/ 179070 w 179069"/>
                <a:gd name="connsiteY1" fmla="*/ 185992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0"/>
                  </a:moveTo>
                  <a:cubicBezTo>
                    <a:pt x="28130" y="76264"/>
                    <a:pt x="102870" y="154686"/>
                    <a:pt x="179070" y="185992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4F230A37-C27E-F3E4-B649-128E7D68BDC2}"/>
                </a:ext>
              </a:extLst>
            </p:cNvPr>
            <p:cNvSpPr/>
            <p:nvPr/>
          </p:nvSpPr>
          <p:spPr>
            <a:xfrm>
              <a:off x="1028700" y="4612576"/>
              <a:ext cx="179069" cy="185991"/>
            </a:xfrm>
            <a:custGeom>
              <a:avLst/>
              <a:gdLst>
                <a:gd name="connsiteX0" fmla="*/ 0 w 179069"/>
                <a:gd name="connsiteY0" fmla="*/ 185991 h 185991"/>
                <a:gd name="connsiteX1" fmla="*/ 179070 w 179069"/>
                <a:gd name="connsiteY1" fmla="*/ 0 h 18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9069" h="185991">
                  <a:moveTo>
                    <a:pt x="0" y="185991"/>
                  </a:moveTo>
                  <a:cubicBezTo>
                    <a:pt x="26607" y="111442"/>
                    <a:pt x="101727" y="33338"/>
                    <a:pt x="179070" y="0"/>
                  </a:cubicBezTo>
                </a:path>
              </a:pathLst>
            </a:custGeom>
            <a:noFill/>
            <a:ln w="35306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48298D48-5089-0BBE-1824-846E2A8C50A8}"/>
              </a:ext>
            </a:extLst>
          </p:cNvPr>
          <p:cNvSpPr txBox="1"/>
          <p:nvPr/>
        </p:nvSpPr>
        <p:spPr>
          <a:xfrm>
            <a:off x="8708429" y="409813"/>
            <a:ext cx="2873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CD8D97ED-E4F4-8F28-E8D6-C3CBB8735382}"/>
              </a:ext>
            </a:extLst>
          </p:cNvPr>
          <p:cNvSpPr/>
          <p:nvPr/>
        </p:nvSpPr>
        <p:spPr>
          <a:xfrm>
            <a:off x="11679918" y="455658"/>
            <a:ext cx="158987" cy="139101"/>
          </a:xfrm>
          <a:custGeom>
            <a:avLst/>
            <a:gdLst>
              <a:gd name="connsiteX0" fmla="*/ 71612 w 158987"/>
              <a:gd name="connsiteY0" fmla="*/ 44119 h 139101"/>
              <a:gd name="connsiteX1" fmla="*/ 71294 w 158987"/>
              <a:gd name="connsiteY1" fmla="*/ 44310 h 139101"/>
              <a:gd name="connsiteX2" fmla="*/ 70152 w 158987"/>
              <a:gd name="connsiteY2" fmla="*/ 45008 h 139101"/>
              <a:gd name="connsiteX3" fmla="*/ 67294 w 158987"/>
              <a:gd name="connsiteY3" fmla="*/ 46659 h 139101"/>
              <a:gd name="connsiteX4" fmla="*/ 66024 w 158987"/>
              <a:gd name="connsiteY4" fmla="*/ 47358 h 139101"/>
              <a:gd name="connsiteX5" fmla="*/ 63294 w 158987"/>
              <a:gd name="connsiteY5" fmla="*/ 48818 h 139101"/>
              <a:gd name="connsiteX6" fmla="*/ 61389 w 158987"/>
              <a:gd name="connsiteY6" fmla="*/ 49771 h 139101"/>
              <a:gd name="connsiteX7" fmla="*/ 58277 w 158987"/>
              <a:gd name="connsiteY7" fmla="*/ 51231 h 139101"/>
              <a:gd name="connsiteX8" fmla="*/ 56435 w 158987"/>
              <a:gd name="connsiteY8" fmla="*/ 52057 h 139101"/>
              <a:gd name="connsiteX9" fmla="*/ 53515 w 158987"/>
              <a:gd name="connsiteY9" fmla="*/ 53327 h 139101"/>
              <a:gd name="connsiteX10" fmla="*/ 52943 w 158987"/>
              <a:gd name="connsiteY10" fmla="*/ 53581 h 139101"/>
              <a:gd name="connsiteX11" fmla="*/ 52816 w 158987"/>
              <a:gd name="connsiteY11" fmla="*/ 53581 h 139101"/>
              <a:gd name="connsiteX12" fmla="*/ 1381 w 158987"/>
              <a:gd name="connsiteY12" fmla="*/ 67995 h 139101"/>
              <a:gd name="connsiteX13" fmla="*/ 1381 w 158987"/>
              <a:gd name="connsiteY13" fmla="*/ 71297 h 139101"/>
              <a:gd name="connsiteX14" fmla="*/ 52816 w 158987"/>
              <a:gd name="connsiteY14" fmla="*/ 85712 h 139101"/>
              <a:gd name="connsiteX15" fmla="*/ 52943 w 158987"/>
              <a:gd name="connsiteY15" fmla="*/ 85712 h 139101"/>
              <a:gd name="connsiteX16" fmla="*/ 53387 w 158987"/>
              <a:gd name="connsiteY16" fmla="*/ 85902 h 139101"/>
              <a:gd name="connsiteX17" fmla="*/ 56562 w 158987"/>
              <a:gd name="connsiteY17" fmla="*/ 87299 h 139101"/>
              <a:gd name="connsiteX18" fmla="*/ 58214 w 158987"/>
              <a:gd name="connsiteY18" fmla="*/ 88061 h 139101"/>
              <a:gd name="connsiteX19" fmla="*/ 61896 w 158987"/>
              <a:gd name="connsiteY19" fmla="*/ 89839 h 139101"/>
              <a:gd name="connsiteX20" fmla="*/ 63103 w 158987"/>
              <a:gd name="connsiteY20" fmla="*/ 90474 h 139101"/>
              <a:gd name="connsiteX21" fmla="*/ 66087 w 158987"/>
              <a:gd name="connsiteY21" fmla="*/ 92062 h 139101"/>
              <a:gd name="connsiteX22" fmla="*/ 67231 w 158987"/>
              <a:gd name="connsiteY22" fmla="*/ 92697 h 139101"/>
              <a:gd name="connsiteX23" fmla="*/ 70279 w 158987"/>
              <a:gd name="connsiteY23" fmla="*/ 94475 h 139101"/>
              <a:gd name="connsiteX24" fmla="*/ 71231 w 158987"/>
              <a:gd name="connsiteY24" fmla="*/ 95046 h 139101"/>
              <a:gd name="connsiteX25" fmla="*/ 71548 w 158987"/>
              <a:gd name="connsiteY25" fmla="*/ 95237 h 139101"/>
              <a:gd name="connsiteX26" fmla="*/ 71803 w 158987"/>
              <a:gd name="connsiteY26" fmla="*/ 95427 h 139101"/>
              <a:gd name="connsiteX27" fmla="*/ 112189 w 158987"/>
              <a:gd name="connsiteY27" fmla="*/ 138607 h 139101"/>
              <a:gd name="connsiteX28" fmla="*/ 114284 w 158987"/>
              <a:gd name="connsiteY28" fmla="*/ 138036 h 139101"/>
              <a:gd name="connsiteX29" fmla="*/ 101711 w 158987"/>
              <a:gd name="connsiteY29" fmla="*/ 87680 h 139101"/>
              <a:gd name="connsiteX30" fmla="*/ 102473 w 158987"/>
              <a:gd name="connsiteY30" fmla="*/ 85838 h 139101"/>
              <a:gd name="connsiteX31" fmla="*/ 158797 w 158987"/>
              <a:gd name="connsiteY31" fmla="*/ 69138 h 139101"/>
              <a:gd name="connsiteX32" fmla="*/ 158988 w 158987"/>
              <a:gd name="connsiteY32" fmla="*/ 69138 h 139101"/>
              <a:gd name="connsiteX33" fmla="*/ 158734 w 158987"/>
              <a:gd name="connsiteY33" fmla="*/ 68948 h 139101"/>
              <a:gd name="connsiteX34" fmla="*/ 102346 w 158987"/>
              <a:gd name="connsiteY34" fmla="*/ 53263 h 139101"/>
              <a:gd name="connsiteX35" fmla="*/ 101647 w 158987"/>
              <a:gd name="connsiteY35" fmla="*/ 51485 h 139101"/>
              <a:gd name="connsiteX36" fmla="*/ 114220 w 158987"/>
              <a:gd name="connsiteY36" fmla="*/ 1066 h 139101"/>
              <a:gd name="connsiteX37" fmla="*/ 112125 w 158987"/>
              <a:gd name="connsiteY37" fmla="*/ 494 h 139101"/>
              <a:gd name="connsiteX38" fmla="*/ 112125 w 158987"/>
              <a:gd name="connsiteY38" fmla="*/ 494 h 139101"/>
              <a:gd name="connsiteX39" fmla="*/ 71675 w 158987"/>
              <a:gd name="connsiteY39" fmla="*/ 43738 h 139101"/>
              <a:gd name="connsiteX40" fmla="*/ 71421 w 158987"/>
              <a:gd name="connsiteY40" fmla="*/ 43929 h 13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987" h="139101">
                <a:moveTo>
                  <a:pt x="71612" y="44119"/>
                </a:moveTo>
                <a:cubicBezTo>
                  <a:pt x="71612" y="44119"/>
                  <a:pt x="71421" y="44246"/>
                  <a:pt x="71294" y="44310"/>
                </a:cubicBezTo>
                <a:cubicBezTo>
                  <a:pt x="70914" y="44563"/>
                  <a:pt x="70532" y="44754"/>
                  <a:pt x="70152" y="45008"/>
                </a:cubicBezTo>
                <a:cubicBezTo>
                  <a:pt x="69199" y="45580"/>
                  <a:pt x="68246" y="46151"/>
                  <a:pt x="67294" y="46659"/>
                </a:cubicBezTo>
                <a:cubicBezTo>
                  <a:pt x="66849" y="46913"/>
                  <a:pt x="66469" y="47104"/>
                  <a:pt x="66024" y="47358"/>
                </a:cubicBezTo>
                <a:cubicBezTo>
                  <a:pt x="65135" y="47866"/>
                  <a:pt x="64182" y="48310"/>
                  <a:pt x="63294" y="48818"/>
                </a:cubicBezTo>
                <a:cubicBezTo>
                  <a:pt x="62658" y="49136"/>
                  <a:pt x="62023" y="49453"/>
                  <a:pt x="61389" y="49771"/>
                </a:cubicBezTo>
                <a:cubicBezTo>
                  <a:pt x="60372" y="50279"/>
                  <a:pt x="59356" y="50787"/>
                  <a:pt x="58277" y="51231"/>
                </a:cubicBezTo>
                <a:cubicBezTo>
                  <a:pt x="57642" y="51549"/>
                  <a:pt x="57007" y="51803"/>
                  <a:pt x="56435" y="52057"/>
                </a:cubicBezTo>
                <a:cubicBezTo>
                  <a:pt x="55483" y="52501"/>
                  <a:pt x="54467" y="52946"/>
                  <a:pt x="53515" y="53327"/>
                </a:cubicBezTo>
                <a:cubicBezTo>
                  <a:pt x="53324" y="53390"/>
                  <a:pt x="53133" y="53517"/>
                  <a:pt x="52943" y="53581"/>
                </a:cubicBezTo>
                <a:cubicBezTo>
                  <a:pt x="52943" y="53581"/>
                  <a:pt x="52816" y="53581"/>
                  <a:pt x="52816" y="53581"/>
                </a:cubicBezTo>
                <a:cubicBezTo>
                  <a:pt x="33703" y="61582"/>
                  <a:pt x="13573" y="65900"/>
                  <a:pt x="1381" y="67995"/>
                </a:cubicBezTo>
                <a:cubicBezTo>
                  <a:pt x="-460" y="68313"/>
                  <a:pt x="-460" y="70980"/>
                  <a:pt x="1381" y="71297"/>
                </a:cubicBezTo>
                <a:cubicBezTo>
                  <a:pt x="13573" y="73393"/>
                  <a:pt x="33703" y="77711"/>
                  <a:pt x="52816" y="85712"/>
                </a:cubicBezTo>
                <a:cubicBezTo>
                  <a:pt x="52816" y="85712"/>
                  <a:pt x="52880" y="85712"/>
                  <a:pt x="52943" y="85712"/>
                </a:cubicBezTo>
                <a:cubicBezTo>
                  <a:pt x="53070" y="85712"/>
                  <a:pt x="53260" y="85838"/>
                  <a:pt x="53387" y="85902"/>
                </a:cubicBezTo>
                <a:cubicBezTo>
                  <a:pt x="54467" y="86347"/>
                  <a:pt x="55546" y="86855"/>
                  <a:pt x="56562" y="87299"/>
                </a:cubicBezTo>
                <a:cubicBezTo>
                  <a:pt x="57134" y="87553"/>
                  <a:pt x="57706" y="87807"/>
                  <a:pt x="58214" y="88061"/>
                </a:cubicBezTo>
                <a:cubicBezTo>
                  <a:pt x="59483" y="88633"/>
                  <a:pt x="60690" y="89204"/>
                  <a:pt x="61896" y="89839"/>
                </a:cubicBezTo>
                <a:cubicBezTo>
                  <a:pt x="62278" y="90030"/>
                  <a:pt x="62658" y="90284"/>
                  <a:pt x="63103" y="90474"/>
                </a:cubicBezTo>
                <a:cubicBezTo>
                  <a:pt x="64119" y="90982"/>
                  <a:pt x="65071" y="91490"/>
                  <a:pt x="66087" y="92062"/>
                </a:cubicBezTo>
                <a:cubicBezTo>
                  <a:pt x="66469" y="92252"/>
                  <a:pt x="66849" y="92506"/>
                  <a:pt x="67231" y="92697"/>
                </a:cubicBezTo>
                <a:cubicBezTo>
                  <a:pt x="68246" y="93268"/>
                  <a:pt x="69262" y="93840"/>
                  <a:pt x="70279" y="94475"/>
                </a:cubicBezTo>
                <a:cubicBezTo>
                  <a:pt x="70596" y="94665"/>
                  <a:pt x="70914" y="94856"/>
                  <a:pt x="71231" y="95046"/>
                </a:cubicBezTo>
                <a:lnTo>
                  <a:pt x="71548" y="95237"/>
                </a:lnTo>
                <a:cubicBezTo>
                  <a:pt x="71548" y="95237"/>
                  <a:pt x="71739" y="95363"/>
                  <a:pt x="71803" y="95427"/>
                </a:cubicBezTo>
                <a:cubicBezTo>
                  <a:pt x="88440" y="105714"/>
                  <a:pt x="101965" y="119684"/>
                  <a:pt x="112189" y="138607"/>
                </a:cubicBezTo>
                <a:cubicBezTo>
                  <a:pt x="112823" y="139496"/>
                  <a:pt x="114220" y="139115"/>
                  <a:pt x="114284" y="138036"/>
                </a:cubicBezTo>
                <a:cubicBezTo>
                  <a:pt x="116506" y="107937"/>
                  <a:pt x="105839" y="92443"/>
                  <a:pt x="101711" y="87680"/>
                </a:cubicBezTo>
                <a:cubicBezTo>
                  <a:pt x="101076" y="86982"/>
                  <a:pt x="101584" y="85966"/>
                  <a:pt x="102473" y="85838"/>
                </a:cubicBezTo>
                <a:cubicBezTo>
                  <a:pt x="123237" y="83807"/>
                  <a:pt x="156194" y="70154"/>
                  <a:pt x="158797" y="69138"/>
                </a:cubicBezTo>
                <a:lnTo>
                  <a:pt x="158988" y="69138"/>
                </a:lnTo>
                <a:cubicBezTo>
                  <a:pt x="158988" y="69138"/>
                  <a:pt x="158734" y="68948"/>
                  <a:pt x="158734" y="68948"/>
                </a:cubicBezTo>
                <a:cubicBezTo>
                  <a:pt x="156131" y="67868"/>
                  <a:pt x="123110" y="55232"/>
                  <a:pt x="102346" y="53263"/>
                </a:cubicBezTo>
                <a:cubicBezTo>
                  <a:pt x="101457" y="53200"/>
                  <a:pt x="101012" y="52184"/>
                  <a:pt x="101647" y="51485"/>
                </a:cubicBezTo>
                <a:cubicBezTo>
                  <a:pt x="105711" y="46786"/>
                  <a:pt x="116506" y="31356"/>
                  <a:pt x="114220" y="1066"/>
                </a:cubicBezTo>
                <a:cubicBezTo>
                  <a:pt x="114157" y="-13"/>
                  <a:pt x="112696" y="-394"/>
                  <a:pt x="112125" y="494"/>
                </a:cubicBezTo>
                <a:lnTo>
                  <a:pt x="112125" y="494"/>
                </a:lnTo>
                <a:cubicBezTo>
                  <a:pt x="101902" y="19481"/>
                  <a:pt x="88312" y="33451"/>
                  <a:pt x="71675" y="43738"/>
                </a:cubicBezTo>
                <a:cubicBezTo>
                  <a:pt x="71612" y="43738"/>
                  <a:pt x="71548" y="43865"/>
                  <a:pt x="71421" y="43929"/>
                </a:cubicBezTo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C740E8A5-B652-7545-AFD8-5E161F4A2D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495" y="82408"/>
            <a:ext cx="2170697" cy="92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968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F4598AB1-92C8-8BE9-087F-65519558A75C}"/>
              </a:ext>
            </a:extLst>
          </p:cNvPr>
          <p:cNvSpPr/>
          <p:nvPr/>
        </p:nvSpPr>
        <p:spPr>
          <a:xfrm>
            <a:off x="3376096" y="2511298"/>
            <a:ext cx="5439608" cy="647064"/>
          </a:xfrm>
          <a:custGeom>
            <a:avLst/>
            <a:gdLst>
              <a:gd name="connsiteX0" fmla="*/ 5438784 w 5439608"/>
              <a:gd name="connsiteY0" fmla="*/ 318897 h 647064"/>
              <a:gd name="connsiteX1" fmla="*/ 5438784 w 5439608"/>
              <a:gd name="connsiteY1" fmla="*/ 318897 h 647064"/>
              <a:gd name="connsiteX2" fmla="*/ 5438657 w 5439608"/>
              <a:gd name="connsiteY2" fmla="*/ 318770 h 647064"/>
              <a:gd name="connsiteX3" fmla="*/ 5434973 w 5439608"/>
              <a:gd name="connsiteY3" fmla="*/ 314325 h 647064"/>
              <a:gd name="connsiteX4" fmla="*/ 5433767 w 5439608"/>
              <a:gd name="connsiteY4" fmla="*/ 313499 h 647064"/>
              <a:gd name="connsiteX5" fmla="*/ 5432687 w 5439608"/>
              <a:gd name="connsiteY5" fmla="*/ 312738 h 647064"/>
              <a:gd name="connsiteX6" fmla="*/ 5293114 w 5439608"/>
              <a:gd name="connsiteY6" fmla="*/ 195263 h 647064"/>
              <a:gd name="connsiteX7" fmla="*/ 5264222 w 5439608"/>
              <a:gd name="connsiteY7" fmla="*/ 102108 h 647064"/>
              <a:gd name="connsiteX8" fmla="*/ 5264222 w 5439608"/>
              <a:gd name="connsiteY8" fmla="*/ 102108 h 647064"/>
              <a:gd name="connsiteX9" fmla="*/ 5162114 w 5439608"/>
              <a:gd name="connsiteY9" fmla="*/ 0 h 647064"/>
              <a:gd name="connsiteX10" fmla="*/ 277503 w 5439608"/>
              <a:gd name="connsiteY10" fmla="*/ 0 h 647064"/>
              <a:gd name="connsiteX11" fmla="*/ 175395 w 5439608"/>
              <a:gd name="connsiteY11" fmla="*/ 102108 h 647064"/>
              <a:gd name="connsiteX12" fmla="*/ 175395 w 5439608"/>
              <a:gd name="connsiteY12" fmla="*/ 102108 h 647064"/>
              <a:gd name="connsiteX13" fmla="*/ 146503 w 5439608"/>
              <a:gd name="connsiteY13" fmla="*/ 195263 h 647064"/>
              <a:gd name="connsiteX14" fmla="*/ 6930 w 5439608"/>
              <a:gd name="connsiteY14" fmla="*/ 312738 h 647064"/>
              <a:gd name="connsiteX15" fmla="*/ 5850 w 5439608"/>
              <a:gd name="connsiteY15" fmla="*/ 313499 h 647064"/>
              <a:gd name="connsiteX16" fmla="*/ 4644 w 5439608"/>
              <a:gd name="connsiteY16" fmla="*/ 314325 h 647064"/>
              <a:gd name="connsiteX17" fmla="*/ 961 w 5439608"/>
              <a:gd name="connsiteY17" fmla="*/ 318770 h 647064"/>
              <a:gd name="connsiteX18" fmla="*/ 834 w 5439608"/>
              <a:gd name="connsiteY18" fmla="*/ 318897 h 647064"/>
              <a:gd name="connsiteX19" fmla="*/ 834 w 5439608"/>
              <a:gd name="connsiteY19" fmla="*/ 318897 h 647064"/>
              <a:gd name="connsiteX20" fmla="*/ 8 w 5439608"/>
              <a:gd name="connsiteY20" fmla="*/ 323279 h 647064"/>
              <a:gd name="connsiteX21" fmla="*/ 961 w 5439608"/>
              <a:gd name="connsiteY21" fmla="*/ 327660 h 647064"/>
              <a:gd name="connsiteX22" fmla="*/ 961 w 5439608"/>
              <a:gd name="connsiteY22" fmla="*/ 327660 h 647064"/>
              <a:gd name="connsiteX23" fmla="*/ 1596 w 5439608"/>
              <a:gd name="connsiteY23" fmla="*/ 328549 h 647064"/>
              <a:gd name="connsiteX24" fmla="*/ 3500 w 5439608"/>
              <a:gd name="connsiteY24" fmla="*/ 331279 h 647064"/>
              <a:gd name="connsiteX25" fmla="*/ 5723 w 5439608"/>
              <a:gd name="connsiteY25" fmla="*/ 332740 h 647064"/>
              <a:gd name="connsiteX26" fmla="*/ 7120 w 5439608"/>
              <a:gd name="connsiteY26" fmla="*/ 333692 h 647064"/>
              <a:gd name="connsiteX27" fmla="*/ 146566 w 5439608"/>
              <a:gd name="connsiteY27" fmla="*/ 451358 h 647064"/>
              <a:gd name="connsiteX28" fmla="*/ 175395 w 5439608"/>
              <a:gd name="connsiteY28" fmla="*/ 544449 h 647064"/>
              <a:gd name="connsiteX29" fmla="*/ 175395 w 5439608"/>
              <a:gd name="connsiteY29" fmla="*/ 544957 h 647064"/>
              <a:gd name="connsiteX30" fmla="*/ 277503 w 5439608"/>
              <a:gd name="connsiteY30" fmla="*/ 647065 h 647064"/>
              <a:gd name="connsiteX31" fmla="*/ 5162114 w 5439608"/>
              <a:gd name="connsiteY31" fmla="*/ 647065 h 647064"/>
              <a:gd name="connsiteX32" fmla="*/ 5264222 w 5439608"/>
              <a:gd name="connsiteY32" fmla="*/ 544957 h 647064"/>
              <a:gd name="connsiteX33" fmla="*/ 5264222 w 5439608"/>
              <a:gd name="connsiteY33" fmla="*/ 544449 h 647064"/>
              <a:gd name="connsiteX34" fmla="*/ 5293051 w 5439608"/>
              <a:gd name="connsiteY34" fmla="*/ 451358 h 647064"/>
              <a:gd name="connsiteX35" fmla="*/ 5432497 w 5439608"/>
              <a:gd name="connsiteY35" fmla="*/ 333692 h 647064"/>
              <a:gd name="connsiteX36" fmla="*/ 5433894 w 5439608"/>
              <a:gd name="connsiteY36" fmla="*/ 332740 h 647064"/>
              <a:gd name="connsiteX37" fmla="*/ 5436116 w 5439608"/>
              <a:gd name="connsiteY37" fmla="*/ 331279 h 647064"/>
              <a:gd name="connsiteX38" fmla="*/ 5438022 w 5439608"/>
              <a:gd name="connsiteY38" fmla="*/ 328549 h 647064"/>
              <a:gd name="connsiteX39" fmla="*/ 5438657 w 5439608"/>
              <a:gd name="connsiteY39" fmla="*/ 327660 h 647064"/>
              <a:gd name="connsiteX40" fmla="*/ 5438657 w 5439608"/>
              <a:gd name="connsiteY40" fmla="*/ 327660 h 647064"/>
              <a:gd name="connsiteX41" fmla="*/ 5439609 w 5439608"/>
              <a:gd name="connsiteY41" fmla="*/ 323279 h 647064"/>
              <a:gd name="connsiteX42" fmla="*/ 5438784 w 5439608"/>
              <a:gd name="connsiteY42" fmla="*/ 318897 h 64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439608" h="647064">
                <a:moveTo>
                  <a:pt x="5438784" y="318897"/>
                </a:moveTo>
                <a:cubicBezTo>
                  <a:pt x="5438784" y="318897"/>
                  <a:pt x="5438784" y="318897"/>
                  <a:pt x="5438784" y="318897"/>
                </a:cubicBezTo>
                <a:cubicBezTo>
                  <a:pt x="5438784" y="318897"/>
                  <a:pt x="5438720" y="318833"/>
                  <a:pt x="5438657" y="318770"/>
                </a:cubicBezTo>
                <a:cubicBezTo>
                  <a:pt x="5437895" y="316992"/>
                  <a:pt x="5436561" y="315532"/>
                  <a:pt x="5434973" y="314325"/>
                </a:cubicBezTo>
                <a:cubicBezTo>
                  <a:pt x="5434592" y="314007"/>
                  <a:pt x="5434211" y="313754"/>
                  <a:pt x="5433767" y="313499"/>
                </a:cubicBezTo>
                <a:cubicBezTo>
                  <a:pt x="5433386" y="313245"/>
                  <a:pt x="5433132" y="312928"/>
                  <a:pt x="5432687" y="312738"/>
                </a:cubicBezTo>
                <a:cubicBezTo>
                  <a:pt x="5379728" y="289941"/>
                  <a:pt x="5327722" y="245046"/>
                  <a:pt x="5293114" y="195263"/>
                </a:cubicBezTo>
                <a:cubicBezTo>
                  <a:pt x="5274128" y="167957"/>
                  <a:pt x="5264222" y="135382"/>
                  <a:pt x="5264222" y="102108"/>
                </a:cubicBezTo>
                <a:lnTo>
                  <a:pt x="5264222" y="102108"/>
                </a:lnTo>
                <a:cubicBezTo>
                  <a:pt x="5264222" y="45720"/>
                  <a:pt x="5218502" y="0"/>
                  <a:pt x="5162114" y="0"/>
                </a:cubicBezTo>
                <a:lnTo>
                  <a:pt x="277503" y="0"/>
                </a:lnTo>
                <a:cubicBezTo>
                  <a:pt x="221115" y="0"/>
                  <a:pt x="175395" y="45720"/>
                  <a:pt x="175395" y="102108"/>
                </a:cubicBezTo>
                <a:lnTo>
                  <a:pt x="175395" y="102108"/>
                </a:lnTo>
                <a:cubicBezTo>
                  <a:pt x="175395" y="135382"/>
                  <a:pt x="165489" y="167957"/>
                  <a:pt x="146503" y="195263"/>
                </a:cubicBezTo>
                <a:cubicBezTo>
                  <a:pt x="111895" y="245046"/>
                  <a:pt x="59952" y="289941"/>
                  <a:pt x="6930" y="312738"/>
                </a:cubicBezTo>
                <a:cubicBezTo>
                  <a:pt x="6485" y="312928"/>
                  <a:pt x="6231" y="313245"/>
                  <a:pt x="5850" y="313499"/>
                </a:cubicBezTo>
                <a:cubicBezTo>
                  <a:pt x="5406" y="313754"/>
                  <a:pt x="5088" y="314007"/>
                  <a:pt x="4644" y="314325"/>
                </a:cubicBezTo>
                <a:cubicBezTo>
                  <a:pt x="3056" y="315532"/>
                  <a:pt x="1723" y="316992"/>
                  <a:pt x="961" y="318770"/>
                </a:cubicBezTo>
                <a:cubicBezTo>
                  <a:pt x="961" y="318770"/>
                  <a:pt x="897" y="318833"/>
                  <a:pt x="834" y="318897"/>
                </a:cubicBezTo>
                <a:cubicBezTo>
                  <a:pt x="834" y="318897"/>
                  <a:pt x="834" y="318897"/>
                  <a:pt x="834" y="318897"/>
                </a:cubicBezTo>
                <a:cubicBezTo>
                  <a:pt x="262" y="320294"/>
                  <a:pt x="-56" y="321754"/>
                  <a:pt x="8" y="323279"/>
                </a:cubicBezTo>
                <a:cubicBezTo>
                  <a:pt x="8" y="324802"/>
                  <a:pt x="325" y="326263"/>
                  <a:pt x="961" y="327660"/>
                </a:cubicBezTo>
                <a:cubicBezTo>
                  <a:pt x="961" y="327660"/>
                  <a:pt x="961" y="327660"/>
                  <a:pt x="961" y="327660"/>
                </a:cubicBezTo>
                <a:cubicBezTo>
                  <a:pt x="1088" y="327977"/>
                  <a:pt x="1405" y="328232"/>
                  <a:pt x="1596" y="328549"/>
                </a:cubicBezTo>
                <a:cubicBezTo>
                  <a:pt x="2104" y="329501"/>
                  <a:pt x="2675" y="330517"/>
                  <a:pt x="3500" y="331279"/>
                </a:cubicBezTo>
                <a:cubicBezTo>
                  <a:pt x="4136" y="331914"/>
                  <a:pt x="4961" y="332295"/>
                  <a:pt x="5723" y="332740"/>
                </a:cubicBezTo>
                <a:cubicBezTo>
                  <a:pt x="6231" y="333057"/>
                  <a:pt x="6612" y="333438"/>
                  <a:pt x="7120" y="333692"/>
                </a:cubicBezTo>
                <a:cubicBezTo>
                  <a:pt x="59317" y="355155"/>
                  <a:pt x="111450" y="400241"/>
                  <a:pt x="146566" y="451358"/>
                </a:cubicBezTo>
                <a:cubicBezTo>
                  <a:pt x="165362" y="478726"/>
                  <a:pt x="175395" y="511175"/>
                  <a:pt x="175395" y="544449"/>
                </a:cubicBezTo>
                <a:lnTo>
                  <a:pt x="175395" y="544957"/>
                </a:lnTo>
                <a:cubicBezTo>
                  <a:pt x="175395" y="601345"/>
                  <a:pt x="221115" y="647065"/>
                  <a:pt x="277503" y="647065"/>
                </a:cubicBezTo>
                <a:lnTo>
                  <a:pt x="5162114" y="647065"/>
                </a:lnTo>
                <a:cubicBezTo>
                  <a:pt x="5218502" y="647065"/>
                  <a:pt x="5264222" y="601345"/>
                  <a:pt x="5264222" y="544957"/>
                </a:cubicBezTo>
                <a:lnTo>
                  <a:pt x="5264222" y="544449"/>
                </a:lnTo>
                <a:cubicBezTo>
                  <a:pt x="5264222" y="511238"/>
                  <a:pt x="5274255" y="478790"/>
                  <a:pt x="5293051" y="451358"/>
                </a:cubicBezTo>
                <a:cubicBezTo>
                  <a:pt x="5328166" y="400241"/>
                  <a:pt x="5380236" y="355155"/>
                  <a:pt x="5432497" y="333692"/>
                </a:cubicBezTo>
                <a:cubicBezTo>
                  <a:pt x="5433069" y="333438"/>
                  <a:pt x="5433449" y="333057"/>
                  <a:pt x="5433894" y="332740"/>
                </a:cubicBezTo>
                <a:cubicBezTo>
                  <a:pt x="5434656" y="332295"/>
                  <a:pt x="5435482" y="331914"/>
                  <a:pt x="5436116" y="331279"/>
                </a:cubicBezTo>
                <a:cubicBezTo>
                  <a:pt x="5436942" y="330517"/>
                  <a:pt x="5437513" y="329501"/>
                  <a:pt x="5438022" y="328549"/>
                </a:cubicBezTo>
                <a:cubicBezTo>
                  <a:pt x="5438212" y="328232"/>
                  <a:pt x="5438466" y="328041"/>
                  <a:pt x="5438657" y="327660"/>
                </a:cubicBezTo>
                <a:cubicBezTo>
                  <a:pt x="5438657" y="327660"/>
                  <a:pt x="5438657" y="327660"/>
                  <a:pt x="5438657" y="327660"/>
                </a:cubicBezTo>
                <a:cubicBezTo>
                  <a:pt x="5439228" y="326263"/>
                  <a:pt x="5439546" y="324802"/>
                  <a:pt x="5439609" y="323279"/>
                </a:cubicBezTo>
                <a:cubicBezTo>
                  <a:pt x="5439609" y="321754"/>
                  <a:pt x="5439291" y="320294"/>
                  <a:pt x="5438784" y="318897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783001DD-3880-C54B-D15B-1D043DC9BF96}"/>
              </a:ext>
            </a:extLst>
          </p:cNvPr>
          <p:cNvSpPr/>
          <p:nvPr/>
        </p:nvSpPr>
        <p:spPr>
          <a:xfrm>
            <a:off x="1044447" y="1828800"/>
            <a:ext cx="10103167" cy="4262718"/>
          </a:xfrm>
          <a:custGeom>
            <a:avLst/>
            <a:gdLst>
              <a:gd name="connsiteX0" fmla="*/ 64 w 10103167"/>
              <a:gd name="connsiteY0" fmla="*/ 336486 h 5433346"/>
              <a:gd name="connsiteX1" fmla="*/ 64 w 10103167"/>
              <a:gd name="connsiteY1" fmla="*/ 4558729 h 5433346"/>
              <a:gd name="connsiteX2" fmla="*/ 337566 w 10103167"/>
              <a:gd name="connsiteY2" fmla="*/ 4896231 h 5433346"/>
              <a:gd name="connsiteX3" fmla="*/ 4309745 w 10103167"/>
              <a:gd name="connsiteY3" fmla="*/ 4896231 h 5433346"/>
              <a:gd name="connsiteX4" fmla="*/ 4312285 w 10103167"/>
              <a:gd name="connsiteY4" fmla="*/ 4896358 h 5433346"/>
              <a:gd name="connsiteX5" fmla="*/ 4355465 w 10103167"/>
              <a:gd name="connsiteY5" fmla="*/ 4899914 h 5433346"/>
              <a:gd name="connsiteX6" fmla="*/ 4408170 w 10103167"/>
              <a:gd name="connsiteY6" fmla="*/ 4903343 h 5433346"/>
              <a:gd name="connsiteX7" fmla="*/ 4556443 w 10103167"/>
              <a:gd name="connsiteY7" fmla="*/ 4922457 h 5433346"/>
              <a:gd name="connsiteX8" fmla="*/ 4615752 w 10103167"/>
              <a:gd name="connsiteY8" fmla="*/ 4937379 h 5433346"/>
              <a:gd name="connsiteX9" fmla="*/ 4616577 w 10103167"/>
              <a:gd name="connsiteY9" fmla="*/ 4937633 h 5433346"/>
              <a:gd name="connsiteX10" fmla="*/ 5065078 w 10103167"/>
              <a:gd name="connsiteY10" fmla="*/ 5427155 h 5433346"/>
              <a:gd name="connsiteX11" fmla="*/ 5082223 w 10103167"/>
              <a:gd name="connsiteY11" fmla="*/ 5427345 h 5433346"/>
              <a:gd name="connsiteX12" fmla="*/ 5524183 w 10103167"/>
              <a:gd name="connsiteY12" fmla="*/ 4939856 h 5433346"/>
              <a:gd name="connsiteX13" fmla="*/ 5537962 w 10103167"/>
              <a:gd name="connsiteY13" fmla="*/ 4935474 h 5433346"/>
              <a:gd name="connsiteX14" fmla="*/ 5744210 w 10103167"/>
              <a:gd name="connsiteY14" fmla="*/ 4899406 h 5433346"/>
              <a:gd name="connsiteX15" fmla="*/ 5793550 w 10103167"/>
              <a:gd name="connsiteY15" fmla="*/ 4896231 h 5433346"/>
              <a:gd name="connsiteX16" fmla="*/ 9777158 w 10103167"/>
              <a:gd name="connsiteY16" fmla="*/ 4896231 h 5433346"/>
              <a:gd name="connsiteX17" fmla="*/ 10103168 w 10103167"/>
              <a:gd name="connsiteY17" fmla="*/ 4570222 h 5433346"/>
              <a:gd name="connsiteX18" fmla="*/ 10103168 w 10103167"/>
              <a:gd name="connsiteY18" fmla="*/ 331407 h 5433346"/>
              <a:gd name="connsiteX19" fmla="*/ 9771761 w 10103167"/>
              <a:gd name="connsiteY19" fmla="*/ 0 h 5433346"/>
              <a:gd name="connsiteX20" fmla="*/ 336487 w 10103167"/>
              <a:gd name="connsiteY20" fmla="*/ 0 h 5433346"/>
              <a:gd name="connsiteX21" fmla="*/ 0 w 10103167"/>
              <a:gd name="connsiteY21" fmla="*/ 336486 h 5433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103167" h="5433346">
                <a:moveTo>
                  <a:pt x="64" y="336486"/>
                </a:moveTo>
                <a:lnTo>
                  <a:pt x="64" y="4558729"/>
                </a:lnTo>
                <a:cubicBezTo>
                  <a:pt x="64" y="4745101"/>
                  <a:pt x="151193" y="4896231"/>
                  <a:pt x="337566" y="4896231"/>
                </a:cubicBezTo>
                <a:lnTo>
                  <a:pt x="4309745" y="4896231"/>
                </a:lnTo>
                <a:lnTo>
                  <a:pt x="4312285" y="4896358"/>
                </a:lnTo>
                <a:cubicBezTo>
                  <a:pt x="4326700" y="4897628"/>
                  <a:pt x="4341114" y="4898962"/>
                  <a:pt x="4355465" y="4899914"/>
                </a:cubicBezTo>
                <a:cubicBezTo>
                  <a:pt x="4372864" y="4901057"/>
                  <a:pt x="4390517" y="4902200"/>
                  <a:pt x="4408170" y="4903343"/>
                </a:cubicBezTo>
                <a:cubicBezTo>
                  <a:pt x="4457954" y="4906518"/>
                  <a:pt x="4507738" y="4911916"/>
                  <a:pt x="4556443" y="4922457"/>
                </a:cubicBezTo>
                <a:cubicBezTo>
                  <a:pt x="4576953" y="4926902"/>
                  <a:pt x="4596575" y="4931982"/>
                  <a:pt x="4615752" y="4937379"/>
                </a:cubicBezTo>
                <a:cubicBezTo>
                  <a:pt x="4616006" y="4937379"/>
                  <a:pt x="4616323" y="4937506"/>
                  <a:pt x="4616577" y="4937633"/>
                </a:cubicBezTo>
                <a:cubicBezTo>
                  <a:pt x="4908042" y="5039043"/>
                  <a:pt x="5033137" y="5336731"/>
                  <a:pt x="5065078" y="5427155"/>
                </a:cubicBezTo>
                <a:cubicBezTo>
                  <a:pt x="5067999" y="5435283"/>
                  <a:pt x="5079365" y="5435473"/>
                  <a:pt x="5082223" y="5427345"/>
                </a:cubicBezTo>
                <a:cubicBezTo>
                  <a:pt x="5113782" y="5337810"/>
                  <a:pt x="5237163" y="5043424"/>
                  <a:pt x="5524183" y="4939856"/>
                </a:cubicBezTo>
                <a:cubicBezTo>
                  <a:pt x="5528755" y="4938395"/>
                  <a:pt x="5533390" y="4936935"/>
                  <a:pt x="5537962" y="4935474"/>
                </a:cubicBezTo>
                <a:cubicBezTo>
                  <a:pt x="5605208" y="4916932"/>
                  <a:pt x="5674678" y="4903851"/>
                  <a:pt x="5744210" y="4899406"/>
                </a:cubicBezTo>
                <a:cubicBezTo>
                  <a:pt x="5760721" y="4898390"/>
                  <a:pt x="5777230" y="4897311"/>
                  <a:pt x="5793550" y="4896231"/>
                </a:cubicBezTo>
                <a:lnTo>
                  <a:pt x="9777158" y="4896231"/>
                </a:lnTo>
                <a:cubicBezTo>
                  <a:pt x="9957245" y="4896231"/>
                  <a:pt x="10103168" y="4750245"/>
                  <a:pt x="10103168" y="4570222"/>
                </a:cubicBezTo>
                <a:lnTo>
                  <a:pt x="10103168" y="331407"/>
                </a:lnTo>
                <a:cubicBezTo>
                  <a:pt x="10103168" y="148399"/>
                  <a:pt x="9954832" y="0"/>
                  <a:pt x="9771761" y="0"/>
                </a:cubicBezTo>
                <a:lnTo>
                  <a:pt x="336487" y="0"/>
                </a:lnTo>
                <a:cubicBezTo>
                  <a:pt x="150686" y="0"/>
                  <a:pt x="0" y="150622"/>
                  <a:pt x="0" y="336486"/>
                </a:cubicBezTo>
                <a:close/>
              </a:path>
            </a:pathLst>
          </a:custGeom>
          <a:noFill/>
          <a:ln w="19050" cap="flat">
            <a:solidFill>
              <a:srgbClr val="93AAC9"/>
            </a:solidFill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object 105">
            <a:extLst>
              <a:ext uri="{FF2B5EF4-FFF2-40B4-BE49-F238E27FC236}">
                <a16:creationId xmlns:a16="http://schemas.microsoft.com/office/drawing/2014/main" id="{805785A7-A88B-C769-F990-3D7438986B89}"/>
              </a:ext>
            </a:extLst>
          </p:cNvPr>
          <p:cNvSpPr txBox="1"/>
          <p:nvPr/>
        </p:nvSpPr>
        <p:spPr>
          <a:xfrm>
            <a:off x="1875531" y="2990653"/>
            <a:ext cx="8440737" cy="1240049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701" algn="ctr">
              <a:spcBef>
                <a:spcPts val="69"/>
              </a:spcBef>
            </a:pPr>
            <a:r>
              <a:rPr lang="es-ES" sz="8000" b="1" spc="161" dirty="0" err="1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Lorem</a:t>
            </a:r>
            <a:r>
              <a:rPr lang="es-ES"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 </a:t>
            </a:r>
            <a:r>
              <a:rPr sz="8000" b="1" spc="161" dirty="0">
                <a:solidFill>
                  <a:srgbClr val="FFFFFF"/>
                </a:solidFill>
                <a:latin typeface="Libre Franklin Black" pitchFamily="2" charset="77"/>
                <a:cs typeface="Libre Franklin Black"/>
              </a:rPr>
              <a:t>ipsum</a:t>
            </a:r>
            <a:endParaRPr sz="8000" b="1" dirty="0">
              <a:latin typeface="Libre Franklin Black" pitchFamily="2" charset="77"/>
              <a:cs typeface="Libre Franklin Black"/>
            </a:endParaRPr>
          </a:p>
        </p:txBody>
      </p:sp>
      <p:sp>
        <p:nvSpPr>
          <p:cNvPr id="5" name="object 112">
            <a:extLst>
              <a:ext uri="{FF2B5EF4-FFF2-40B4-BE49-F238E27FC236}">
                <a16:creationId xmlns:a16="http://schemas.microsoft.com/office/drawing/2014/main" id="{D11646B1-C3C9-FD90-799C-8EA4B6128D4F}"/>
              </a:ext>
            </a:extLst>
          </p:cNvPr>
          <p:cNvSpPr txBox="1">
            <a:spLocks/>
          </p:cNvSpPr>
          <p:nvPr/>
        </p:nvSpPr>
        <p:spPr>
          <a:xfrm>
            <a:off x="3376095" y="2511298"/>
            <a:ext cx="5439608" cy="623718"/>
          </a:xfrm>
          <a:prstGeom prst="rect">
            <a:avLst/>
          </a:prstGeom>
        </p:spPr>
        <p:txBody>
          <a:bodyPr vert="horz" wrap="square" lIns="0" tIns="8086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701" algn="ctr">
              <a:lnSpc>
                <a:spcPct val="100000"/>
              </a:lnSpc>
              <a:spcBef>
                <a:spcPts val="64"/>
              </a:spcBef>
            </a:pP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Lorem</a:t>
            </a:r>
            <a:r>
              <a:rPr lang="es-CO" sz="4000" spc="-39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dirty="0" err="1">
                <a:solidFill>
                  <a:schemeClr val="tx2"/>
                </a:solidFill>
                <a:latin typeface="Libre Franklin" pitchFamily="2" charset="77"/>
              </a:rPr>
              <a:t>ipsum</a:t>
            </a:r>
            <a:r>
              <a:rPr lang="es-CO" sz="4000" spc="-36" dirty="0">
                <a:solidFill>
                  <a:schemeClr val="tx2"/>
                </a:solidFill>
                <a:latin typeface="Libre Franklin" pitchFamily="2" charset="77"/>
              </a:rPr>
              <a:t> </a:t>
            </a:r>
            <a:r>
              <a:rPr lang="es-CO" sz="4000" spc="-6" dirty="0">
                <a:solidFill>
                  <a:schemeClr val="tx2"/>
                </a:solidFill>
                <a:latin typeface="Libre Franklin" pitchFamily="2" charset="77"/>
              </a:rPr>
              <a:t>dolor</a:t>
            </a:r>
            <a:endParaRPr lang="es-CO" sz="4000" dirty="0">
              <a:solidFill>
                <a:schemeClr val="tx2"/>
              </a:solidFill>
              <a:latin typeface="Libre Franklin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5C53F7-DCAC-E56A-112C-E54156537709}"/>
              </a:ext>
            </a:extLst>
          </p:cNvPr>
          <p:cNvSpPr txBox="1"/>
          <p:nvPr/>
        </p:nvSpPr>
        <p:spPr>
          <a:xfrm>
            <a:off x="4659352" y="4356114"/>
            <a:ext cx="2873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056B3881-C354-F28A-4B3B-B21100A85898}"/>
              </a:ext>
            </a:extLst>
          </p:cNvPr>
          <p:cNvSpPr/>
          <p:nvPr/>
        </p:nvSpPr>
        <p:spPr>
          <a:xfrm rot="10800000">
            <a:off x="4401666" y="4497061"/>
            <a:ext cx="158987" cy="139101"/>
          </a:xfrm>
          <a:custGeom>
            <a:avLst/>
            <a:gdLst>
              <a:gd name="connsiteX0" fmla="*/ 71612 w 158987"/>
              <a:gd name="connsiteY0" fmla="*/ 44119 h 139101"/>
              <a:gd name="connsiteX1" fmla="*/ 71294 w 158987"/>
              <a:gd name="connsiteY1" fmla="*/ 44310 h 139101"/>
              <a:gd name="connsiteX2" fmla="*/ 70152 w 158987"/>
              <a:gd name="connsiteY2" fmla="*/ 45008 h 139101"/>
              <a:gd name="connsiteX3" fmla="*/ 67294 w 158987"/>
              <a:gd name="connsiteY3" fmla="*/ 46659 h 139101"/>
              <a:gd name="connsiteX4" fmla="*/ 66024 w 158987"/>
              <a:gd name="connsiteY4" fmla="*/ 47358 h 139101"/>
              <a:gd name="connsiteX5" fmla="*/ 63294 w 158987"/>
              <a:gd name="connsiteY5" fmla="*/ 48818 h 139101"/>
              <a:gd name="connsiteX6" fmla="*/ 61389 w 158987"/>
              <a:gd name="connsiteY6" fmla="*/ 49771 h 139101"/>
              <a:gd name="connsiteX7" fmla="*/ 58277 w 158987"/>
              <a:gd name="connsiteY7" fmla="*/ 51231 h 139101"/>
              <a:gd name="connsiteX8" fmla="*/ 56435 w 158987"/>
              <a:gd name="connsiteY8" fmla="*/ 52057 h 139101"/>
              <a:gd name="connsiteX9" fmla="*/ 53515 w 158987"/>
              <a:gd name="connsiteY9" fmla="*/ 53327 h 139101"/>
              <a:gd name="connsiteX10" fmla="*/ 52943 w 158987"/>
              <a:gd name="connsiteY10" fmla="*/ 53581 h 139101"/>
              <a:gd name="connsiteX11" fmla="*/ 52816 w 158987"/>
              <a:gd name="connsiteY11" fmla="*/ 53581 h 139101"/>
              <a:gd name="connsiteX12" fmla="*/ 1381 w 158987"/>
              <a:gd name="connsiteY12" fmla="*/ 67995 h 139101"/>
              <a:gd name="connsiteX13" fmla="*/ 1381 w 158987"/>
              <a:gd name="connsiteY13" fmla="*/ 71297 h 139101"/>
              <a:gd name="connsiteX14" fmla="*/ 52816 w 158987"/>
              <a:gd name="connsiteY14" fmla="*/ 85712 h 139101"/>
              <a:gd name="connsiteX15" fmla="*/ 52943 w 158987"/>
              <a:gd name="connsiteY15" fmla="*/ 85712 h 139101"/>
              <a:gd name="connsiteX16" fmla="*/ 53387 w 158987"/>
              <a:gd name="connsiteY16" fmla="*/ 85902 h 139101"/>
              <a:gd name="connsiteX17" fmla="*/ 56562 w 158987"/>
              <a:gd name="connsiteY17" fmla="*/ 87299 h 139101"/>
              <a:gd name="connsiteX18" fmla="*/ 58214 w 158987"/>
              <a:gd name="connsiteY18" fmla="*/ 88061 h 139101"/>
              <a:gd name="connsiteX19" fmla="*/ 61896 w 158987"/>
              <a:gd name="connsiteY19" fmla="*/ 89839 h 139101"/>
              <a:gd name="connsiteX20" fmla="*/ 63103 w 158987"/>
              <a:gd name="connsiteY20" fmla="*/ 90474 h 139101"/>
              <a:gd name="connsiteX21" fmla="*/ 66087 w 158987"/>
              <a:gd name="connsiteY21" fmla="*/ 92062 h 139101"/>
              <a:gd name="connsiteX22" fmla="*/ 67231 w 158987"/>
              <a:gd name="connsiteY22" fmla="*/ 92697 h 139101"/>
              <a:gd name="connsiteX23" fmla="*/ 70279 w 158987"/>
              <a:gd name="connsiteY23" fmla="*/ 94475 h 139101"/>
              <a:gd name="connsiteX24" fmla="*/ 71231 w 158987"/>
              <a:gd name="connsiteY24" fmla="*/ 95046 h 139101"/>
              <a:gd name="connsiteX25" fmla="*/ 71548 w 158987"/>
              <a:gd name="connsiteY25" fmla="*/ 95237 h 139101"/>
              <a:gd name="connsiteX26" fmla="*/ 71803 w 158987"/>
              <a:gd name="connsiteY26" fmla="*/ 95427 h 139101"/>
              <a:gd name="connsiteX27" fmla="*/ 112189 w 158987"/>
              <a:gd name="connsiteY27" fmla="*/ 138607 h 139101"/>
              <a:gd name="connsiteX28" fmla="*/ 114284 w 158987"/>
              <a:gd name="connsiteY28" fmla="*/ 138036 h 139101"/>
              <a:gd name="connsiteX29" fmla="*/ 101711 w 158987"/>
              <a:gd name="connsiteY29" fmla="*/ 87680 h 139101"/>
              <a:gd name="connsiteX30" fmla="*/ 102473 w 158987"/>
              <a:gd name="connsiteY30" fmla="*/ 85838 h 139101"/>
              <a:gd name="connsiteX31" fmla="*/ 158797 w 158987"/>
              <a:gd name="connsiteY31" fmla="*/ 69138 h 139101"/>
              <a:gd name="connsiteX32" fmla="*/ 158988 w 158987"/>
              <a:gd name="connsiteY32" fmla="*/ 69138 h 139101"/>
              <a:gd name="connsiteX33" fmla="*/ 158734 w 158987"/>
              <a:gd name="connsiteY33" fmla="*/ 68948 h 139101"/>
              <a:gd name="connsiteX34" fmla="*/ 102346 w 158987"/>
              <a:gd name="connsiteY34" fmla="*/ 53263 h 139101"/>
              <a:gd name="connsiteX35" fmla="*/ 101647 w 158987"/>
              <a:gd name="connsiteY35" fmla="*/ 51485 h 139101"/>
              <a:gd name="connsiteX36" fmla="*/ 114220 w 158987"/>
              <a:gd name="connsiteY36" fmla="*/ 1066 h 139101"/>
              <a:gd name="connsiteX37" fmla="*/ 112125 w 158987"/>
              <a:gd name="connsiteY37" fmla="*/ 494 h 139101"/>
              <a:gd name="connsiteX38" fmla="*/ 112125 w 158987"/>
              <a:gd name="connsiteY38" fmla="*/ 494 h 139101"/>
              <a:gd name="connsiteX39" fmla="*/ 71675 w 158987"/>
              <a:gd name="connsiteY39" fmla="*/ 43738 h 139101"/>
              <a:gd name="connsiteX40" fmla="*/ 71421 w 158987"/>
              <a:gd name="connsiteY40" fmla="*/ 43929 h 13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987" h="139101">
                <a:moveTo>
                  <a:pt x="71612" y="44119"/>
                </a:moveTo>
                <a:cubicBezTo>
                  <a:pt x="71612" y="44119"/>
                  <a:pt x="71421" y="44246"/>
                  <a:pt x="71294" y="44310"/>
                </a:cubicBezTo>
                <a:cubicBezTo>
                  <a:pt x="70914" y="44563"/>
                  <a:pt x="70532" y="44754"/>
                  <a:pt x="70152" y="45008"/>
                </a:cubicBezTo>
                <a:cubicBezTo>
                  <a:pt x="69199" y="45580"/>
                  <a:pt x="68246" y="46151"/>
                  <a:pt x="67294" y="46659"/>
                </a:cubicBezTo>
                <a:cubicBezTo>
                  <a:pt x="66849" y="46913"/>
                  <a:pt x="66469" y="47104"/>
                  <a:pt x="66024" y="47358"/>
                </a:cubicBezTo>
                <a:cubicBezTo>
                  <a:pt x="65135" y="47866"/>
                  <a:pt x="64182" y="48310"/>
                  <a:pt x="63294" y="48818"/>
                </a:cubicBezTo>
                <a:cubicBezTo>
                  <a:pt x="62658" y="49136"/>
                  <a:pt x="62023" y="49453"/>
                  <a:pt x="61389" y="49771"/>
                </a:cubicBezTo>
                <a:cubicBezTo>
                  <a:pt x="60372" y="50279"/>
                  <a:pt x="59356" y="50787"/>
                  <a:pt x="58277" y="51231"/>
                </a:cubicBezTo>
                <a:cubicBezTo>
                  <a:pt x="57642" y="51549"/>
                  <a:pt x="57007" y="51803"/>
                  <a:pt x="56435" y="52057"/>
                </a:cubicBezTo>
                <a:cubicBezTo>
                  <a:pt x="55483" y="52501"/>
                  <a:pt x="54467" y="52946"/>
                  <a:pt x="53515" y="53327"/>
                </a:cubicBezTo>
                <a:cubicBezTo>
                  <a:pt x="53324" y="53390"/>
                  <a:pt x="53133" y="53517"/>
                  <a:pt x="52943" y="53581"/>
                </a:cubicBezTo>
                <a:cubicBezTo>
                  <a:pt x="52943" y="53581"/>
                  <a:pt x="52816" y="53581"/>
                  <a:pt x="52816" y="53581"/>
                </a:cubicBezTo>
                <a:cubicBezTo>
                  <a:pt x="33703" y="61582"/>
                  <a:pt x="13573" y="65900"/>
                  <a:pt x="1381" y="67995"/>
                </a:cubicBezTo>
                <a:cubicBezTo>
                  <a:pt x="-460" y="68313"/>
                  <a:pt x="-460" y="70980"/>
                  <a:pt x="1381" y="71297"/>
                </a:cubicBezTo>
                <a:cubicBezTo>
                  <a:pt x="13573" y="73393"/>
                  <a:pt x="33703" y="77711"/>
                  <a:pt x="52816" y="85712"/>
                </a:cubicBezTo>
                <a:cubicBezTo>
                  <a:pt x="52816" y="85712"/>
                  <a:pt x="52880" y="85712"/>
                  <a:pt x="52943" y="85712"/>
                </a:cubicBezTo>
                <a:cubicBezTo>
                  <a:pt x="53070" y="85712"/>
                  <a:pt x="53260" y="85838"/>
                  <a:pt x="53387" y="85902"/>
                </a:cubicBezTo>
                <a:cubicBezTo>
                  <a:pt x="54467" y="86347"/>
                  <a:pt x="55546" y="86855"/>
                  <a:pt x="56562" y="87299"/>
                </a:cubicBezTo>
                <a:cubicBezTo>
                  <a:pt x="57134" y="87553"/>
                  <a:pt x="57706" y="87807"/>
                  <a:pt x="58214" y="88061"/>
                </a:cubicBezTo>
                <a:cubicBezTo>
                  <a:pt x="59483" y="88633"/>
                  <a:pt x="60690" y="89204"/>
                  <a:pt x="61896" y="89839"/>
                </a:cubicBezTo>
                <a:cubicBezTo>
                  <a:pt x="62278" y="90030"/>
                  <a:pt x="62658" y="90284"/>
                  <a:pt x="63103" y="90474"/>
                </a:cubicBezTo>
                <a:cubicBezTo>
                  <a:pt x="64119" y="90982"/>
                  <a:pt x="65071" y="91490"/>
                  <a:pt x="66087" y="92062"/>
                </a:cubicBezTo>
                <a:cubicBezTo>
                  <a:pt x="66469" y="92252"/>
                  <a:pt x="66849" y="92506"/>
                  <a:pt x="67231" y="92697"/>
                </a:cubicBezTo>
                <a:cubicBezTo>
                  <a:pt x="68246" y="93268"/>
                  <a:pt x="69262" y="93840"/>
                  <a:pt x="70279" y="94475"/>
                </a:cubicBezTo>
                <a:cubicBezTo>
                  <a:pt x="70596" y="94665"/>
                  <a:pt x="70914" y="94856"/>
                  <a:pt x="71231" y="95046"/>
                </a:cubicBezTo>
                <a:lnTo>
                  <a:pt x="71548" y="95237"/>
                </a:lnTo>
                <a:cubicBezTo>
                  <a:pt x="71548" y="95237"/>
                  <a:pt x="71739" y="95363"/>
                  <a:pt x="71803" y="95427"/>
                </a:cubicBezTo>
                <a:cubicBezTo>
                  <a:pt x="88440" y="105714"/>
                  <a:pt x="101965" y="119684"/>
                  <a:pt x="112189" y="138607"/>
                </a:cubicBezTo>
                <a:cubicBezTo>
                  <a:pt x="112823" y="139496"/>
                  <a:pt x="114220" y="139115"/>
                  <a:pt x="114284" y="138036"/>
                </a:cubicBezTo>
                <a:cubicBezTo>
                  <a:pt x="116506" y="107937"/>
                  <a:pt x="105839" y="92443"/>
                  <a:pt x="101711" y="87680"/>
                </a:cubicBezTo>
                <a:cubicBezTo>
                  <a:pt x="101076" y="86982"/>
                  <a:pt x="101584" y="85966"/>
                  <a:pt x="102473" y="85838"/>
                </a:cubicBezTo>
                <a:cubicBezTo>
                  <a:pt x="123237" y="83807"/>
                  <a:pt x="156194" y="70154"/>
                  <a:pt x="158797" y="69138"/>
                </a:cubicBezTo>
                <a:lnTo>
                  <a:pt x="158988" y="69138"/>
                </a:lnTo>
                <a:cubicBezTo>
                  <a:pt x="158988" y="69138"/>
                  <a:pt x="158734" y="68948"/>
                  <a:pt x="158734" y="68948"/>
                </a:cubicBezTo>
                <a:cubicBezTo>
                  <a:pt x="156131" y="67868"/>
                  <a:pt x="123110" y="55232"/>
                  <a:pt x="102346" y="53263"/>
                </a:cubicBezTo>
                <a:cubicBezTo>
                  <a:pt x="101457" y="53200"/>
                  <a:pt x="101012" y="52184"/>
                  <a:pt x="101647" y="51485"/>
                </a:cubicBezTo>
                <a:cubicBezTo>
                  <a:pt x="105711" y="46786"/>
                  <a:pt x="116506" y="31356"/>
                  <a:pt x="114220" y="1066"/>
                </a:cubicBezTo>
                <a:cubicBezTo>
                  <a:pt x="114157" y="-13"/>
                  <a:pt x="112696" y="-394"/>
                  <a:pt x="112125" y="494"/>
                </a:cubicBezTo>
                <a:lnTo>
                  <a:pt x="112125" y="494"/>
                </a:lnTo>
                <a:cubicBezTo>
                  <a:pt x="101902" y="19481"/>
                  <a:pt x="88312" y="33451"/>
                  <a:pt x="71675" y="43738"/>
                </a:cubicBezTo>
                <a:cubicBezTo>
                  <a:pt x="71612" y="43738"/>
                  <a:pt x="71548" y="43865"/>
                  <a:pt x="71421" y="43929"/>
                </a:cubicBezTo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FD14FC10-B94B-EAB7-29AB-76930321E1B0}"/>
              </a:ext>
            </a:extLst>
          </p:cNvPr>
          <p:cNvSpPr/>
          <p:nvPr/>
        </p:nvSpPr>
        <p:spPr>
          <a:xfrm>
            <a:off x="7630841" y="4497061"/>
            <a:ext cx="158987" cy="139101"/>
          </a:xfrm>
          <a:custGeom>
            <a:avLst/>
            <a:gdLst>
              <a:gd name="connsiteX0" fmla="*/ 71612 w 158987"/>
              <a:gd name="connsiteY0" fmla="*/ 44119 h 139101"/>
              <a:gd name="connsiteX1" fmla="*/ 71294 w 158987"/>
              <a:gd name="connsiteY1" fmla="*/ 44310 h 139101"/>
              <a:gd name="connsiteX2" fmla="*/ 70152 w 158987"/>
              <a:gd name="connsiteY2" fmla="*/ 45008 h 139101"/>
              <a:gd name="connsiteX3" fmla="*/ 67294 w 158987"/>
              <a:gd name="connsiteY3" fmla="*/ 46659 h 139101"/>
              <a:gd name="connsiteX4" fmla="*/ 66024 w 158987"/>
              <a:gd name="connsiteY4" fmla="*/ 47358 h 139101"/>
              <a:gd name="connsiteX5" fmla="*/ 63294 w 158987"/>
              <a:gd name="connsiteY5" fmla="*/ 48818 h 139101"/>
              <a:gd name="connsiteX6" fmla="*/ 61389 w 158987"/>
              <a:gd name="connsiteY6" fmla="*/ 49771 h 139101"/>
              <a:gd name="connsiteX7" fmla="*/ 58277 w 158987"/>
              <a:gd name="connsiteY7" fmla="*/ 51231 h 139101"/>
              <a:gd name="connsiteX8" fmla="*/ 56435 w 158987"/>
              <a:gd name="connsiteY8" fmla="*/ 52057 h 139101"/>
              <a:gd name="connsiteX9" fmla="*/ 53515 w 158987"/>
              <a:gd name="connsiteY9" fmla="*/ 53327 h 139101"/>
              <a:gd name="connsiteX10" fmla="*/ 52943 w 158987"/>
              <a:gd name="connsiteY10" fmla="*/ 53581 h 139101"/>
              <a:gd name="connsiteX11" fmla="*/ 52816 w 158987"/>
              <a:gd name="connsiteY11" fmla="*/ 53581 h 139101"/>
              <a:gd name="connsiteX12" fmla="*/ 1381 w 158987"/>
              <a:gd name="connsiteY12" fmla="*/ 67995 h 139101"/>
              <a:gd name="connsiteX13" fmla="*/ 1381 w 158987"/>
              <a:gd name="connsiteY13" fmla="*/ 71297 h 139101"/>
              <a:gd name="connsiteX14" fmla="*/ 52816 w 158987"/>
              <a:gd name="connsiteY14" fmla="*/ 85712 h 139101"/>
              <a:gd name="connsiteX15" fmla="*/ 52943 w 158987"/>
              <a:gd name="connsiteY15" fmla="*/ 85712 h 139101"/>
              <a:gd name="connsiteX16" fmla="*/ 53387 w 158987"/>
              <a:gd name="connsiteY16" fmla="*/ 85902 h 139101"/>
              <a:gd name="connsiteX17" fmla="*/ 56562 w 158987"/>
              <a:gd name="connsiteY17" fmla="*/ 87299 h 139101"/>
              <a:gd name="connsiteX18" fmla="*/ 58214 w 158987"/>
              <a:gd name="connsiteY18" fmla="*/ 88061 h 139101"/>
              <a:gd name="connsiteX19" fmla="*/ 61896 w 158987"/>
              <a:gd name="connsiteY19" fmla="*/ 89839 h 139101"/>
              <a:gd name="connsiteX20" fmla="*/ 63103 w 158987"/>
              <a:gd name="connsiteY20" fmla="*/ 90474 h 139101"/>
              <a:gd name="connsiteX21" fmla="*/ 66087 w 158987"/>
              <a:gd name="connsiteY21" fmla="*/ 92062 h 139101"/>
              <a:gd name="connsiteX22" fmla="*/ 67231 w 158987"/>
              <a:gd name="connsiteY22" fmla="*/ 92697 h 139101"/>
              <a:gd name="connsiteX23" fmla="*/ 70279 w 158987"/>
              <a:gd name="connsiteY23" fmla="*/ 94475 h 139101"/>
              <a:gd name="connsiteX24" fmla="*/ 71231 w 158987"/>
              <a:gd name="connsiteY24" fmla="*/ 95046 h 139101"/>
              <a:gd name="connsiteX25" fmla="*/ 71548 w 158987"/>
              <a:gd name="connsiteY25" fmla="*/ 95237 h 139101"/>
              <a:gd name="connsiteX26" fmla="*/ 71803 w 158987"/>
              <a:gd name="connsiteY26" fmla="*/ 95427 h 139101"/>
              <a:gd name="connsiteX27" fmla="*/ 112189 w 158987"/>
              <a:gd name="connsiteY27" fmla="*/ 138607 h 139101"/>
              <a:gd name="connsiteX28" fmla="*/ 114284 w 158987"/>
              <a:gd name="connsiteY28" fmla="*/ 138036 h 139101"/>
              <a:gd name="connsiteX29" fmla="*/ 101711 w 158987"/>
              <a:gd name="connsiteY29" fmla="*/ 87680 h 139101"/>
              <a:gd name="connsiteX30" fmla="*/ 102473 w 158987"/>
              <a:gd name="connsiteY30" fmla="*/ 85838 h 139101"/>
              <a:gd name="connsiteX31" fmla="*/ 158797 w 158987"/>
              <a:gd name="connsiteY31" fmla="*/ 69138 h 139101"/>
              <a:gd name="connsiteX32" fmla="*/ 158988 w 158987"/>
              <a:gd name="connsiteY32" fmla="*/ 69138 h 139101"/>
              <a:gd name="connsiteX33" fmla="*/ 158734 w 158987"/>
              <a:gd name="connsiteY33" fmla="*/ 68948 h 139101"/>
              <a:gd name="connsiteX34" fmla="*/ 102346 w 158987"/>
              <a:gd name="connsiteY34" fmla="*/ 53263 h 139101"/>
              <a:gd name="connsiteX35" fmla="*/ 101647 w 158987"/>
              <a:gd name="connsiteY35" fmla="*/ 51485 h 139101"/>
              <a:gd name="connsiteX36" fmla="*/ 114220 w 158987"/>
              <a:gd name="connsiteY36" fmla="*/ 1066 h 139101"/>
              <a:gd name="connsiteX37" fmla="*/ 112125 w 158987"/>
              <a:gd name="connsiteY37" fmla="*/ 494 h 139101"/>
              <a:gd name="connsiteX38" fmla="*/ 112125 w 158987"/>
              <a:gd name="connsiteY38" fmla="*/ 494 h 139101"/>
              <a:gd name="connsiteX39" fmla="*/ 71675 w 158987"/>
              <a:gd name="connsiteY39" fmla="*/ 43738 h 139101"/>
              <a:gd name="connsiteX40" fmla="*/ 71421 w 158987"/>
              <a:gd name="connsiteY40" fmla="*/ 43929 h 13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987" h="139101">
                <a:moveTo>
                  <a:pt x="71612" y="44119"/>
                </a:moveTo>
                <a:cubicBezTo>
                  <a:pt x="71612" y="44119"/>
                  <a:pt x="71421" y="44246"/>
                  <a:pt x="71294" y="44310"/>
                </a:cubicBezTo>
                <a:cubicBezTo>
                  <a:pt x="70914" y="44563"/>
                  <a:pt x="70532" y="44754"/>
                  <a:pt x="70152" y="45008"/>
                </a:cubicBezTo>
                <a:cubicBezTo>
                  <a:pt x="69199" y="45580"/>
                  <a:pt x="68246" y="46151"/>
                  <a:pt x="67294" y="46659"/>
                </a:cubicBezTo>
                <a:cubicBezTo>
                  <a:pt x="66849" y="46913"/>
                  <a:pt x="66469" y="47104"/>
                  <a:pt x="66024" y="47358"/>
                </a:cubicBezTo>
                <a:cubicBezTo>
                  <a:pt x="65135" y="47866"/>
                  <a:pt x="64182" y="48310"/>
                  <a:pt x="63294" y="48818"/>
                </a:cubicBezTo>
                <a:cubicBezTo>
                  <a:pt x="62658" y="49136"/>
                  <a:pt x="62023" y="49453"/>
                  <a:pt x="61389" y="49771"/>
                </a:cubicBezTo>
                <a:cubicBezTo>
                  <a:pt x="60372" y="50279"/>
                  <a:pt x="59356" y="50787"/>
                  <a:pt x="58277" y="51231"/>
                </a:cubicBezTo>
                <a:cubicBezTo>
                  <a:pt x="57642" y="51549"/>
                  <a:pt x="57007" y="51803"/>
                  <a:pt x="56435" y="52057"/>
                </a:cubicBezTo>
                <a:cubicBezTo>
                  <a:pt x="55483" y="52501"/>
                  <a:pt x="54467" y="52946"/>
                  <a:pt x="53515" y="53327"/>
                </a:cubicBezTo>
                <a:cubicBezTo>
                  <a:pt x="53324" y="53390"/>
                  <a:pt x="53133" y="53517"/>
                  <a:pt x="52943" y="53581"/>
                </a:cubicBezTo>
                <a:cubicBezTo>
                  <a:pt x="52943" y="53581"/>
                  <a:pt x="52816" y="53581"/>
                  <a:pt x="52816" y="53581"/>
                </a:cubicBezTo>
                <a:cubicBezTo>
                  <a:pt x="33703" y="61582"/>
                  <a:pt x="13573" y="65900"/>
                  <a:pt x="1381" y="67995"/>
                </a:cubicBezTo>
                <a:cubicBezTo>
                  <a:pt x="-460" y="68313"/>
                  <a:pt x="-460" y="70980"/>
                  <a:pt x="1381" y="71297"/>
                </a:cubicBezTo>
                <a:cubicBezTo>
                  <a:pt x="13573" y="73393"/>
                  <a:pt x="33703" y="77711"/>
                  <a:pt x="52816" y="85712"/>
                </a:cubicBezTo>
                <a:cubicBezTo>
                  <a:pt x="52816" y="85712"/>
                  <a:pt x="52880" y="85712"/>
                  <a:pt x="52943" y="85712"/>
                </a:cubicBezTo>
                <a:cubicBezTo>
                  <a:pt x="53070" y="85712"/>
                  <a:pt x="53260" y="85838"/>
                  <a:pt x="53387" y="85902"/>
                </a:cubicBezTo>
                <a:cubicBezTo>
                  <a:pt x="54467" y="86347"/>
                  <a:pt x="55546" y="86855"/>
                  <a:pt x="56562" y="87299"/>
                </a:cubicBezTo>
                <a:cubicBezTo>
                  <a:pt x="57134" y="87553"/>
                  <a:pt x="57706" y="87807"/>
                  <a:pt x="58214" y="88061"/>
                </a:cubicBezTo>
                <a:cubicBezTo>
                  <a:pt x="59483" y="88633"/>
                  <a:pt x="60690" y="89204"/>
                  <a:pt x="61896" y="89839"/>
                </a:cubicBezTo>
                <a:cubicBezTo>
                  <a:pt x="62278" y="90030"/>
                  <a:pt x="62658" y="90284"/>
                  <a:pt x="63103" y="90474"/>
                </a:cubicBezTo>
                <a:cubicBezTo>
                  <a:pt x="64119" y="90982"/>
                  <a:pt x="65071" y="91490"/>
                  <a:pt x="66087" y="92062"/>
                </a:cubicBezTo>
                <a:cubicBezTo>
                  <a:pt x="66469" y="92252"/>
                  <a:pt x="66849" y="92506"/>
                  <a:pt x="67231" y="92697"/>
                </a:cubicBezTo>
                <a:cubicBezTo>
                  <a:pt x="68246" y="93268"/>
                  <a:pt x="69262" y="93840"/>
                  <a:pt x="70279" y="94475"/>
                </a:cubicBezTo>
                <a:cubicBezTo>
                  <a:pt x="70596" y="94665"/>
                  <a:pt x="70914" y="94856"/>
                  <a:pt x="71231" y="95046"/>
                </a:cubicBezTo>
                <a:lnTo>
                  <a:pt x="71548" y="95237"/>
                </a:lnTo>
                <a:cubicBezTo>
                  <a:pt x="71548" y="95237"/>
                  <a:pt x="71739" y="95363"/>
                  <a:pt x="71803" y="95427"/>
                </a:cubicBezTo>
                <a:cubicBezTo>
                  <a:pt x="88440" y="105714"/>
                  <a:pt x="101965" y="119684"/>
                  <a:pt x="112189" y="138607"/>
                </a:cubicBezTo>
                <a:cubicBezTo>
                  <a:pt x="112823" y="139496"/>
                  <a:pt x="114220" y="139115"/>
                  <a:pt x="114284" y="138036"/>
                </a:cubicBezTo>
                <a:cubicBezTo>
                  <a:pt x="116506" y="107937"/>
                  <a:pt x="105839" y="92443"/>
                  <a:pt x="101711" y="87680"/>
                </a:cubicBezTo>
                <a:cubicBezTo>
                  <a:pt x="101076" y="86982"/>
                  <a:pt x="101584" y="85966"/>
                  <a:pt x="102473" y="85838"/>
                </a:cubicBezTo>
                <a:cubicBezTo>
                  <a:pt x="123237" y="83807"/>
                  <a:pt x="156194" y="70154"/>
                  <a:pt x="158797" y="69138"/>
                </a:cubicBezTo>
                <a:lnTo>
                  <a:pt x="158988" y="69138"/>
                </a:lnTo>
                <a:cubicBezTo>
                  <a:pt x="158988" y="69138"/>
                  <a:pt x="158734" y="68948"/>
                  <a:pt x="158734" y="68948"/>
                </a:cubicBezTo>
                <a:cubicBezTo>
                  <a:pt x="156131" y="67868"/>
                  <a:pt x="123110" y="55232"/>
                  <a:pt x="102346" y="53263"/>
                </a:cubicBezTo>
                <a:cubicBezTo>
                  <a:pt x="101457" y="53200"/>
                  <a:pt x="101012" y="52184"/>
                  <a:pt x="101647" y="51485"/>
                </a:cubicBezTo>
                <a:cubicBezTo>
                  <a:pt x="105711" y="46786"/>
                  <a:pt x="116506" y="31356"/>
                  <a:pt x="114220" y="1066"/>
                </a:cubicBezTo>
                <a:cubicBezTo>
                  <a:pt x="114157" y="-13"/>
                  <a:pt x="112696" y="-394"/>
                  <a:pt x="112125" y="494"/>
                </a:cubicBezTo>
                <a:lnTo>
                  <a:pt x="112125" y="494"/>
                </a:lnTo>
                <a:cubicBezTo>
                  <a:pt x="101902" y="19481"/>
                  <a:pt x="88312" y="33451"/>
                  <a:pt x="71675" y="43738"/>
                </a:cubicBezTo>
                <a:cubicBezTo>
                  <a:pt x="71612" y="43738"/>
                  <a:pt x="71548" y="43865"/>
                  <a:pt x="71421" y="43929"/>
                </a:cubicBezTo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174231FE-248A-624E-79A8-DCAF017CA2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5905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060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7F183F83-E651-CA78-03FE-41BCC5113955}"/>
              </a:ext>
            </a:extLst>
          </p:cNvPr>
          <p:cNvSpPr/>
          <p:nvPr/>
        </p:nvSpPr>
        <p:spPr>
          <a:xfrm>
            <a:off x="11735136" y="6043267"/>
            <a:ext cx="158987" cy="139101"/>
          </a:xfrm>
          <a:custGeom>
            <a:avLst/>
            <a:gdLst>
              <a:gd name="connsiteX0" fmla="*/ 71612 w 158987"/>
              <a:gd name="connsiteY0" fmla="*/ 44119 h 139101"/>
              <a:gd name="connsiteX1" fmla="*/ 71294 w 158987"/>
              <a:gd name="connsiteY1" fmla="*/ 44310 h 139101"/>
              <a:gd name="connsiteX2" fmla="*/ 70152 w 158987"/>
              <a:gd name="connsiteY2" fmla="*/ 45008 h 139101"/>
              <a:gd name="connsiteX3" fmla="*/ 67294 w 158987"/>
              <a:gd name="connsiteY3" fmla="*/ 46659 h 139101"/>
              <a:gd name="connsiteX4" fmla="*/ 66024 w 158987"/>
              <a:gd name="connsiteY4" fmla="*/ 47358 h 139101"/>
              <a:gd name="connsiteX5" fmla="*/ 63294 w 158987"/>
              <a:gd name="connsiteY5" fmla="*/ 48818 h 139101"/>
              <a:gd name="connsiteX6" fmla="*/ 61389 w 158987"/>
              <a:gd name="connsiteY6" fmla="*/ 49771 h 139101"/>
              <a:gd name="connsiteX7" fmla="*/ 58277 w 158987"/>
              <a:gd name="connsiteY7" fmla="*/ 51231 h 139101"/>
              <a:gd name="connsiteX8" fmla="*/ 56435 w 158987"/>
              <a:gd name="connsiteY8" fmla="*/ 52057 h 139101"/>
              <a:gd name="connsiteX9" fmla="*/ 53515 w 158987"/>
              <a:gd name="connsiteY9" fmla="*/ 53327 h 139101"/>
              <a:gd name="connsiteX10" fmla="*/ 52943 w 158987"/>
              <a:gd name="connsiteY10" fmla="*/ 53581 h 139101"/>
              <a:gd name="connsiteX11" fmla="*/ 52816 w 158987"/>
              <a:gd name="connsiteY11" fmla="*/ 53581 h 139101"/>
              <a:gd name="connsiteX12" fmla="*/ 1381 w 158987"/>
              <a:gd name="connsiteY12" fmla="*/ 67995 h 139101"/>
              <a:gd name="connsiteX13" fmla="*/ 1381 w 158987"/>
              <a:gd name="connsiteY13" fmla="*/ 71297 h 139101"/>
              <a:gd name="connsiteX14" fmla="*/ 52816 w 158987"/>
              <a:gd name="connsiteY14" fmla="*/ 85712 h 139101"/>
              <a:gd name="connsiteX15" fmla="*/ 52943 w 158987"/>
              <a:gd name="connsiteY15" fmla="*/ 85712 h 139101"/>
              <a:gd name="connsiteX16" fmla="*/ 53387 w 158987"/>
              <a:gd name="connsiteY16" fmla="*/ 85902 h 139101"/>
              <a:gd name="connsiteX17" fmla="*/ 56562 w 158987"/>
              <a:gd name="connsiteY17" fmla="*/ 87299 h 139101"/>
              <a:gd name="connsiteX18" fmla="*/ 58214 w 158987"/>
              <a:gd name="connsiteY18" fmla="*/ 88061 h 139101"/>
              <a:gd name="connsiteX19" fmla="*/ 61896 w 158987"/>
              <a:gd name="connsiteY19" fmla="*/ 89839 h 139101"/>
              <a:gd name="connsiteX20" fmla="*/ 63103 w 158987"/>
              <a:gd name="connsiteY20" fmla="*/ 90474 h 139101"/>
              <a:gd name="connsiteX21" fmla="*/ 66087 w 158987"/>
              <a:gd name="connsiteY21" fmla="*/ 92062 h 139101"/>
              <a:gd name="connsiteX22" fmla="*/ 67231 w 158987"/>
              <a:gd name="connsiteY22" fmla="*/ 92697 h 139101"/>
              <a:gd name="connsiteX23" fmla="*/ 70279 w 158987"/>
              <a:gd name="connsiteY23" fmla="*/ 94475 h 139101"/>
              <a:gd name="connsiteX24" fmla="*/ 71231 w 158987"/>
              <a:gd name="connsiteY24" fmla="*/ 95046 h 139101"/>
              <a:gd name="connsiteX25" fmla="*/ 71548 w 158987"/>
              <a:gd name="connsiteY25" fmla="*/ 95237 h 139101"/>
              <a:gd name="connsiteX26" fmla="*/ 71803 w 158987"/>
              <a:gd name="connsiteY26" fmla="*/ 95427 h 139101"/>
              <a:gd name="connsiteX27" fmla="*/ 112189 w 158987"/>
              <a:gd name="connsiteY27" fmla="*/ 138607 h 139101"/>
              <a:gd name="connsiteX28" fmla="*/ 114284 w 158987"/>
              <a:gd name="connsiteY28" fmla="*/ 138036 h 139101"/>
              <a:gd name="connsiteX29" fmla="*/ 101711 w 158987"/>
              <a:gd name="connsiteY29" fmla="*/ 87680 h 139101"/>
              <a:gd name="connsiteX30" fmla="*/ 102473 w 158987"/>
              <a:gd name="connsiteY30" fmla="*/ 85838 h 139101"/>
              <a:gd name="connsiteX31" fmla="*/ 158797 w 158987"/>
              <a:gd name="connsiteY31" fmla="*/ 69138 h 139101"/>
              <a:gd name="connsiteX32" fmla="*/ 158988 w 158987"/>
              <a:gd name="connsiteY32" fmla="*/ 69138 h 139101"/>
              <a:gd name="connsiteX33" fmla="*/ 158734 w 158987"/>
              <a:gd name="connsiteY33" fmla="*/ 68948 h 139101"/>
              <a:gd name="connsiteX34" fmla="*/ 102346 w 158987"/>
              <a:gd name="connsiteY34" fmla="*/ 53263 h 139101"/>
              <a:gd name="connsiteX35" fmla="*/ 101647 w 158987"/>
              <a:gd name="connsiteY35" fmla="*/ 51485 h 139101"/>
              <a:gd name="connsiteX36" fmla="*/ 114220 w 158987"/>
              <a:gd name="connsiteY36" fmla="*/ 1066 h 139101"/>
              <a:gd name="connsiteX37" fmla="*/ 112125 w 158987"/>
              <a:gd name="connsiteY37" fmla="*/ 494 h 139101"/>
              <a:gd name="connsiteX38" fmla="*/ 112125 w 158987"/>
              <a:gd name="connsiteY38" fmla="*/ 494 h 139101"/>
              <a:gd name="connsiteX39" fmla="*/ 71675 w 158987"/>
              <a:gd name="connsiteY39" fmla="*/ 43738 h 139101"/>
              <a:gd name="connsiteX40" fmla="*/ 71421 w 158987"/>
              <a:gd name="connsiteY40" fmla="*/ 43929 h 13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987" h="139101">
                <a:moveTo>
                  <a:pt x="71612" y="44119"/>
                </a:moveTo>
                <a:cubicBezTo>
                  <a:pt x="71612" y="44119"/>
                  <a:pt x="71421" y="44246"/>
                  <a:pt x="71294" y="44310"/>
                </a:cubicBezTo>
                <a:cubicBezTo>
                  <a:pt x="70914" y="44563"/>
                  <a:pt x="70532" y="44754"/>
                  <a:pt x="70152" y="45008"/>
                </a:cubicBezTo>
                <a:cubicBezTo>
                  <a:pt x="69199" y="45580"/>
                  <a:pt x="68246" y="46151"/>
                  <a:pt x="67294" y="46659"/>
                </a:cubicBezTo>
                <a:cubicBezTo>
                  <a:pt x="66849" y="46913"/>
                  <a:pt x="66469" y="47104"/>
                  <a:pt x="66024" y="47358"/>
                </a:cubicBezTo>
                <a:cubicBezTo>
                  <a:pt x="65135" y="47866"/>
                  <a:pt x="64182" y="48310"/>
                  <a:pt x="63294" y="48818"/>
                </a:cubicBezTo>
                <a:cubicBezTo>
                  <a:pt x="62658" y="49136"/>
                  <a:pt x="62023" y="49453"/>
                  <a:pt x="61389" y="49771"/>
                </a:cubicBezTo>
                <a:cubicBezTo>
                  <a:pt x="60372" y="50279"/>
                  <a:pt x="59356" y="50787"/>
                  <a:pt x="58277" y="51231"/>
                </a:cubicBezTo>
                <a:cubicBezTo>
                  <a:pt x="57642" y="51549"/>
                  <a:pt x="57007" y="51803"/>
                  <a:pt x="56435" y="52057"/>
                </a:cubicBezTo>
                <a:cubicBezTo>
                  <a:pt x="55483" y="52501"/>
                  <a:pt x="54467" y="52946"/>
                  <a:pt x="53515" y="53327"/>
                </a:cubicBezTo>
                <a:cubicBezTo>
                  <a:pt x="53324" y="53390"/>
                  <a:pt x="53133" y="53517"/>
                  <a:pt x="52943" y="53581"/>
                </a:cubicBezTo>
                <a:cubicBezTo>
                  <a:pt x="52943" y="53581"/>
                  <a:pt x="52816" y="53581"/>
                  <a:pt x="52816" y="53581"/>
                </a:cubicBezTo>
                <a:cubicBezTo>
                  <a:pt x="33703" y="61582"/>
                  <a:pt x="13573" y="65900"/>
                  <a:pt x="1381" y="67995"/>
                </a:cubicBezTo>
                <a:cubicBezTo>
                  <a:pt x="-460" y="68313"/>
                  <a:pt x="-460" y="70980"/>
                  <a:pt x="1381" y="71297"/>
                </a:cubicBezTo>
                <a:cubicBezTo>
                  <a:pt x="13573" y="73393"/>
                  <a:pt x="33703" y="77711"/>
                  <a:pt x="52816" y="85712"/>
                </a:cubicBezTo>
                <a:cubicBezTo>
                  <a:pt x="52816" y="85712"/>
                  <a:pt x="52880" y="85712"/>
                  <a:pt x="52943" y="85712"/>
                </a:cubicBezTo>
                <a:cubicBezTo>
                  <a:pt x="53070" y="85712"/>
                  <a:pt x="53260" y="85838"/>
                  <a:pt x="53387" y="85902"/>
                </a:cubicBezTo>
                <a:cubicBezTo>
                  <a:pt x="54467" y="86347"/>
                  <a:pt x="55546" y="86855"/>
                  <a:pt x="56562" y="87299"/>
                </a:cubicBezTo>
                <a:cubicBezTo>
                  <a:pt x="57134" y="87553"/>
                  <a:pt x="57706" y="87807"/>
                  <a:pt x="58214" y="88061"/>
                </a:cubicBezTo>
                <a:cubicBezTo>
                  <a:pt x="59483" y="88633"/>
                  <a:pt x="60690" y="89204"/>
                  <a:pt x="61896" y="89839"/>
                </a:cubicBezTo>
                <a:cubicBezTo>
                  <a:pt x="62278" y="90030"/>
                  <a:pt x="62658" y="90284"/>
                  <a:pt x="63103" y="90474"/>
                </a:cubicBezTo>
                <a:cubicBezTo>
                  <a:pt x="64119" y="90982"/>
                  <a:pt x="65071" y="91490"/>
                  <a:pt x="66087" y="92062"/>
                </a:cubicBezTo>
                <a:cubicBezTo>
                  <a:pt x="66469" y="92252"/>
                  <a:pt x="66849" y="92506"/>
                  <a:pt x="67231" y="92697"/>
                </a:cubicBezTo>
                <a:cubicBezTo>
                  <a:pt x="68246" y="93268"/>
                  <a:pt x="69262" y="93840"/>
                  <a:pt x="70279" y="94475"/>
                </a:cubicBezTo>
                <a:cubicBezTo>
                  <a:pt x="70596" y="94665"/>
                  <a:pt x="70914" y="94856"/>
                  <a:pt x="71231" y="95046"/>
                </a:cubicBezTo>
                <a:lnTo>
                  <a:pt x="71548" y="95237"/>
                </a:lnTo>
                <a:cubicBezTo>
                  <a:pt x="71548" y="95237"/>
                  <a:pt x="71739" y="95363"/>
                  <a:pt x="71803" y="95427"/>
                </a:cubicBezTo>
                <a:cubicBezTo>
                  <a:pt x="88440" y="105714"/>
                  <a:pt x="101965" y="119684"/>
                  <a:pt x="112189" y="138607"/>
                </a:cubicBezTo>
                <a:cubicBezTo>
                  <a:pt x="112823" y="139496"/>
                  <a:pt x="114220" y="139115"/>
                  <a:pt x="114284" y="138036"/>
                </a:cubicBezTo>
                <a:cubicBezTo>
                  <a:pt x="116506" y="107937"/>
                  <a:pt x="105839" y="92443"/>
                  <a:pt x="101711" y="87680"/>
                </a:cubicBezTo>
                <a:cubicBezTo>
                  <a:pt x="101076" y="86982"/>
                  <a:pt x="101584" y="85966"/>
                  <a:pt x="102473" y="85838"/>
                </a:cubicBezTo>
                <a:cubicBezTo>
                  <a:pt x="123237" y="83807"/>
                  <a:pt x="156194" y="70154"/>
                  <a:pt x="158797" y="69138"/>
                </a:cubicBezTo>
                <a:lnTo>
                  <a:pt x="158988" y="69138"/>
                </a:lnTo>
                <a:cubicBezTo>
                  <a:pt x="158988" y="69138"/>
                  <a:pt x="158734" y="68948"/>
                  <a:pt x="158734" y="68948"/>
                </a:cubicBezTo>
                <a:cubicBezTo>
                  <a:pt x="156131" y="67868"/>
                  <a:pt x="123110" y="55232"/>
                  <a:pt x="102346" y="53263"/>
                </a:cubicBezTo>
                <a:cubicBezTo>
                  <a:pt x="101457" y="53200"/>
                  <a:pt x="101012" y="52184"/>
                  <a:pt x="101647" y="51485"/>
                </a:cubicBezTo>
                <a:cubicBezTo>
                  <a:pt x="105711" y="46786"/>
                  <a:pt x="116506" y="31356"/>
                  <a:pt x="114220" y="1066"/>
                </a:cubicBezTo>
                <a:cubicBezTo>
                  <a:pt x="114157" y="-13"/>
                  <a:pt x="112696" y="-394"/>
                  <a:pt x="112125" y="494"/>
                </a:cubicBezTo>
                <a:lnTo>
                  <a:pt x="112125" y="494"/>
                </a:lnTo>
                <a:cubicBezTo>
                  <a:pt x="101902" y="19481"/>
                  <a:pt x="88312" y="33451"/>
                  <a:pt x="71675" y="43738"/>
                </a:cubicBezTo>
                <a:cubicBezTo>
                  <a:pt x="71612" y="43738"/>
                  <a:pt x="71548" y="43865"/>
                  <a:pt x="71421" y="43929"/>
                </a:cubicBezTo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397CBD-60AC-5E01-7663-6FCC9AA43BC8}"/>
              </a:ext>
            </a:extLst>
          </p:cNvPr>
          <p:cNvSpPr txBox="1"/>
          <p:nvPr/>
        </p:nvSpPr>
        <p:spPr>
          <a:xfrm>
            <a:off x="844042" y="4667868"/>
            <a:ext cx="434210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5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Lorem</a:t>
            </a:r>
            <a:r>
              <a:rPr lang="es-CO" sz="5000" b="1" spc="0" baseline="0" dirty="0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 </a:t>
            </a:r>
            <a:r>
              <a:rPr lang="es-CO" sz="5000" b="1" spc="0" baseline="0" dirty="0" err="1">
                <a:ln/>
                <a:solidFill>
                  <a:srgbClr val="FFFFFF"/>
                </a:solidFill>
                <a:latin typeface="LibreFranklin-Black"/>
                <a:sym typeface="LibreFranklin-Black"/>
                <a:rtl val="0"/>
              </a:rPr>
              <a:t>ipsum</a:t>
            </a:r>
            <a:endParaRPr lang="es-CO" sz="5000" b="1" spc="0" baseline="0" dirty="0">
              <a:ln/>
              <a:solidFill>
                <a:srgbClr val="FFFFFF"/>
              </a:solidFill>
              <a:latin typeface="LibreFranklin-Black"/>
              <a:sym typeface="LibreFranklin-Black"/>
              <a:rtl val="0"/>
            </a:endParaRPr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B924FE76-CC27-40F8-A618-6648A0F2F1F4}"/>
              </a:ext>
            </a:extLst>
          </p:cNvPr>
          <p:cNvSpPr/>
          <p:nvPr/>
        </p:nvSpPr>
        <p:spPr>
          <a:xfrm>
            <a:off x="766572" y="4110679"/>
            <a:ext cx="4200588" cy="616204"/>
          </a:xfrm>
          <a:custGeom>
            <a:avLst/>
            <a:gdLst>
              <a:gd name="connsiteX0" fmla="*/ 4199763 w 4200588"/>
              <a:gd name="connsiteY0" fmla="*/ 312357 h 616204"/>
              <a:gd name="connsiteX1" fmla="*/ 4200589 w 4200588"/>
              <a:gd name="connsiteY1" fmla="*/ 308166 h 616204"/>
              <a:gd name="connsiteX2" fmla="*/ 4199700 w 4200588"/>
              <a:gd name="connsiteY2" fmla="*/ 303975 h 616204"/>
              <a:gd name="connsiteX3" fmla="*/ 4199700 w 4200588"/>
              <a:gd name="connsiteY3" fmla="*/ 303975 h 616204"/>
              <a:gd name="connsiteX4" fmla="*/ 4199128 w 4200588"/>
              <a:gd name="connsiteY4" fmla="*/ 303149 h 616204"/>
              <a:gd name="connsiteX5" fmla="*/ 4197287 w 4200588"/>
              <a:gd name="connsiteY5" fmla="*/ 300546 h 616204"/>
              <a:gd name="connsiteX6" fmla="*/ 4195191 w 4200588"/>
              <a:gd name="connsiteY6" fmla="*/ 299149 h 616204"/>
              <a:gd name="connsiteX7" fmla="*/ 4193858 w 4200588"/>
              <a:gd name="connsiteY7" fmla="*/ 298260 h 616204"/>
              <a:gd name="connsiteX8" fmla="*/ 4059555 w 4200588"/>
              <a:gd name="connsiteY8" fmla="*/ 183960 h 616204"/>
              <a:gd name="connsiteX9" fmla="*/ 4033711 w 4200588"/>
              <a:gd name="connsiteY9" fmla="*/ 97663 h 616204"/>
              <a:gd name="connsiteX10" fmla="*/ 4033711 w 4200588"/>
              <a:gd name="connsiteY10" fmla="*/ 97218 h 616204"/>
              <a:gd name="connsiteX11" fmla="*/ 3936492 w 4200588"/>
              <a:gd name="connsiteY11" fmla="*/ 0 h 616204"/>
              <a:gd name="connsiteX12" fmla="*/ 105093 w 4200588"/>
              <a:gd name="connsiteY12" fmla="*/ 0 h 616204"/>
              <a:gd name="connsiteX13" fmla="*/ 0 w 4200588"/>
              <a:gd name="connsiteY13" fmla="*/ 105093 h 616204"/>
              <a:gd name="connsiteX14" fmla="*/ 0 w 4200588"/>
              <a:gd name="connsiteY14" fmla="*/ 511112 h 616204"/>
              <a:gd name="connsiteX15" fmla="*/ 105093 w 4200588"/>
              <a:gd name="connsiteY15" fmla="*/ 616204 h 616204"/>
              <a:gd name="connsiteX16" fmla="*/ 3936429 w 4200588"/>
              <a:gd name="connsiteY16" fmla="*/ 616204 h 616204"/>
              <a:gd name="connsiteX17" fmla="*/ 4033647 w 4200588"/>
              <a:gd name="connsiteY17" fmla="*/ 518986 h 616204"/>
              <a:gd name="connsiteX18" fmla="*/ 4033647 w 4200588"/>
              <a:gd name="connsiteY18" fmla="*/ 518986 h 616204"/>
              <a:gd name="connsiteX19" fmla="*/ 4059555 w 4200588"/>
              <a:gd name="connsiteY19" fmla="*/ 432626 h 616204"/>
              <a:gd name="connsiteX20" fmla="*/ 4193985 w 4200588"/>
              <a:gd name="connsiteY20" fmla="*/ 318516 h 616204"/>
              <a:gd name="connsiteX21" fmla="*/ 4195001 w 4200588"/>
              <a:gd name="connsiteY21" fmla="*/ 317818 h 616204"/>
              <a:gd name="connsiteX22" fmla="*/ 4196144 w 4200588"/>
              <a:gd name="connsiteY22" fmla="*/ 317056 h 616204"/>
              <a:gd name="connsiteX23" fmla="*/ 4199636 w 4200588"/>
              <a:gd name="connsiteY23" fmla="*/ 312801 h 616204"/>
              <a:gd name="connsiteX24" fmla="*/ 4199763 w 4200588"/>
              <a:gd name="connsiteY24" fmla="*/ 312674 h 616204"/>
              <a:gd name="connsiteX25" fmla="*/ 4199763 w 4200588"/>
              <a:gd name="connsiteY25" fmla="*/ 312674 h 616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200588" h="616204">
                <a:moveTo>
                  <a:pt x="4199763" y="312357"/>
                </a:moveTo>
                <a:cubicBezTo>
                  <a:pt x="4200271" y="311023"/>
                  <a:pt x="4200589" y="309626"/>
                  <a:pt x="4200589" y="308166"/>
                </a:cubicBezTo>
                <a:cubicBezTo>
                  <a:pt x="4200589" y="306705"/>
                  <a:pt x="4200271" y="305308"/>
                  <a:pt x="4199700" y="303975"/>
                </a:cubicBezTo>
                <a:cubicBezTo>
                  <a:pt x="4199700" y="303975"/>
                  <a:pt x="4199700" y="303975"/>
                  <a:pt x="4199700" y="303975"/>
                </a:cubicBezTo>
                <a:cubicBezTo>
                  <a:pt x="4199573" y="303657"/>
                  <a:pt x="4199319" y="303467"/>
                  <a:pt x="4199128" y="303149"/>
                </a:cubicBezTo>
                <a:cubicBezTo>
                  <a:pt x="4198620" y="302197"/>
                  <a:pt x="4198112" y="301308"/>
                  <a:pt x="4197287" y="300546"/>
                </a:cubicBezTo>
                <a:cubicBezTo>
                  <a:pt x="4196652" y="299911"/>
                  <a:pt x="4195890" y="299593"/>
                  <a:pt x="4195191" y="299149"/>
                </a:cubicBezTo>
                <a:cubicBezTo>
                  <a:pt x="4194747" y="298895"/>
                  <a:pt x="4194366" y="298450"/>
                  <a:pt x="4193858" y="298260"/>
                </a:cubicBezTo>
                <a:cubicBezTo>
                  <a:pt x="4143375" y="277495"/>
                  <a:pt x="4092956" y="233553"/>
                  <a:pt x="4059555" y="183960"/>
                </a:cubicBezTo>
                <a:cubicBezTo>
                  <a:pt x="4042410" y="158496"/>
                  <a:pt x="4033711" y="128334"/>
                  <a:pt x="4033711" y="97663"/>
                </a:cubicBezTo>
                <a:lnTo>
                  <a:pt x="4033711" y="97218"/>
                </a:lnTo>
                <a:cubicBezTo>
                  <a:pt x="4033711" y="43498"/>
                  <a:pt x="3990150" y="0"/>
                  <a:pt x="3936492" y="0"/>
                </a:cubicBezTo>
                <a:lnTo>
                  <a:pt x="105093" y="0"/>
                </a:lnTo>
                <a:cubicBezTo>
                  <a:pt x="47054" y="0"/>
                  <a:pt x="0" y="47054"/>
                  <a:pt x="0" y="105093"/>
                </a:cubicBezTo>
                <a:lnTo>
                  <a:pt x="0" y="511112"/>
                </a:lnTo>
                <a:cubicBezTo>
                  <a:pt x="0" y="569151"/>
                  <a:pt x="47054" y="616204"/>
                  <a:pt x="105093" y="616204"/>
                </a:cubicBezTo>
                <a:lnTo>
                  <a:pt x="3936429" y="616204"/>
                </a:lnTo>
                <a:cubicBezTo>
                  <a:pt x="3990150" y="616204"/>
                  <a:pt x="4033647" y="572643"/>
                  <a:pt x="4033647" y="518986"/>
                </a:cubicBezTo>
                <a:lnTo>
                  <a:pt x="4033647" y="518986"/>
                </a:lnTo>
                <a:cubicBezTo>
                  <a:pt x="4033647" y="488252"/>
                  <a:pt x="4042283" y="457962"/>
                  <a:pt x="4059555" y="432626"/>
                </a:cubicBezTo>
                <a:cubicBezTo>
                  <a:pt x="4092448" y="384302"/>
                  <a:pt x="4142740" y="340551"/>
                  <a:pt x="4193985" y="318516"/>
                </a:cubicBezTo>
                <a:cubicBezTo>
                  <a:pt x="4194366" y="318326"/>
                  <a:pt x="4194620" y="318008"/>
                  <a:pt x="4195001" y="317818"/>
                </a:cubicBezTo>
                <a:cubicBezTo>
                  <a:pt x="4195445" y="317564"/>
                  <a:pt x="4195763" y="317310"/>
                  <a:pt x="4196144" y="317056"/>
                </a:cubicBezTo>
                <a:cubicBezTo>
                  <a:pt x="4197668" y="315913"/>
                  <a:pt x="4198938" y="314516"/>
                  <a:pt x="4199636" y="312801"/>
                </a:cubicBezTo>
                <a:cubicBezTo>
                  <a:pt x="4199636" y="312801"/>
                  <a:pt x="4199700" y="312738"/>
                  <a:pt x="4199763" y="312674"/>
                </a:cubicBezTo>
                <a:cubicBezTo>
                  <a:pt x="4199763" y="312674"/>
                  <a:pt x="4199763" y="312674"/>
                  <a:pt x="4199763" y="312674"/>
                </a:cubicBezTo>
                <a:close/>
              </a:path>
            </a:pathLst>
          </a:custGeom>
          <a:solidFill>
            <a:srgbClr val="93AA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2A60C36-B4A8-1DF4-D28C-506DFFBF9618}"/>
              </a:ext>
            </a:extLst>
          </p:cNvPr>
          <p:cNvSpPr txBox="1"/>
          <p:nvPr/>
        </p:nvSpPr>
        <p:spPr>
          <a:xfrm>
            <a:off x="899468" y="4141782"/>
            <a:ext cx="3899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32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32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</a:t>
            </a:r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FDBBD736-FAD6-38AA-905D-5C1250B9083A}"/>
              </a:ext>
            </a:extLst>
          </p:cNvPr>
          <p:cNvSpPr/>
          <p:nvPr/>
        </p:nvSpPr>
        <p:spPr>
          <a:xfrm>
            <a:off x="1724280" y="1437521"/>
            <a:ext cx="2060038" cy="2348926"/>
          </a:xfrm>
          <a:custGeom>
            <a:avLst/>
            <a:gdLst>
              <a:gd name="connsiteX0" fmla="*/ 1482914 w 2060038"/>
              <a:gd name="connsiteY0" fmla="*/ 1955163 h 2348926"/>
              <a:gd name="connsiteX1" fmla="*/ 1721039 w 2060038"/>
              <a:gd name="connsiteY1" fmla="*/ 1794508 h 2348926"/>
              <a:gd name="connsiteX2" fmla="*/ 1794508 w 2060038"/>
              <a:gd name="connsiteY2" fmla="*/ 339025 h 2348926"/>
              <a:gd name="connsiteX3" fmla="*/ 339025 w 2060038"/>
              <a:gd name="connsiteY3" fmla="*/ 265555 h 2348926"/>
              <a:gd name="connsiteX4" fmla="*/ 265555 w 2060038"/>
              <a:gd name="connsiteY4" fmla="*/ 1721039 h 2348926"/>
              <a:gd name="connsiteX5" fmla="*/ 547051 w 2060038"/>
              <a:gd name="connsiteY5" fmla="*/ 1940241 h 2348926"/>
              <a:gd name="connsiteX6" fmla="*/ 567942 w 2060038"/>
              <a:gd name="connsiteY6" fmla="*/ 1950464 h 2348926"/>
              <a:gd name="connsiteX7" fmla="*/ 944815 w 2060038"/>
              <a:gd name="connsiteY7" fmla="*/ 2303842 h 2348926"/>
              <a:gd name="connsiteX8" fmla="*/ 946656 w 2060038"/>
              <a:gd name="connsiteY8" fmla="*/ 2307588 h 2348926"/>
              <a:gd name="connsiteX9" fmla="*/ 948942 w 2060038"/>
              <a:gd name="connsiteY9" fmla="*/ 2312097 h 2348926"/>
              <a:gd name="connsiteX10" fmla="*/ 956943 w 2060038"/>
              <a:gd name="connsiteY10" fmla="*/ 2323908 h 2348926"/>
              <a:gd name="connsiteX11" fmla="*/ 958340 w 2060038"/>
              <a:gd name="connsiteY11" fmla="*/ 2325940 h 2348926"/>
              <a:gd name="connsiteX12" fmla="*/ 959039 w 2060038"/>
              <a:gd name="connsiteY12" fmla="*/ 2326575 h 2348926"/>
              <a:gd name="connsiteX13" fmla="*/ 968373 w 2060038"/>
              <a:gd name="connsiteY13" fmla="*/ 2334830 h 2348926"/>
              <a:gd name="connsiteX14" fmla="*/ 972183 w 2060038"/>
              <a:gd name="connsiteY14" fmla="*/ 2337433 h 2348926"/>
              <a:gd name="connsiteX15" fmla="*/ 982915 w 2060038"/>
              <a:gd name="connsiteY15" fmla="*/ 2343275 h 2348926"/>
              <a:gd name="connsiteX16" fmla="*/ 984185 w 2060038"/>
              <a:gd name="connsiteY16" fmla="*/ 2343974 h 2348926"/>
              <a:gd name="connsiteX17" fmla="*/ 989836 w 2060038"/>
              <a:gd name="connsiteY17" fmla="*/ 2345625 h 2348926"/>
              <a:gd name="connsiteX18" fmla="*/ 995932 w 2060038"/>
              <a:gd name="connsiteY18" fmla="*/ 2347403 h 2348926"/>
              <a:gd name="connsiteX19" fmla="*/ 1003552 w 2060038"/>
              <a:gd name="connsiteY19" fmla="*/ 2348419 h 2348926"/>
              <a:gd name="connsiteX20" fmla="*/ 1009648 w 2060038"/>
              <a:gd name="connsiteY20" fmla="*/ 2348927 h 2348926"/>
              <a:gd name="connsiteX21" fmla="*/ 1017141 w 2060038"/>
              <a:gd name="connsiteY21" fmla="*/ 2348482 h 2348926"/>
              <a:gd name="connsiteX22" fmla="*/ 1023364 w 2060038"/>
              <a:gd name="connsiteY22" fmla="*/ 2347784 h 2348926"/>
              <a:gd name="connsiteX23" fmla="*/ 1030921 w 2060038"/>
              <a:gd name="connsiteY23" fmla="*/ 2345752 h 2348926"/>
              <a:gd name="connsiteX24" fmla="*/ 1035620 w 2060038"/>
              <a:gd name="connsiteY24" fmla="*/ 2344482 h 2348926"/>
              <a:gd name="connsiteX25" fmla="*/ 1036763 w 2060038"/>
              <a:gd name="connsiteY25" fmla="*/ 2343910 h 2348926"/>
              <a:gd name="connsiteX26" fmla="*/ 1043621 w 2060038"/>
              <a:gd name="connsiteY26" fmla="*/ 2340418 h 2348926"/>
              <a:gd name="connsiteX27" fmla="*/ 1049082 w 2060038"/>
              <a:gd name="connsiteY27" fmla="*/ 2337433 h 2348926"/>
              <a:gd name="connsiteX28" fmla="*/ 1054416 w 2060038"/>
              <a:gd name="connsiteY28" fmla="*/ 2333242 h 2348926"/>
              <a:gd name="connsiteX29" fmla="*/ 1059750 w 2060038"/>
              <a:gd name="connsiteY29" fmla="*/ 2328861 h 2348926"/>
              <a:gd name="connsiteX30" fmla="*/ 1063814 w 2060038"/>
              <a:gd name="connsiteY30" fmla="*/ 2324098 h 2348926"/>
              <a:gd name="connsiteX31" fmla="*/ 1068513 w 2060038"/>
              <a:gd name="connsiteY31" fmla="*/ 2318320 h 2348926"/>
              <a:gd name="connsiteX32" fmla="*/ 1071370 w 2060038"/>
              <a:gd name="connsiteY32" fmla="*/ 2313303 h 2348926"/>
              <a:gd name="connsiteX33" fmla="*/ 1075180 w 2060038"/>
              <a:gd name="connsiteY33" fmla="*/ 2306064 h 2348926"/>
              <a:gd name="connsiteX34" fmla="*/ 1075752 w 2060038"/>
              <a:gd name="connsiteY34" fmla="*/ 2304985 h 2348926"/>
              <a:gd name="connsiteX35" fmla="*/ 1460435 w 2060038"/>
              <a:gd name="connsiteY35" fmla="*/ 1964942 h 2348926"/>
              <a:gd name="connsiteX36" fmla="*/ 1482914 w 2060038"/>
              <a:gd name="connsiteY36" fmla="*/ 1955163 h 234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060038" h="2348926">
                <a:moveTo>
                  <a:pt x="1482914" y="1955163"/>
                </a:moveTo>
                <a:cubicBezTo>
                  <a:pt x="1568956" y="1912999"/>
                  <a:pt x="1649030" y="1859532"/>
                  <a:pt x="1721039" y="1794508"/>
                </a:cubicBezTo>
                <a:cubicBezTo>
                  <a:pt x="2142552" y="1413508"/>
                  <a:pt x="2175508" y="760601"/>
                  <a:pt x="1794508" y="339025"/>
                </a:cubicBezTo>
                <a:cubicBezTo>
                  <a:pt x="1413508" y="-82488"/>
                  <a:pt x="760538" y="-115508"/>
                  <a:pt x="339025" y="265555"/>
                </a:cubicBezTo>
                <a:cubicBezTo>
                  <a:pt x="-82488" y="646555"/>
                  <a:pt x="-115508" y="1299526"/>
                  <a:pt x="265555" y="1721039"/>
                </a:cubicBezTo>
                <a:cubicBezTo>
                  <a:pt x="346899" y="1811018"/>
                  <a:pt x="441450" y="1884297"/>
                  <a:pt x="547051" y="1940241"/>
                </a:cubicBezTo>
                <a:cubicBezTo>
                  <a:pt x="554417" y="1943416"/>
                  <a:pt x="560957" y="1947670"/>
                  <a:pt x="567942" y="1950464"/>
                </a:cubicBezTo>
                <a:cubicBezTo>
                  <a:pt x="748854" y="2023108"/>
                  <a:pt x="888173" y="2155887"/>
                  <a:pt x="944815" y="2303842"/>
                </a:cubicBezTo>
                <a:cubicBezTo>
                  <a:pt x="945323" y="2305175"/>
                  <a:pt x="946085" y="2306255"/>
                  <a:pt x="946656" y="2307588"/>
                </a:cubicBezTo>
                <a:cubicBezTo>
                  <a:pt x="947355" y="2309112"/>
                  <a:pt x="948117" y="2310573"/>
                  <a:pt x="948942" y="2312097"/>
                </a:cubicBezTo>
                <a:cubicBezTo>
                  <a:pt x="951228" y="2316351"/>
                  <a:pt x="953895" y="2320288"/>
                  <a:pt x="956943" y="2323908"/>
                </a:cubicBezTo>
                <a:cubicBezTo>
                  <a:pt x="957451" y="2324543"/>
                  <a:pt x="957769" y="2325305"/>
                  <a:pt x="958340" y="2325940"/>
                </a:cubicBezTo>
                <a:cubicBezTo>
                  <a:pt x="958531" y="2326194"/>
                  <a:pt x="958848" y="2326321"/>
                  <a:pt x="959039" y="2326575"/>
                </a:cubicBezTo>
                <a:cubicBezTo>
                  <a:pt x="961896" y="2329623"/>
                  <a:pt x="965071" y="2332353"/>
                  <a:pt x="968373" y="2334830"/>
                </a:cubicBezTo>
                <a:cubicBezTo>
                  <a:pt x="969580" y="2335782"/>
                  <a:pt x="970850" y="2336608"/>
                  <a:pt x="972183" y="2337433"/>
                </a:cubicBezTo>
                <a:cubicBezTo>
                  <a:pt x="975612" y="2339656"/>
                  <a:pt x="979168" y="2341688"/>
                  <a:pt x="982915" y="2343275"/>
                </a:cubicBezTo>
                <a:cubicBezTo>
                  <a:pt x="983359" y="2343466"/>
                  <a:pt x="983740" y="2343783"/>
                  <a:pt x="984185" y="2343974"/>
                </a:cubicBezTo>
                <a:cubicBezTo>
                  <a:pt x="986026" y="2344736"/>
                  <a:pt x="987995" y="2345053"/>
                  <a:pt x="989836" y="2345625"/>
                </a:cubicBezTo>
                <a:cubicBezTo>
                  <a:pt x="991868" y="2346260"/>
                  <a:pt x="993837" y="2346958"/>
                  <a:pt x="995932" y="2347403"/>
                </a:cubicBezTo>
                <a:cubicBezTo>
                  <a:pt x="998472" y="2347911"/>
                  <a:pt x="1001012" y="2348165"/>
                  <a:pt x="1003552" y="2348419"/>
                </a:cubicBezTo>
                <a:cubicBezTo>
                  <a:pt x="1005584" y="2348609"/>
                  <a:pt x="1007616" y="2348927"/>
                  <a:pt x="1009648" y="2348927"/>
                </a:cubicBezTo>
                <a:cubicBezTo>
                  <a:pt x="1012188" y="2348927"/>
                  <a:pt x="1014665" y="2348673"/>
                  <a:pt x="1017141" y="2348482"/>
                </a:cubicBezTo>
                <a:cubicBezTo>
                  <a:pt x="1019237" y="2348292"/>
                  <a:pt x="1021332" y="2348165"/>
                  <a:pt x="1023364" y="2347784"/>
                </a:cubicBezTo>
                <a:cubicBezTo>
                  <a:pt x="1025904" y="2347276"/>
                  <a:pt x="1028381" y="2346514"/>
                  <a:pt x="1030921" y="2345752"/>
                </a:cubicBezTo>
                <a:cubicBezTo>
                  <a:pt x="1032508" y="2345244"/>
                  <a:pt x="1034032" y="2345053"/>
                  <a:pt x="1035620" y="2344482"/>
                </a:cubicBezTo>
                <a:cubicBezTo>
                  <a:pt x="1036001" y="2344355"/>
                  <a:pt x="1036382" y="2344037"/>
                  <a:pt x="1036763" y="2343910"/>
                </a:cubicBezTo>
                <a:cubicBezTo>
                  <a:pt x="1039176" y="2342958"/>
                  <a:pt x="1041398" y="2341688"/>
                  <a:pt x="1043621" y="2340418"/>
                </a:cubicBezTo>
                <a:cubicBezTo>
                  <a:pt x="1045462" y="2339402"/>
                  <a:pt x="1047367" y="2338576"/>
                  <a:pt x="1049082" y="2337433"/>
                </a:cubicBezTo>
                <a:cubicBezTo>
                  <a:pt x="1050987" y="2336227"/>
                  <a:pt x="1052638" y="2334639"/>
                  <a:pt x="1054416" y="2333242"/>
                </a:cubicBezTo>
                <a:cubicBezTo>
                  <a:pt x="1056194" y="2331782"/>
                  <a:pt x="1058099" y="2330448"/>
                  <a:pt x="1059750" y="2328861"/>
                </a:cubicBezTo>
                <a:cubicBezTo>
                  <a:pt x="1061210" y="2327400"/>
                  <a:pt x="1062480" y="2325686"/>
                  <a:pt x="1063814" y="2324098"/>
                </a:cubicBezTo>
                <a:cubicBezTo>
                  <a:pt x="1065401" y="2322193"/>
                  <a:pt x="1067116" y="2320415"/>
                  <a:pt x="1068513" y="2318320"/>
                </a:cubicBezTo>
                <a:cubicBezTo>
                  <a:pt x="1069592" y="2316732"/>
                  <a:pt x="1070418" y="2314954"/>
                  <a:pt x="1071370" y="2313303"/>
                </a:cubicBezTo>
                <a:cubicBezTo>
                  <a:pt x="1072704" y="2310954"/>
                  <a:pt x="1074101" y="2308604"/>
                  <a:pt x="1075180" y="2306064"/>
                </a:cubicBezTo>
                <a:cubicBezTo>
                  <a:pt x="1075371" y="2305683"/>
                  <a:pt x="1075625" y="2305366"/>
                  <a:pt x="1075752" y="2304985"/>
                </a:cubicBezTo>
                <a:cubicBezTo>
                  <a:pt x="1158429" y="2100007"/>
                  <a:pt x="1371344" y="1998407"/>
                  <a:pt x="1460435" y="1964942"/>
                </a:cubicBezTo>
                <a:cubicBezTo>
                  <a:pt x="1467674" y="1962212"/>
                  <a:pt x="1473071" y="1960434"/>
                  <a:pt x="1482914" y="1955163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743C387-6D20-BAAE-F944-8A2A615BF399}"/>
              </a:ext>
            </a:extLst>
          </p:cNvPr>
          <p:cNvSpPr txBox="1"/>
          <p:nvPr/>
        </p:nvSpPr>
        <p:spPr>
          <a:xfrm>
            <a:off x="8789216" y="5908714"/>
            <a:ext cx="2873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Lorem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ipsum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dolor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sit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amet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, </a:t>
            </a:r>
            <a:r>
              <a:rPr lang="es-CO" sz="2000" spc="0" baseline="0" dirty="0" err="1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consectetuer</a:t>
            </a:r>
            <a:r>
              <a:rPr lang="es-CO" sz="20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 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85F3819-929C-DD65-505E-38DD4B2092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522" y="192033"/>
            <a:ext cx="2235643" cy="95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103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áfico 4">
            <a:extLst>
              <a:ext uri="{FF2B5EF4-FFF2-40B4-BE49-F238E27FC236}">
                <a16:creationId xmlns:a16="http://schemas.microsoft.com/office/drawing/2014/main" id="{8B3A4CCA-9EF0-8973-67F8-67457AE222FE}"/>
              </a:ext>
            </a:extLst>
          </p:cNvPr>
          <p:cNvGrpSpPr/>
          <p:nvPr/>
        </p:nvGrpSpPr>
        <p:grpSpPr>
          <a:xfrm>
            <a:off x="1417447" y="3143757"/>
            <a:ext cx="461136" cy="602408"/>
            <a:chOff x="1417447" y="3143757"/>
            <a:chExt cx="461136" cy="602408"/>
          </a:xfrm>
          <a:noFill/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6036578D-5120-64EA-F3E5-3C988CC7F90A}"/>
                </a:ext>
              </a:extLst>
            </p:cNvPr>
            <p:cNvSpPr/>
            <p:nvPr/>
          </p:nvSpPr>
          <p:spPr>
            <a:xfrm>
              <a:off x="1417447" y="3143757"/>
              <a:ext cx="461136" cy="602408"/>
            </a:xfrm>
            <a:custGeom>
              <a:avLst/>
              <a:gdLst>
                <a:gd name="connsiteX0" fmla="*/ 279019 w 461136"/>
                <a:gd name="connsiteY0" fmla="*/ 0 h 602408"/>
                <a:gd name="connsiteX1" fmla="*/ 952 w 461136"/>
                <a:gd name="connsiteY1" fmla="*/ 0 h 602408"/>
                <a:gd name="connsiteX2" fmla="*/ 0 w 461136"/>
                <a:gd name="connsiteY2" fmla="*/ 953 h 602408"/>
                <a:gd name="connsiteX3" fmla="*/ 0 w 461136"/>
                <a:gd name="connsiteY3" fmla="*/ 440944 h 602408"/>
                <a:gd name="connsiteX4" fmla="*/ 150558 w 461136"/>
                <a:gd name="connsiteY4" fmla="*/ 548132 h 602408"/>
                <a:gd name="connsiteX5" fmla="*/ 150432 w 461136"/>
                <a:gd name="connsiteY5" fmla="*/ 548132 h 602408"/>
                <a:gd name="connsiteX6" fmla="*/ 150749 w 461136"/>
                <a:gd name="connsiteY6" fmla="*/ 548132 h 602408"/>
                <a:gd name="connsiteX7" fmla="*/ 155257 w 461136"/>
                <a:gd name="connsiteY7" fmla="*/ 548513 h 602408"/>
                <a:gd name="connsiteX8" fmla="*/ 160782 w 461136"/>
                <a:gd name="connsiteY8" fmla="*/ 548831 h 602408"/>
                <a:gd name="connsiteX9" fmla="*/ 176340 w 461136"/>
                <a:gd name="connsiteY9" fmla="*/ 550799 h 602408"/>
                <a:gd name="connsiteX10" fmla="*/ 182563 w 461136"/>
                <a:gd name="connsiteY10" fmla="*/ 552323 h 602408"/>
                <a:gd name="connsiteX11" fmla="*/ 182626 w 461136"/>
                <a:gd name="connsiteY11" fmla="*/ 552323 h 602408"/>
                <a:gd name="connsiteX12" fmla="*/ 229680 w 461136"/>
                <a:gd name="connsiteY12" fmla="*/ 601789 h 602408"/>
                <a:gd name="connsiteX13" fmla="*/ 231521 w 461136"/>
                <a:gd name="connsiteY13" fmla="*/ 601789 h 602408"/>
                <a:gd name="connsiteX14" fmla="*/ 277813 w 461136"/>
                <a:gd name="connsiteY14" fmla="*/ 552577 h 602408"/>
                <a:gd name="connsiteX15" fmla="*/ 279336 w 461136"/>
                <a:gd name="connsiteY15" fmla="*/ 552133 h 602408"/>
                <a:gd name="connsiteX16" fmla="*/ 300990 w 461136"/>
                <a:gd name="connsiteY16" fmla="*/ 548831 h 602408"/>
                <a:gd name="connsiteX17" fmla="*/ 306133 w 461136"/>
                <a:gd name="connsiteY17" fmla="*/ 548513 h 602408"/>
                <a:gd name="connsiteX18" fmla="*/ 461137 w 461136"/>
                <a:gd name="connsiteY18" fmla="*/ 436817 h 602408"/>
                <a:gd name="connsiteX19" fmla="*/ 461137 w 461136"/>
                <a:gd name="connsiteY19" fmla="*/ 175705 h 60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61136" h="602408">
                  <a:moveTo>
                    <a:pt x="279019" y="0"/>
                  </a:moveTo>
                  <a:lnTo>
                    <a:pt x="952" y="0"/>
                  </a:lnTo>
                  <a:cubicBezTo>
                    <a:pt x="444" y="0"/>
                    <a:pt x="0" y="445"/>
                    <a:pt x="0" y="953"/>
                  </a:cubicBezTo>
                  <a:lnTo>
                    <a:pt x="0" y="440944"/>
                  </a:lnTo>
                  <a:cubicBezTo>
                    <a:pt x="3429" y="506032"/>
                    <a:pt x="-15875" y="548132"/>
                    <a:pt x="150558" y="548132"/>
                  </a:cubicBezTo>
                  <a:lnTo>
                    <a:pt x="150432" y="548132"/>
                  </a:lnTo>
                  <a:cubicBezTo>
                    <a:pt x="150432" y="548132"/>
                    <a:pt x="150622" y="548132"/>
                    <a:pt x="150749" y="548132"/>
                  </a:cubicBezTo>
                  <a:cubicBezTo>
                    <a:pt x="152273" y="548259"/>
                    <a:pt x="153797" y="548386"/>
                    <a:pt x="155257" y="548513"/>
                  </a:cubicBezTo>
                  <a:cubicBezTo>
                    <a:pt x="157099" y="548640"/>
                    <a:pt x="158941" y="548767"/>
                    <a:pt x="160782" y="548831"/>
                  </a:cubicBezTo>
                  <a:cubicBezTo>
                    <a:pt x="165989" y="549148"/>
                    <a:pt x="171260" y="549720"/>
                    <a:pt x="176340" y="550799"/>
                  </a:cubicBezTo>
                  <a:cubicBezTo>
                    <a:pt x="178499" y="551244"/>
                    <a:pt x="180530" y="551751"/>
                    <a:pt x="182563" y="552323"/>
                  </a:cubicBezTo>
                  <a:cubicBezTo>
                    <a:pt x="182563" y="552323"/>
                    <a:pt x="182563" y="552323"/>
                    <a:pt x="182626" y="552323"/>
                  </a:cubicBezTo>
                  <a:cubicBezTo>
                    <a:pt x="213170" y="562547"/>
                    <a:pt x="226314" y="592645"/>
                    <a:pt x="229680" y="601789"/>
                  </a:cubicBezTo>
                  <a:cubicBezTo>
                    <a:pt x="229997" y="602615"/>
                    <a:pt x="231204" y="602615"/>
                    <a:pt x="231521" y="601789"/>
                  </a:cubicBezTo>
                  <a:cubicBezTo>
                    <a:pt x="234823" y="592709"/>
                    <a:pt x="247777" y="563055"/>
                    <a:pt x="277813" y="552577"/>
                  </a:cubicBezTo>
                  <a:cubicBezTo>
                    <a:pt x="278320" y="552450"/>
                    <a:pt x="278829" y="552260"/>
                    <a:pt x="279336" y="552133"/>
                  </a:cubicBezTo>
                  <a:cubicBezTo>
                    <a:pt x="286385" y="550227"/>
                    <a:pt x="293688" y="549339"/>
                    <a:pt x="300990" y="548831"/>
                  </a:cubicBezTo>
                  <a:cubicBezTo>
                    <a:pt x="302705" y="548704"/>
                    <a:pt x="304419" y="548513"/>
                    <a:pt x="306133" y="548513"/>
                  </a:cubicBezTo>
                  <a:cubicBezTo>
                    <a:pt x="461137" y="548513"/>
                    <a:pt x="460946" y="506032"/>
                    <a:pt x="461137" y="436817"/>
                  </a:cubicBezTo>
                  <a:lnTo>
                    <a:pt x="461137" y="175705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D4191FAD-1280-7681-705C-AC7542371B2A}"/>
                </a:ext>
              </a:extLst>
            </p:cNvPr>
            <p:cNvSpPr/>
            <p:nvPr/>
          </p:nvSpPr>
          <p:spPr>
            <a:xfrm>
              <a:off x="1701800" y="3144166"/>
              <a:ext cx="176402" cy="169834"/>
            </a:xfrm>
            <a:custGeom>
              <a:avLst/>
              <a:gdLst>
                <a:gd name="connsiteX0" fmla="*/ 176276 w 176402"/>
                <a:gd name="connsiteY0" fmla="*/ 169835 h 169834"/>
                <a:gd name="connsiteX1" fmla="*/ 0 w 176402"/>
                <a:gd name="connsiteY1" fmla="*/ 169835 h 169834"/>
                <a:gd name="connsiteX2" fmla="*/ 0 w 176402"/>
                <a:gd name="connsiteY2" fmla="*/ 163 h 169834"/>
                <a:gd name="connsiteX3" fmla="*/ 317 w 176402"/>
                <a:gd name="connsiteY3" fmla="*/ 36 h 169834"/>
                <a:gd name="connsiteX4" fmla="*/ 176403 w 176402"/>
                <a:gd name="connsiteY4" fmla="*/ 169580 h 169834"/>
                <a:gd name="connsiteX5" fmla="*/ 176276 w 176402"/>
                <a:gd name="connsiteY5" fmla="*/ 169835 h 16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402" h="169834">
                  <a:moveTo>
                    <a:pt x="176276" y="169835"/>
                  </a:moveTo>
                  <a:lnTo>
                    <a:pt x="0" y="169835"/>
                  </a:lnTo>
                  <a:lnTo>
                    <a:pt x="0" y="163"/>
                  </a:lnTo>
                  <a:cubicBezTo>
                    <a:pt x="0" y="163"/>
                    <a:pt x="254" y="-91"/>
                    <a:pt x="317" y="36"/>
                  </a:cubicBezTo>
                  <a:lnTo>
                    <a:pt x="176403" y="169580"/>
                  </a:lnTo>
                  <a:cubicBezTo>
                    <a:pt x="176403" y="169580"/>
                    <a:pt x="176403" y="169835"/>
                    <a:pt x="176276" y="169835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70280644-9D44-F1B0-C465-28494F61CCD4}"/>
                </a:ext>
              </a:extLst>
            </p:cNvPr>
            <p:cNvSpPr/>
            <p:nvPr/>
          </p:nvSpPr>
          <p:spPr>
            <a:xfrm>
              <a:off x="1496123" y="3528885"/>
              <a:ext cx="303720" cy="6350"/>
            </a:xfrm>
            <a:custGeom>
              <a:avLst/>
              <a:gdLst>
                <a:gd name="connsiteX0" fmla="*/ 0 w 303720"/>
                <a:gd name="connsiteY0" fmla="*/ 0 h 6350"/>
                <a:gd name="connsiteX1" fmla="*/ 303721 w 30372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720" h="6350">
                  <a:moveTo>
                    <a:pt x="0" y="0"/>
                  </a:moveTo>
                  <a:lnTo>
                    <a:pt x="30372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8784F620-0E6F-D938-349A-32565C998FAC}"/>
                </a:ext>
              </a:extLst>
            </p:cNvPr>
            <p:cNvSpPr/>
            <p:nvPr/>
          </p:nvSpPr>
          <p:spPr>
            <a:xfrm>
              <a:off x="1496123" y="3420617"/>
              <a:ext cx="303720" cy="6350"/>
            </a:xfrm>
            <a:custGeom>
              <a:avLst/>
              <a:gdLst>
                <a:gd name="connsiteX0" fmla="*/ 0 w 303720"/>
                <a:gd name="connsiteY0" fmla="*/ 0 h 6350"/>
                <a:gd name="connsiteX1" fmla="*/ 303721 w 30372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720" h="6350">
                  <a:moveTo>
                    <a:pt x="0" y="0"/>
                  </a:moveTo>
                  <a:lnTo>
                    <a:pt x="30372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10201372-E0A2-4475-78AC-9A441285F6C0}"/>
                </a:ext>
              </a:extLst>
            </p:cNvPr>
            <p:cNvSpPr/>
            <p:nvPr/>
          </p:nvSpPr>
          <p:spPr>
            <a:xfrm>
              <a:off x="1496123" y="3314001"/>
              <a:ext cx="130301" cy="6350"/>
            </a:xfrm>
            <a:custGeom>
              <a:avLst/>
              <a:gdLst>
                <a:gd name="connsiteX0" fmla="*/ 0 w 130301"/>
                <a:gd name="connsiteY0" fmla="*/ 0 h 6350"/>
                <a:gd name="connsiteX1" fmla="*/ 130302 w 130301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301" h="6350">
                  <a:moveTo>
                    <a:pt x="0" y="0"/>
                  </a:moveTo>
                  <a:lnTo>
                    <a:pt x="130302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8" name="Gráfico 4">
            <a:extLst>
              <a:ext uri="{FF2B5EF4-FFF2-40B4-BE49-F238E27FC236}">
                <a16:creationId xmlns:a16="http://schemas.microsoft.com/office/drawing/2014/main" id="{C73ACF5C-D49A-97B6-5B3E-0A8B3B8D1065}"/>
              </a:ext>
            </a:extLst>
          </p:cNvPr>
          <p:cNvGrpSpPr/>
          <p:nvPr/>
        </p:nvGrpSpPr>
        <p:grpSpPr>
          <a:xfrm>
            <a:off x="4166742" y="3150171"/>
            <a:ext cx="1033907" cy="533685"/>
            <a:chOff x="4166742" y="3150171"/>
            <a:chExt cx="1033907" cy="533685"/>
          </a:xfrm>
          <a:noFill/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3AAB5F7C-D174-F7EA-237F-203B8D05C2FE}"/>
                </a:ext>
              </a:extLst>
            </p:cNvPr>
            <p:cNvSpPr/>
            <p:nvPr/>
          </p:nvSpPr>
          <p:spPr>
            <a:xfrm>
              <a:off x="4166742" y="3279521"/>
              <a:ext cx="643128" cy="404335"/>
            </a:xfrm>
            <a:custGeom>
              <a:avLst/>
              <a:gdLst>
                <a:gd name="connsiteX0" fmla="*/ 390716 w 643128"/>
                <a:gd name="connsiteY0" fmla="*/ 0 h 404335"/>
                <a:gd name="connsiteX1" fmla="*/ 25845 w 643128"/>
                <a:gd name="connsiteY1" fmla="*/ 0 h 404335"/>
                <a:gd name="connsiteX2" fmla="*/ 0 w 643128"/>
                <a:gd name="connsiteY2" fmla="*/ 25845 h 404335"/>
                <a:gd name="connsiteX3" fmla="*/ 0 w 643128"/>
                <a:gd name="connsiteY3" fmla="*/ 337185 h 404335"/>
                <a:gd name="connsiteX4" fmla="*/ 25908 w 643128"/>
                <a:gd name="connsiteY4" fmla="*/ 363093 h 404335"/>
                <a:gd name="connsiteX5" fmla="*/ 82741 w 643128"/>
                <a:gd name="connsiteY5" fmla="*/ 363093 h 404335"/>
                <a:gd name="connsiteX6" fmla="*/ 86042 w 643128"/>
                <a:gd name="connsiteY6" fmla="*/ 363347 h 404335"/>
                <a:gd name="connsiteX7" fmla="*/ 90107 w 643128"/>
                <a:gd name="connsiteY7" fmla="*/ 363601 h 404335"/>
                <a:gd name="connsiteX8" fmla="*/ 101473 w 643128"/>
                <a:gd name="connsiteY8" fmla="*/ 365061 h 404335"/>
                <a:gd name="connsiteX9" fmla="*/ 106045 w 643128"/>
                <a:gd name="connsiteY9" fmla="*/ 366204 h 404335"/>
                <a:gd name="connsiteX10" fmla="*/ 106045 w 643128"/>
                <a:gd name="connsiteY10" fmla="*/ 366204 h 404335"/>
                <a:gd name="connsiteX11" fmla="*/ 140526 w 643128"/>
                <a:gd name="connsiteY11" fmla="*/ 403860 h 404335"/>
                <a:gd name="connsiteX12" fmla="*/ 141859 w 643128"/>
                <a:gd name="connsiteY12" fmla="*/ 403860 h 404335"/>
                <a:gd name="connsiteX13" fmla="*/ 175832 w 643128"/>
                <a:gd name="connsiteY13" fmla="*/ 366395 h 404335"/>
                <a:gd name="connsiteX14" fmla="*/ 176911 w 643128"/>
                <a:gd name="connsiteY14" fmla="*/ 366077 h 404335"/>
                <a:gd name="connsiteX15" fmla="*/ 192786 w 643128"/>
                <a:gd name="connsiteY15" fmla="*/ 363283 h 404335"/>
                <a:gd name="connsiteX16" fmla="*/ 196596 w 643128"/>
                <a:gd name="connsiteY16" fmla="*/ 363029 h 404335"/>
                <a:gd name="connsiteX17" fmla="*/ 618046 w 643128"/>
                <a:gd name="connsiteY17" fmla="*/ 363029 h 404335"/>
                <a:gd name="connsiteX18" fmla="*/ 643128 w 643128"/>
                <a:gd name="connsiteY18" fmla="*/ 337947 h 404335"/>
                <a:gd name="connsiteX19" fmla="*/ 643128 w 643128"/>
                <a:gd name="connsiteY19" fmla="*/ 237426 h 40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3128" h="404335">
                  <a:moveTo>
                    <a:pt x="390716" y="0"/>
                  </a:moveTo>
                  <a:lnTo>
                    <a:pt x="25845" y="0"/>
                  </a:lnTo>
                  <a:cubicBezTo>
                    <a:pt x="11557" y="0"/>
                    <a:pt x="0" y="11557"/>
                    <a:pt x="0" y="25845"/>
                  </a:cubicBezTo>
                  <a:lnTo>
                    <a:pt x="0" y="337185"/>
                  </a:lnTo>
                  <a:cubicBezTo>
                    <a:pt x="0" y="351536"/>
                    <a:pt x="11621" y="363093"/>
                    <a:pt x="25908" y="363093"/>
                  </a:cubicBezTo>
                  <a:lnTo>
                    <a:pt x="82741" y="363093"/>
                  </a:lnTo>
                  <a:cubicBezTo>
                    <a:pt x="83820" y="363220"/>
                    <a:pt x="84963" y="363283"/>
                    <a:pt x="86042" y="363347"/>
                  </a:cubicBezTo>
                  <a:cubicBezTo>
                    <a:pt x="87376" y="363410"/>
                    <a:pt x="88710" y="363538"/>
                    <a:pt x="90107" y="363601"/>
                  </a:cubicBezTo>
                  <a:cubicBezTo>
                    <a:pt x="93916" y="363855"/>
                    <a:pt x="97727" y="364236"/>
                    <a:pt x="101473" y="365061"/>
                  </a:cubicBezTo>
                  <a:cubicBezTo>
                    <a:pt x="103060" y="365379"/>
                    <a:pt x="104585" y="365823"/>
                    <a:pt x="106045" y="366204"/>
                  </a:cubicBezTo>
                  <a:cubicBezTo>
                    <a:pt x="106045" y="366204"/>
                    <a:pt x="106045" y="366204"/>
                    <a:pt x="106045" y="366204"/>
                  </a:cubicBezTo>
                  <a:cubicBezTo>
                    <a:pt x="128460" y="374015"/>
                    <a:pt x="138049" y="396875"/>
                    <a:pt x="140526" y="403860"/>
                  </a:cubicBezTo>
                  <a:cubicBezTo>
                    <a:pt x="140779" y="404495"/>
                    <a:pt x="141605" y="404495"/>
                    <a:pt x="141859" y="403860"/>
                  </a:cubicBezTo>
                  <a:cubicBezTo>
                    <a:pt x="144272" y="397002"/>
                    <a:pt x="153797" y="374332"/>
                    <a:pt x="175832" y="366395"/>
                  </a:cubicBezTo>
                  <a:cubicBezTo>
                    <a:pt x="176213" y="366268"/>
                    <a:pt x="176530" y="366141"/>
                    <a:pt x="176911" y="366077"/>
                  </a:cubicBezTo>
                  <a:cubicBezTo>
                    <a:pt x="182054" y="364680"/>
                    <a:pt x="187389" y="363664"/>
                    <a:pt x="192786" y="363283"/>
                  </a:cubicBezTo>
                  <a:cubicBezTo>
                    <a:pt x="194056" y="363220"/>
                    <a:pt x="195326" y="363093"/>
                    <a:pt x="196596" y="363029"/>
                  </a:cubicBezTo>
                  <a:lnTo>
                    <a:pt x="618046" y="363029"/>
                  </a:lnTo>
                  <a:cubicBezTo>
                    <a:pt x="631889" y="363029"/>
                    <a:pt x="643128" y="351790"/>
                    <a:pt x="643128" y="337947"/>
                  </a:cubicBezTo>
                  <a:lnTo>
                    <a:pt x="643128" y="237426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5ED03C5A-B931-76A9-D5ED-2FC70C921153}"/>
                </a:ext>
              </a:extLst>
            </p:cNvPr>
            <p:cNvSpPr/>
            <p:nvPr/>
          </p:nvSpPr>
          <p:spPr>
            <a:xfrm>
              <a:off x="4557521" y="3150171"/>
              <a:ext cx="643128" cy="404463"/>
            </a:xfrm>
            <a:custGeom>
              <a:avLst/>
              <a:gdLst>
                <a:gd name="connsiteX0" fmla="*/ 643128 w 643128"/>
                <a:gd name="connsiteY0" fmla="*/ 25971 h 404463"/>
                <a:gd name="connsiteX1" fmla="*/ 643128 w 643128"/>
                <a:gd name="connsiteY1" fmla="*/ 337312 h 404463"/>
                <a:gd name="connsiteX2" fmla="*/ 617220 w 643128"/>
                <a:gd name="connsiteY2" fmla="*/ 363220 h 404463"/>
                <a:gd name="connsiteX3" fmla="*/ 560388 w 643128"/>
                <a:gd name="connsiteY3" fmla="*/ 363220 h 404463"/>
                <a:gd name="connsiteX4" fmla="*/ 557086 w 643128"/>
                <a:gd name="connsiteY4" fmla="*/ 363474 h 404463"/>
                <a:gd name="connsiteX5" fmla="*/ 553022 w 643128"/>
                <a:gd name="connsiteY5" fmla="*/ 363728 h 404463"/>
                <a:gd name="connsiteX6" fmla="*/ 541655 w 643128"/>
                <a:gd name="connsiteY6" fmla="*/ 365188 h 404463"/>
                <a:gd name="connsiteX7" fmla="*/ 537083 w 643128"/>
                <a:gd name="connsiteY7" fmla="*/ 366332 h 404463"/>
                <a:gd name="connsiteX8" fmla="*/ 537083 w 643128"/>
                <a:gd name="connsiteY8" fmla="*/ 366332 h 404463"/>
                <a:gd name="connsiteX9" fmla="*/ 502603 w 643128"/>
                <a:gd name="connsiteY9" fmla="*/ 403987 h 404463"/>
                <a:gd name="connsiteX10" fmla="*/ 501269 w 643128"/>
                <a:gd name="connsiteY10" fmla="*/ 403987 h 404463"/>
                <a:gd name="connsiteX11" fmla="*/ 467297 w 643128"/>
                <a:gd name="connsiteY11" fmla="*/ 366522 h 404463"/>
                <a:gd name="connsiteX12" fmla="*/ 466217 w 643128"/>
                <a:gd name="connsiteY12" fmla="*/ 366205 h 404463"/>
                <a:gd name="connsiteX13" fmla="*/ 450342 w 643128"/>
                <a:gd name="connsiteY13" fmla="*/ 363411 h 404463"/>
                <a:gd name="connsiteX14" fmla="*/ 446532 w 643128"/>
                <a:gd name="connsiteY14" fmla="*/ 363157 h 404463"/>
                <a:gd name="connsiteX15" fmla="*/ 25083 w 643128"/>
                <a:gd name="connsiteY15" fmla="*/ 363157 h 404463"/>
                <a:gd name="connsiteX16" fmla="*/ 0 w 643128"/>
                <a:gd name="connsiteY16" fmla="*/ 338074 h 404463"/>
                <a:gd name="connsiteX17" fmla="*/ 0 w 643128"/>
                <a:gd name="connsiteY17" fmla="*/ 25464 h 404463"/>
                <a:gd name="connsiteX18" fmla="*/ 25464 w 643128"/>
                <a:gd name="connsiteY18" fmla="*/ 0 h 404463"/>
                <a:gd name="connsiteX19" fmla="*/ 617284 w 643128"/>
                <a:gd name="connsiteY19" fmla="*/ 0 h 404463"/>
                <a:gd name="connsiteX20" fmla="*/ 643128 w 643128"/>
                <a:gd name="connsiteY20" fmla="*/ 25845 h 40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3128" h="404463">
                  <a:moveTo>
                    <a:pt x="643128" y="25971"/>
                  </a:moveTo>
                  <a:lnTo>
                    <a:pt x="643128" y="337312"/>
                  </a:lnTo>
                  <a:cubicBezTo>
                    <a:pt x="643128" y="351663"/>
                    <a:pt x="631508" y="363220"/>
                    <a:pt x="617220" y="363220"/>
                  </a:cubicBezTo>
                  <a:lnTo>
                    <a:pt x="560388" y="363220"/>
                  </a:lnTo>
                  <a:cubicBezTo>
                    <a:pt x="559308" y="363347"/>
                    <a:pt x="558165" y="363411"/>
                    <a:pt x="557086" y="363474"/>
                  </a:cubicBezTo>
                  <a:cubicBezTo>
                    <a:pt x="555752" y="363538"/>
                    <a:pt x="554419" y="363664"/>
                    <a:pt x="553022" y="363728"/>
                  </a:cubicBezTo>
                  <a:cubicBezTo>
                    <a:pt x="549212" y="363982"/>
                    <a:pt x="545402" y="364363"/>
                    <a:pt x="541655" y="365188"/>
                  </a:cubicBezTo>
                  <a:cubicBezTo>
                    <a:pt x="540068" y="365506"/>
                    <a:pt x="538544" y="365950"/>
                    <a:pt x="537083" y="366332"/>
                  </a:cubicBezTo>
                  <a:cubicBezTo>
                    <a:pt x="537083" y="366332"/>
                    <a:pt x="537083" y="366332"/>
                    <a:pt x="537083" y="366332"/>
                  </a:cubicBezTo>
                  <a:cubicBezTo>
                    <a:pt x="514668" y="374142"/>
                    <a:pt x="505079" y="397002"/>
                    <a:pt x="502603" y="403987"/>
                  </a:cubicBezTo>
                  <a:cubicBezTo>
                    <a:pt x="502349" y="404622"/>
                    <a:pt x="501523" y="404622"/>
                    <a:pt x="501269" y="403987"/>
                  </a:cubicBezTo>
                  <a:cubicBezTo>
                    <a:pt x="498856" y="397129"/>
                    <a:pt x="489331" y="374460"/>
                    <a:pt x="467297" y="366522"/>
                  </a:cubicBezTo>
                  <a:cubicBezTo>
                    <a:pt x="466916" y="366395"/>
                    <a:pt x="466598" y="366268"/>
                    <a:pt x="466217" y="366205"/>
                  </a:cubicBezTo>
                  <a:cubicBezTo>
                    <a:pt x="461074" y="364807"/>
                    <a:pt x="455740" y="363792"/>
                    <a:pt x="450342" y="363411"/>
                  </a:cubicBezTo>
                  <a:cubicBezTo>
                    <a:pt x="449072" y="363347"/>
                    <a:pt x="447802" y="363220"/>
                    <a:pt x="446532" y="363157"/>
                  </a:cubicBezTo>
                  <a:lnTo>
                    <a:pt x="25083" y="363157"/>
                  </a:lnTo>
                  <a:cubicBezTo>
                    <a:pt x="11240" y="363157"/>
                    <a:pt x="0" y="351917"/>
                    <a:pt x="0" y="338074"/>
                  </a:cubicBezTo>
                  <a:lnTo>
                    <a:pt x="0" y="25464"/>
                  </a:lnTo>
                  <a:cubicBezTo>
                    <a:pt x="0" y="11367"/>
                    <a:pt x="11430" y="0"/>
                    <a:pt x="25464" y="0"/>
                  </a:cubicBezTo>
                  <a:lnTo>
                    <a:pt x="617284" y="0"/>
                  </a:lnTo>
                  <a:cubicBezTo>
                    <a:pt x="631571" y="0"/>
                    <a:pt x="643128" y="11557"/>
                    <a:pt x="643128" y="25845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29C8BA2D-39DD-7C42-7C41-CEAF61EDCF7E}"/>
                </a:ext>
              </a:extLst>
            </p:cNvPr>
            <p:cNvSpPr/>
            <p:nvPr/>
          </p:nvSpPr>
          <p:spPr>
            <a:xfrm>
              <a:off x="4660646" y="3291776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36E74E0B-8BE2-EB57-231A-8B3893538DF8}"/>
                </a:ext>
              </a:extLst>
            </p:cNvPr>
            <p:cNvSpPr/>
            <p:nvPr/>
          </p:nvSpPr>
          <p:spPr>
            <a:xfrm>
              <a:off x="4247007" y="3425571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94DC4689-D164-0500-20FC-B3BF25766268}"/>
                </a:ext>
              </a:extLst>
            </p:cNvPr>
            <p:cNvSpPr/>
            <p:nvPr/>
          </p:nvSpPr>
          <p:spPr>
            <a:xfrm>
              <a:off x="4247007" y="3507422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AA5A7E62-3241-CCD9-DAA3-BDB15133DC66}"/>
                </a:ext>
              </a:extLst>
            </p:cNvPr>
            <p:cNvSpPr/>
            <p:nvPr/>
          </p:nvSpPr>
          <p:spPr>
            <a:xfrm>
              <a:off x="4660646" y="3394329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" name="Gráfico 4">
            <a:extLst>
              <a:ext uri="{FF2B5EF4-FFF2-40B4-BE49-F238E27FC236}">
                <a16:creationId xmlns:a16="http://schemas.microsoft.com/office/drawing/2014/main" id="{23C961E4-3A67-2422-ADA0-DC812B21BE5E}"/>
              </a:ext>
            </a:extLst>
          </p:cNvPr>
          <p:cNvGrpSpPr/>
          <p:nvPr/>
        </p:nvGrpSpPr>
        <p:grpSpPr>
          <a:xfrm>
            <a:off x="2778696" y="3143885"/>
            <a:ext cx="789177" cy="601916"/>
            <a:chOff x="2778696" y="3143885"/>
            <a:chExt cx="789177" cy="601916"/>
          </a:xfrm>
          <a:noFill/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6FDF55D1-6057-9738-D9CE-3D9C5E9B6C7A}"/>
                </a:ext>
              </a:extLst>
            </p:cNvPr>
            <p:cNvSpPr/>
            <p:nvPr/>
          </p:nvSpPr>
          <p:spPr>
            <a:xfrm>
              <a:off x="2778696" y="3143885"/>
              <a:ext cx="789177" cy="601916"/>
            </a:xfrm>
            <a:custGeom>
              <a:avLst/>
              <a:gdLst>
                <a:gd name="connsiteX0" fmla="*/ 0 w 789177"/>
                <a:gd name="connsiteY0" fmla="*/ 63 h 601916"/>
                <a:gd name="connsiteX1" fmla="*/ 0 w 789177"/>
                <a:gd name="connsiteY1" fmla="*/ 398399 h 601916"/>
                <a:gd name="connsiteX2" fmla="*/ 189865 w 789177"/>
                <a:gd name="connsiteY2" fmla="*/ 533591 h 601916"/>
                <a:gd name="connsiteX3" fmla="*/ 189674 w 789177"/>
                <a:gd name="connsiteY3" fmla="*/ 533591 h 601916"/>
                <a:gd name="connsiteX4" fmla="*/ 190055 w 789177"/>
                <a:gd name="connsiteY4" fmla="*/ 533591 h 601916"/>
                <a:gd name="connsiteX5" fmla="*/ 195771 w 789177"/>
                <a:gd name="connsiteY5" fmla="*/ 534035 h 601916"/>
                <a:gd name="connsiteX6" fmla="*/ 202755 w 789177"/>
                <a:gd name="connsiteY6" fmla="*/ 534480 h 601916"/>
                <a:gd name="connsiteX7" fmla="*/ 326136 w 789177"/>
                <a:gd name="connsiteY7" fmla="*/ 536893 h 601916"/>
                <a:gd name="connsiteX8" fmla="*/ 334010 w 789177"/>
                <a:gd name="connsiteY8" fmla="*/ 538798 h 601916"/>
                <a:gd name="connsiteX9" fmla="*/ 334137 w 789177"/>
                <a:gd name="connsiteY9" fmla="*/ 538798 h 601916"/>
                <a:gd name="connsiteX10" fmla="*/ 393510 w 789177"/>
                <a:gd name="connsiteY10" fmla="*/ 601155 h 601916"/>
                <a:gd name="connsiteX11" fmla="*/ 395796 w 789177"/>
                <a:gd name="connsiteY11" fmla="*/ 601155 h 601916"/>
                <a:gd name="connsiteX12" fmla="*/ 454216 w 789177"/>
                <a:gd name="connsiteY12" fmla="*/ 539051 h 601916"/>
                <a:gd name="connsiteX13" fmla="*/ 456121 w 789177"/>
                <a:gd name="connsiteY13" fmla="*/ 538480 h 601916"/>
                <a:gd name="connsiteX14" fmla="*/ 483425 w 789177"/>
                <a:gd name="connsiteY14" fmla="*/ 534352 h 601916"/>
                <a:gd name="connsiteX15" fmla="*/ 593662 w 789177"/>
                <a:gd name="connsiteY15" fmla="*/ 533972 h 601916"/>
                <a:gd name="connsiteX16" fmla="*/ 789178 w 789177"/>
                <a:gd name="connsiteY16" fmla="*/ 393065 h 601916"/>
                <a:gd name="connsiteX17" fmla="*/ 789178 w 789177"/>
                <a:gd name="connsiteY17" fmla="*/ 0 h 60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9177" h="601916">
                  <a:moveTo>
                    <a:pt x="0" y="63"/>
                  </a:moveTo>
                  <a:lnTo>
                    <a:pt x="0" y="398399"/>
                  </a:lnTo>
                  <a:cubicBezTo>
                    <a:pt x="4318" y="480505"/>
                    <a:pt x="-28892" y="533591"/>
                    <a:pt x="189865" y="533591"/>
                  </a:cubicBezTo>
                  <a:lnTo>
                    <a:pt x="189674" y="533591"/>
                  </a:lnTo>
                  <a:cubicBezTo>
                    <a:pt x="189674" y="533591"/>
                    <a:pt x="189929" y="533591"/>
                    <a:pt x="190055" y="533591"/>
                  </a:cubicBezTo>
                  <a:cubicBezTo>
                    <a:pt x="191961" y="533781"/>
                    <a:pt x="193866" y="533908"/>
                    <a:pt x="195771" y="534035"/>
                  </a:cubicBezTo>
                  <a:cubicBezTo>
                    <a:pt x="198057" y="534162"/>
                    <a:pt x="200406" y="534352"/>
                    <a:pt x="202755" y="534480"/>
                  </a:cubicBezTo>
                  <a:cubicBezTo>
                    <a:pt x="209360" y="534861"/>
                    <a:pt x="319659" y="535559"/>
                    <a:pt x="326136" y="536893"/>
                  </a:cubicBezTo>
                  <a:cubicBezTo>
                    <a:pt x="328867" y="537464"/>
                    <a:pt x="331470" y="538099"/>
                    <a:pt x="334010" y="538798"/>
                  </a:cubicBezTo>
                  <a:cubicBezTo>
                    <a:pt x="334010" y="538798"/>
                    <a:pt x="334074" y="538798"/>
                    <a:pt x="334137" y="538798"/>
                  </a:cubicBezTo>
                  <a:cubicBezTo>
                    <a:pt x="372682" y="551751"/>
                    <a:pt x="389255" y="589661"/>
                    <a:pt x="393510" y="601155"/>
                  </a:cubicBezTo>
                  <a:cubicBezTo>
                    <a:pt x="393891" y="602170"/>
                    <a:pt x="395414" y="602170"/>
                    <a:pt x="395796" y="601155"/>
                  </a:cubicBezTo>
                  <a:cubicBezTo>
                    <a:pt x="399986" y="589724"/>
                    <a:pt x="416306" y="552260"/>
                    <a:pt x="454216" y="539051"/>
                  </a:cubicBezTo>
                  <a:cubicBezTo>
                    <a:pt x="454851" y="538861"/>
                    <a:pt x="455486" y="538670"/>
                    <a:pt x="456121" y="538480"/>
                  </a:cubicBezTo>
                  <a:cubicBezTo>
                    <a:pt x="465011" y="536131"/>
                    <a:pt x="474218" y="534924"/>
                    <a:pt x="483425" y="534352"/>
                  </a:cubicBezTo>
                  <a:cubicBezTo>
                    <a:pt x="485585" y="534225"/>
                    <a:pt x="591502" y="533972"/>
                    <a:pt x="593662" y="533972"/>
                  </a:cubicBezTo>
                  <a:cubicBezTo>
                    <a:pt x="789178" y="533972"/>
                    <a:pt x="788924" y="480377"/>
                    <a:pt x="789178" y="393065"/>
                  </a:cubicBezTo>
                  <a:lnTo>
                    <a:pt x="789178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341AE86C-9D20-782D-06F1-929B5E584723}"/>
                </a:ext>
              </a:extLst>
            </p:cNvPr>
            <p:cNvSpPr/>
            <p:nvPr/>
          </p:nvSpPr>
          <p:spPr>
            <a:xfrm>
              <a:off x="2778696" y="3143885"/>
              <a:ext cx="789177" cy="67563"/>
            </a:xfrm>
            <a:custGeom>
              <a:avLst/>
              <a:gdLst>
                <a:gd name="connsiteX0" fmla="*/ 0 w 789177"/>
                <a:gd name="connsiteY0" fmla="*/ 952 h 67563"/>
                <a:gd name="connsiteX1" fmla="*/ 326073 w 789177"/>
                <a:gd name="connsiteY1" fmla="*/ 2540 h 67563"/>
                <a:gd name="connsiteX2" fmla="*/ 333946 w 789177"/>
                <a:gd name="connsiteY2" fmla="*/ 4445 h 67563"/>
                <a:gd name="connsiteX3" fmla="*/ 334074 w 789177"/>
                <a:gd name="connsiteY3" fmla="*/ 4445 h 67563"/>
                <a:gd name="connsiteX4" fmla="*/ 393446 w 789177"/>
                <a:gd name="connsiteY4" fmla="*/ 66802 h 67563"/>
                <a:gd name="connsiteX5" fmla="*/ 395732 w 789177"/>
                <a:gd name="connsiteY5" fmla="*/ 66802 h 67563"/>
                <a:gd name="connsiteX6" fmla="*/ 454152 w 789177"/>
                <a:gd name="connsiteY6" fmla="*/ 4699 h 67563"/>
                <a:gd name="connsiteX7" fmla="*/ 456057 w 789177"/>
                <a:gd name="connsiteY7" fmla="*/ 4127 h 67563"/>
                <a:gd name="connsiteX8" fmla="*/ 483362 w 789177"/>
                <a:gd name="connsiteY8" fmla="*/ 0 h 67563"/>
                <a:gd name="connsiteX9" fmla="*/ 789178 w 789177"/>
                <a:gd name="connsiteY9" fmla="*/ 0 h 6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177" h="67563">
                  <a:moveTo>
                    <a:pt x="0" y="952"/>
                  </a:moveTo>
                  <a:cubicBezTo>
                    <a:pt x="29591" y="1333"/>
                    <a:pt x="322834" y="1842"/>
                    <a:pt x="326073" y="2540"/>
                  </a:cubicBezTo>
                  <a:cubicBezTo>
                    <a:pt x="328803" y="3111"/>
                    <a:pt x="331407" y="3746"/>
                    <a:pt x="333946" y="4445"/>
                  </a:cubicBezTo>
                  <a:cubicBezTo>
                    <a:pt x="333946" y="4445"/>
                    <a:pt x="334010" y="4445"/>
                    <a:pt x="334074" y="4445"/>
                  </a:cubicBezTo>
                  <a:cubicBezTo>
                    <a:pt x="372618" y="17399"/>
                    <a:pt x="389192" y="55308"/>
                    <a:pt x="393446" y="66802"/>
                  </a:cubicBezTo>
                  <a:cubicBezTo>
                    <a:pt x="393827" y="67818"/>
                    <a:pt x="395351" y="67818"/>
                    <a:pt x="395732" y="66802"/>
                  </a:cubicBezTo>
                  <a:cubicBezTo>
                    <a:pt x="399923" y="55372"/>
                    <a:pt x="416243" y="17907"/>
                    <a:pt x="454152" y="4699"/>
                  </a:cubicBezTo>
                  <a:cubicBezTo>
                    <a:pt x="454787" y="4508"/>
                    <a:pt x="455422" y="4318"/>
                    <a:pt x="456057" y="4127"/>
                  </a:cubicBezTo>
                  <a:cubicBezTo>
                    <a:pt x="464947" y="1778"/>
                    <a:pt x="474155" y="571"/>
                    <a:pt x="483362" y="0"/>
                  </a:cubicBezTo>
                  <a:lnTo>
                    <a:pt x="789178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2006480E-11A1-9A96-D8B1-9CB3777A72ED}"/>
                </a:ext>
              </a:extLst>
            </p:cNvPr>
            <p:cNvSpPr/>
            <p:nvPr/>
          </p:nvSpPr>
          <p:spPr>
            <a:xfrm>
              <a:off x="2881439" y="3541649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BDA3BD1E-2105-A32F-B78C-BC1ED555E55F}"/>
                </a:ext>
              </a:extLst>
            </p:cNvPr>
            <p:cNvSpPr/>
            <p:nvPr/>
          </p:nvSpPr>
          <p:spPr>
            <a:xfrm>
              <a:off x="2881439" y="3405060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B98B916-45DF-D1D6-9233-8BA44D52E346}"/>
                </a:ext>
              </a:extLst>
            </p:cNvPr>
            <p:cNvSpPr/>
            <p:nvPr/>
          </p:nvSpPr>
          <p:spPr>
            <a:xfrm>
              <a:off x="2881439" y="3270567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9EBFA37-6A0A-53B2-0A4D-AC075912D5D4}"/>
                </a:ext>
              </a:extLst>
            </p:cNvPr>
            <p:cNvSpPr/>
            <p:nvPr/>
          </p:nvSpPr>
          <p:spPr>
            <a:xfrm>
              <a:off x="3275838" y="3541649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E25AE720-7479-CA99-1F6C-C5702B9EE386}"/>
                </a:ext>
              </a:extLst>
            </p:cNvPr>
            <p:cNvSpPr/>
            <p:nvPr/>
          </p:nvSpPr>
          <p:spPr>
            <a:xfrm>
              <a:off x="3275838" y="3405060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5CC3A08F-ECD2-97E3-5C83-529BFB81CC7D}"/>
                </a:ext>
              </a:extLst>
            </p:cNvPr>
            <p:cNvSpPr/>
            <p:nvPr/>
          </p:nvSpPr>
          <p:spPr>
            <a:xfrm>
              <a:off x="3275838" y="3270567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EBB87051-A4D9-566D-3B42-805786DC80C1}"/>
                </a:ext>
              </a:extLst>
            </p:cNvPr>
            <p:cNvSpPr/>
            <p:nvPr/>
          </p:nvSpPr>
          <p:spPr>
            <a:xfrm>
              <a:off x="3172079" y="3210750"/>
              <a:ext cx="6350" cy="512825"/>
            </a:xfrm>
            <a:custGeom>
              <a:avLst/>
              <a:gdLst>
                <a:gd name="connsiteX0" fmla="*/ 0 w 6350"/>
                <a:gd name="connsiteY0" fmla="*/ 0 h 512825"/>
                <a:gd name="connsiteX1" fmla="*/ 0 w 6350"/>
                <a:gd name="connsiteY1" fmla="*/ 512826 h 51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512825">
                  <a:moveTo>
                    <a:pt x="0" y="0"/>
                  </a:moveTo>
                  <a:lnTo>
                    <a:pt x="0" y="512826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5" name="Gráfico 4">
            <a:extLst>
              <a:ext uri="{FF2B5EF4-FFF2-40B4-BE49-F238E27FC236}">
                <a16:creationId xmlns:a16="http://schemas.microsoft.com/office/drawing/2014/main" id="{E3AC7910-1C63-471F-1258-8D1E6B4AD96E}"/>
              </a:ext>
            </a:extLst>
          </p:cNvPr>
          <p:cNvGrpSpPr/>
          <p:nvPr/>
        </p:nvGrpSpPr>
        <p:grpSpPr>
          <a:xfrm>
            <a:off x="4358894" y="2113026"/>
            <a:ext cx="712596" cy="601027"/>
            <a:chOff x="4358894" y="2113026"/>
            <a:chExt cx="712596" cy="601027"/>
          </a:xfrm>
          <a:noFill/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B03A342D-026F-D362-5EE7-3303E8CDCBE6}"/>
                </a:ext>
              </a:extLst>
            </p:cNvPr>
            <p:cNvSpPr/>
            <p:nvPr/>
          </p:nvSpPr>
          <p:spPr>
            <a:xfrm>
              <a:off x="4358894" y="2113026"/>
              <a:ext cx="712533" cy="601027"/>
            </a:xfrm>
            <a:custGeom>
              <a:avLst/>
              <a:gdLst>
                <a:gd name="connsiteX0" fmla="*/ 356298 w 712533"/>
                <a:gd name="connsiteY0" fmla="*/ 601027 h 601027"/>
                <a:gd name="connsiteX1" fmla="*/ 429768 w 712533"/>
                <a:gd name="connsiteY1" fmla="*/ 540131 h 601027"/>
                <a:gd name="connsiteX2" fmla="*/ 432117 w 712533"/>
                <a:gd name="connsiteY2" fmla="*/ 540131 h 601027"/>
                <a:gd name="connsiteX3" fmla="*/ 712534 w 712533"/>
                <a:gd name="connsiteY3" fmla="*/ 270066 h 601027"/>
                <a:gd name="connsiteX4" fmla="*/ 432117 w 712533"/>
                <a:gd name="connsiteY4" fmla="*/ 0 h 601027"/>
                <a:gd name="connsiteX5" fmla="*/ 280416 w 712533"/>
                <a:gd name="connsiteY5" fmla="*/ 0 h 601027"/>
                <a:gd name="connsiteX6" fmla="*/ 0 w 712533"/>
                <a:gd name="connsiteY6" fmla="*/ 270066 h 601027"/>
                <a:gd name="connsiteX7" fmla="*/ 280416 w 712533"/>
                <a:gd name="connsiteY7" fmla="*/ 540131 h 601027"/>
                <a:gd name="connsiteX8" fmla="*/ 282765 w 712533"/>
                <a:gd name="connsiteY8" fmla="*/ 540131 h 601027"/>
                <a:gd name="connsiteX9" fmla="*/ 356235 w 712533"/>
                <a:gd name="connsiteY9" fmla="*/ 601027 h 601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2533" h="601027">
                  <a:moveTo>
                    <a:pt x="356298" y="601027"/>
                  </a:moveTo>
                  <a:cubicBezTo>
                    <a:pt x="356298" y="540893"/>
                    <a:pt x="429768" y="540131"/>
                    <a:pt x="429768" y="540131"/>
                  </a:cubicBezTo>
                  <a:lnTo>
                    <a:pt x="432117" y="540131"/>
                  </a:lnTo>
                  <a:cubicBezTo>
                    <a:pt x="586994" y="540131"/>
                    <a:pt x="712534" y="419227"/>
                    <a:pt x="712534" y="270066"/>
                  </a:cubicBezTo>
                  <a:cubicBezTo>
                    <a:pt x="712534" y="120904"/>
                    <a:pt x="586994" y="0"/>
                    <a:pt x="432117" y="0"/>
                  </a:cubicBezTo>
                  <a:lnTo>
                    <a:pt x="280416" y="0"/>
                  </a:lnTo>
                  <a:cubicBezTo>
                    <a:pt x="125540" y="0"/>
                    <a:pt x="0" y="120904"/>
                    <a:pt x="0" y="270066"/>
                  </a:cubicBezTo>
                  <a:cubicBezTo>
                    <a:pt x="0" y="419227"/>
                    <a:pt x="125540" y="540131"/>
                    <a:pt x="280416" y="540131"/>
                  </a:cubicBezTo>
                  <a:lnTo>
                    <a:pt x="282765" y="540131"/>
                  </a:lnTo>
                  <a:cubicBezTo>
                    <a:pt x="282765" y="540131"/>
                    <a:pt x="356235" y="540957"/>
                    <a:pt x="356235" y="601027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48EEE044-C5C2-E2F3-4F4A-F0438528B04F}"/>
                </a:ext>
              </a:extLst>
            </p:cNvPr>
            <p:cNvSpPr/>
            <p:nvPr/>
          </p:nvSpPr>
          <p:spPr>
            <a:xfrm>
              <a:off x="4358894" y="2383028"/>
              <a:ext cx="712596" cy="6350"/>
            </a:xfrm>
            <a:custGeom>
              <a:avLst/>
              <a:gdLst>
                <a:gd name="connsiteX0" fmla="*/ 0 w 712596"/>
                <a:gd name="connsiteY0" fmla="*/ 0 h 6350"/>
                <a:gd name="connsiteX1" fmla="*/ 712597 w 712596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2596" h="6350">
                  <a:moveTo>
                    <a:pt x="0" y="0"/>
                  </a:moveTo>
                  <a:lnTo>
                    <a:pt x="712597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C1635F81-0161-6EEA-A710-5041A0BBE576}"/>
                </a:ext>
              </a:extLst>
            </p:cNvPr>
            <p:cNvSpPr/>
            <p:nvPr/>
          </p:nvSpPr>
          <p:spPr>
            <a:xfrm>
              <a:off x="4550981" y="2113026"/>
              <a:ext cx="328421" cy="551560"/>
            </a:xfrm>
            <a:custGeom>
              <a:avLst/>
              <a:gdLst>
                <a:gd name="connsiteX0" fmla="*/ 328422 w 328421"/>
                <a:gd name="connsiteY0" fmla="*/ 275780 h 551560"/>
                <a:gd name="connsiteX1" fmla="*/ 164211 w 328421"/>
                <a:gd name="connsiteY1" fmla="*/ 551561 h 551560"/>
                <a:gd name="connsiteX2" fmla="*/ 0 w 328421"/>
                <a:gd name="connsiteY2" fmla="*/ 275780 h 551560"/>
                <a:gd name="connsiteX3" fmla="*/ 164211 w 328421"/>
                <a:gd name="connsiteY3" fmla="*/ 0 h 551560"/>
                <a:gd name="connsiteX4" fmla="*/ 328422 w 328421"/>
                <a:gd name="connsiteY4" fmla="*/ 275780 h 55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421" h="551560">
                  <a:moveTo>
                    <a:pt x="328422" y="275780"/>
                  </a:moveTo>
                  <a:cubicBezTo>
                    <a:pt x="328422" y="428117"/>
                    <a:pt x="254889" y="551561"/>
                    <a:pt x="164211" y="551561"/>
                  </a:cubicBezTo>
                  <a:cubicBezTo>
                    <a:pt x="73533" y="551561"/>
                    <a:pt x="0" y="428054"/>
                    <a:pt x="0" y="275780"/>
                  </a:cubicBezTo>
                  <a:cubicBezTo>
                    <a:pt x="0" y="123507"/>
                    <a:pt x="73533" y="0"/>
                    <a:pt x="164211" y="0"/>
                  </a:cubicBezTo>
                  <a:cubicBezTo>
                    <a:pt x="254889" y="0"/>
                    <a:pt x="328422" y="123507"/>
                    <a:pt x="328422" y="275780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3FD7956E-F0BD-5069-8459-F4EDB2550E3F}"/>
              </a:ext>
            </a:extLst>
          </p:cNvPr>
          <p:cNvGrpSpPr/>
          <p:nvPr/>
        </p:nvGrpSpPr>
        <p:grpSpPr>
          <a:xfrm>
            <a:off x="2833370" y="2261107"/>
            <a:ext cx="679767" cy="327342"/>
            <a:chOff x="2833370" y="2261107"/>
            <a:chExt cx="679767" cy="327342"/>
          </a:xfrm>
          <a:noFill/>
        </p:grpSpPr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92085BB7-BEFD-BB47-A4FC-B3CA57350FC8}"/>
                </a:ext>
              </a:extLst>
            </p:cNvPr>
            <p:cNvSpPr/>
            <p:nvPr/>
          </p:nvSpPr>
          <p:spPr>
            <a:xfrm>
              <a:off x="3173222" y="2261107"/>
              <a:ext cx="339915" cy="327342"/>
            </a:xfrm>
            <a:custGeom>
              <a:avLst/>
              <a:gdLst>
                <a:gd name="connsiteX0" fmla="*/ 339916 w 339915"/>
                <a:gd name="connsiteY0" fmla="*/ 0 h 327342"/>
                <a:gd name="connsiteX1" fmla="*/ 0 w 339915"/>
                <a:gd name="connsiteY1" fmla="*/ 327343 h 32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9915" h="327342">
                  <a:moveTo>
                    <a:pt x="339916" y="0"/>
                  </a:moveTo>
                  <a:cubicBezTo>
                    <a:pt x="200596" y="51435"/>
                    <a:pt x="57277" y="188024"/>
                    <a:pt x="0" y="327343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CD6E8F3C-B8C0-73CB-7177-ECB7FB9D74E9}"/>
                </a:ext>
              </a:extLst>
            </p:cNvPr>
            <p:cNvSpPr/>
            <p:nvPr/>
          </p:nvSpPr>
          <p:spPr>
            <a:xfrm>
              <a:off x="2833370" y="2261107"/>
              <a:ext cx="339915" cy="327342"/>
            </a:xfrm>
            <a:custGeom>
              <a:avLst/>
              <a:gdLst>
                <a:gd name="connsiteX0" fmla="*/ 0 w 339915"/>
                <a:gd name="connsiteY0" fmla="*/ 0 h 327342"/>
                <a:gd name="connsiteX1" fmla="*/ 339916 w 339915"/>
                <a:gd name="connsiteY1" fmla="*/ 327343 h 32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9915" h="327342">
                  <a:moveTo>
                    <a:pt x="0" y="0"/>
                  </a:moveTo>
                  <a:cubicBezTo>
                    <a:pt x="136271" y="48641"/>
                    <a:pt x="278955" y="185865"/>
                    <a:pt x="339916" y="327343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2" name="Gráfico 4">
            <a:extLst>
              <a:ext uri="{FF2B5EF4-FFF2-40B4-BE49-F238E27FC236}">
                <a16:creationId xmlns:a16="http://schemas.microsoft.com/office/drawing/2014/main" id="{54D151FB-317B-01A0-2CA4-BCF8560F604E}"/>
              </a:ext>
            </a:extLst>
          </p:cNvPr>
          <p:cNvGrpSpPr/>
          <p:nvPr/>
        </p:nvGrpSpPr>
        <p:grpSpPr>
          <a:xfrm>
            <a:off x="1417510" y="2177669"/>
            <a:ext cx="487044" cy="494220"/>
            <a:chOff x="1417510" y="2177669"/>
            <a:chExt cx="487044" cy="494220"/>
          </a:xfrm>
          <a:noFill/>
        </p:grpSpPr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4DFC45E0-48E7-D77D-BD7A-E9F172F428FA}"/>
                </a:ext>
              </a:extLst>
            </p:cNvPr>
            <p:cNvSpPr/>
            <p:nvPr/>
          </p:nvSpPr>
          <p:spPr>
            <a:xfrm>
              <a:off x="1647951" y="2177669"/>
              <a:ext cx="256603" cy="247078"/>
            </a:xfrm>
            <a:custGeom>
              <a:avLst/>
              <a:gdLst>
                <a:gd name="connsiteX0" fmla="*/ 0 w 256603"/>
                <a:gd name="connsiteY0" fmla="*/ 0 h 247078"/>
                <a:gd name="connsiteX1" fmla="*/ 256604 w 256603"/>
                <a:gd name="connsiteY1" fmla="*/ 247079 h 24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603" h="247078">
                  <a:moveTo>
                    <a:pt x="0" y="0"/>
                  </a:moveTo>
                  <a:cubicBezTo>
                    <a:pt x="40323" y="101283"/>
                    <a:pt x="147384" y="205486"/>
                    <a:pt x="256604" y="247079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EC3025B4-8945-AFF0-236A-186DCC9B5656}"/>
                </a:ext>
              </a:extLst>
            </p:cNvPr>
            <p:cNvSpPr/>
            <p:nvPr/>
          </p:nvSpPr>
          <p:spPr>
            <a:xfrm>
              <a:off x="1647951" y="2424810"/>
              <a:ext cx="256603" cy="247078"/>
            </a:xfrm>
            <a:custGeom>
              <a:avLst/>
              <a:gdLst>
                <a:gd name="connsiteX0" fmla="*/ 0 w 256603"/>
                <a:gd name="connsiteY0" fmla="*/ 247079 h 247078"/>
                <a:gd name="connsiteX1" fmla="*/ 256604 w 256603"/>
                <a:gd name="connsiteY1" fmla="*/ 0 h 24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603" h="247078">
                  <a:moveTo>
                    <a:pt x="0" y="247079"/>
                  </a:moveTo>
                  <a:cubicBezTo>
                    <a:pt x="38100" y="148019"/>
                    <a:pt x="145733" y="44260"/>
                    <a:pt x="256604" y="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29191A46-1F0A-6793-AF5C-3B5D7F379779}"/>
                </a:ext>
              </a:extLst>
            </p:cNvPr>
            <p:cNvSpPr/>
            <p:nvPr/>
          </p:nvSpPr>
          <p:spPr>
            <a:xfrm>
              <a:off x="1417510" y="2424811"/>
              <a:ext cx="472630" cy="6350"/>
            </a:xfrm>
            <a:custGeom>
              <a:avLst/>
              <a:gdLst>
                <a:gd name="connsiteX0" fmla="*/ 0 w 472630"/>
                <a:gd name="connsiteY0" fmla="*/ 0 h 6350"/>
                <a:gd name="connsiteX1" fmla="*/ 472631 w 4726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2630" h="6350">
                  <a:moveTo>
                    <a:pt x="0" y="0"/>
                  </a:moveTo>
                  <a:lnTo>
                    <a:pt x="472631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6" name="Gráfico 4">
            <a:extLst>
              <a:ext uri="{FF2B5EF4-FFF2-40B4-BE49-F238E27FC236}">
                <a16:creationId xmlns:a16="http://schemas.microsoft.com/office/drawing/2014/main" id="{B1A620EE-D990-3803-B9A7-B0A2221D6002}"/>
              </a:ext>
            </a:extLst>
          </p:cNvPr>
          <p:cNvGrpSpPr/>
          <p:nvPr/>
        </p:nvGrpSpPr>
        <p:grpSpPr>
          <a:xfrm>
            <a:off x="2808668" y="5251386"/>
            <a:ext cx="650367" cy="788114"/>
            <a:chOff x="2808668" y="5251386"/>
            <a:chExt cx="650367" cy="788114"/>
          </a:xfrm>
        </p:grpSpPr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54225DC6-2630-4320-9A41-B161F37153ED}"/>
                </a:ext>
              </a:extLst>
            </p:cNvPr>
            <p:cNvSpPr/>
            <p:nvPr/>
          </p:nvSpPr>
          <p:spPr>
            <a:xfrm>
              <a:off x="3023044" y="5991923"/>
              <a:ext cx="196722" cy="47577"/>
            </a:xfrm>
            <a:custGeom>
              <a:avLst/>
              <a:gdLst>
                <a:gd name="connsiteX0" fmla="*/ 196723 w 196722"/>
                <a:gd name="connsiteY0" fmla="*/ 64 h 47577"/>
                <a:gd name="connsiteX1" fmla="*/ 163004 w 196722"/>
                <a:gd name="connsiteY1" fmla="*/ 64 h 47577"/>
                <a:gd name="connsiteX2" fmla="*/ 158623 w 196722"/>
                <a:gd name="connsiteY2" fmla="*/ 317 h 47577"/>
                <a:gd name="connsiteX3" fmla="*/ 140335 w 196722"/>
                <a:gd name="connsiteY3" fmla="*/ 3492 h 47577"/>
                <a:gd name="connsiteX4" fmla="*/ 139129 w 196722"/>
                <a:gd name="connsiteY4" fmla="*/ 3873 h 47577"/>
                <a:gd name="connsiteX5" fmla="*/ 99949 w 196722"/>
                <a:gd name="connsiteY5" fmla="*/ 47054 h 47577"/>
                <a:gd name="connsiteX6" fmla="*/ 98425 w 196722"/>
                <a:gd name="connsiteY6" fmla="*/ 47054 h 47577"/>
                <a:gd name="connsiteX7" fmla="*/ 58674 w 196722"/>
                <a:gd name="connsiteY7" fmla="*/ 3683 h 47577"/>
                <a:gd name="connsiteX8" fmla="*/ 58610 w 196722"/>
                <a:gd name="connsiteY8" fmla="*/ 3683 h 47577"/>
                <a:gd name="connsiteX9" fmla="*/ 53340 w 196722"/>
                <a:gd name="connsiteY9" fmla="*/ 2349 h 47577"/>
                <a:gd name="connsiteX10" fmla="*/ 40195 w 196722"/>
                <a:gd name="connsiteY10" fmla="*/ 635 h 47577"/>
                <a:gd name="connsiteX11" fmla="*/ 35496 w 196722"/>
                <a:gd name="connsiteY11" fmla="*/ 317 h 47577"/>
                <a:gd name="connsiteX12" fmla="*/ 31686 w 196722"/>
                <a:gd name="connsiteY12" fmla="*/ 0 h 47577"/>
                <a:gd name="connsiteX13" fmla="*/ 31432 w 196722"/>
                <a:gd name="connsiteY13" fmla="*/ 0 h 47577"/>
                <a:gd name="connsiteX14" fmla="*/ 0 w 196722"/>
                <a:gd name="connsiteY14" fmla="*/ 0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6722" h="47577">
                  <a:moveTo>
                    <a:pt x="196723" y="64"/>
                  </a:moveTo>
                  <a:lnTo>
                    <a:pt x="163004" y="64"/>
                  </a:lnTo>
                  <a:cubicBezTo>
                    <a:pt x="161544" y="191"/>
                    <a:pt x="160083" y="254"/>
                    <a:pt x="158623" y="317"/>
                  </a:cubicBezTo>
                  <a:cubicBezTo>
                    <a:pt x="152463" y="698"/>
                    <a:pt x="146304" y="1842"/>
                    <a:pt x="140335" y="3492"/>
                  </a:cubicBezTo>
                  <a:cubicBezTo>
                    <a:pt x="139954" y="3620"/>
                    <a:pt x="139510" y="3747"/>
                    <a:pt x="139129" y="3873"/>
                  </a:cubicBezTo>
                  <a:cubicBezTo>
                    <a:pt x="113729" y="13017"/>
                    <a:pt x="102807" y="39116"/>
                    <a:pt x="99949" y="47054"/>
                  </a:cubicBezTo>
                  <a:cubicBezTo>
                    <a:pt x="99695" y="47752"/>
                    <a:pt x="98679" y="47752"/>
                    <a:pt x="98425" y="47054"/>
                  </a:cubicBezTo>
                  <a:cubicBezTo>
                    <a:pt x="95567" y="39053"/>
                    <a:pt x="84518" y="12700"/>
                    <a:pt x="58674" y="3683"/>
                  </a:cubicBezTo>
                  <a:cubicBezTo>
                    <a:pt x="58674" y="3683"/>
                    <a:pt x="58674" y="3683"/>
                    <a:pt x="58610" y="3683"/>
                  </a:cubicBezTo>
                  <a:cubicBezTo>
                    <a:pt x="56896" y="3175"/>
                    <a:pt x="55182" y="2730"/>
                    <a:pt x="53340" y="2349"/>
                  </a:cubicBezTo>
                  <a:cubicBezTo>
                    <a:pt x="49022" y="1397"/>
                    <a:pt x="44640" y="953"/>
                    <a:pt x="40195" y="635"/>
                  </a:cubicBezTo>
                  <a:cubicBezTo>
                    <a:pt x="38608" y="508"/>
                    <a:pt x="37084" y="445"/>
                    <a:pt x="35496" y="317"/>
                  </a:cubicBezTo>
                  <a:cubicBezTo>
                    <a:pt x="34226" y="254"/>
                    <a:pt x="32957" y="127"/>
                    <a:pt x="31686" y="0"/>
                  </a:cubicBezTo>
                  <a:cubicBezTo>
                    <a:pt x="31623" y="0"/>
                    <a:pt x="31560" y="0"/>
                    <a:pt x="31432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ECD88E5A-1733-CDE9-4074-5B0C7F0BA34E}"/>
                </a:ext>
              </a:extLst>
            </p:cNvPr>
            <p:cNvSpPr/>
            <p:nvPr/>
          </p:nvSpPr>
          <p:spPr>
            <a:xfrm>
              <a:off x="3106610" y="5490273"/>
              <a:ext cx="141477" cy="130746"/>
            </a:xfrm>
            <a:custGeom>
              <a:avLst/>
              <a:gdLst>
                <a:gd name="connsiteX0" fmla="*/ 118872 w 141477"/>
                <a:gd name="connsiteY0" fmla="*/ 130747 h 130746"/>
                <a:gd name="connsiteX1" fmla="*/ 141478 w 141477"/>
                <a:gd name="connsiteY1" fmla="*/ 130747 h 130746"/>
                <a:gd name="connsiteX2" fmla="*/ 100266 w 141477"/>
                <a:gd name="connsiteY2" fmla="*/ 41656 h 130746"/>
                <a:gd name="connsiteX3" fmla="*/ 0 w 141477"/>
                <a:gd name="connsiteY3" fmla="*/ 0 h 130746"/>
                <a:gd name="connsiteX4" fmla="*/ 0 w 141477"/>
                <a:gd name="connsiteY4" fmla="*/ 22606 h 130746"/>
                <a:gd name="connsiteX5" fmla="*/ 84328 w 141477"/>
                <a:gd name="connsiteY5" fmla="*/ 57595 h 130746"/>
                <a:gd name="connsiteX6" fmla="*/ 118935 w 141477"/>
                <a:gd name="connsiteY6" fmla="*/ 130747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7" h="130746">
                  <a:moveTo>
                    <a:pt x="118872" y="130747"/>
                  </a:moveTo>
                  <a:lnTo>
                    <a:pt x="141478" y="130747"/>
                  </a:lnTo>
                  <a:cubicBezTo>
                    <a:pt x="138874" y="97917"/>
                    <a:pt x="124904" y="66294"/>
                    <a:pt x="100266" y="41656"/>
                  </a:cubicBezTo>
                  <a:cubicBezTo>
                    <a:pt x="73469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5" y="35116"/>
                    <a:pt x="84328" y="57595"/>
                  </a:cubicBezTo>
                  <a:cubicBezTo>
                    <a:pt x="104585" y="77851"/>
                    <a:pt x="116332" y="103759"/>
                    <a:pt x="118935" y="130747"/>
                  </a:cubicBezTo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58AC2A0-085D-8B3A-92B1-C75C00D4CF51}"/>
                </a:ext>
              </a:extLst>
            </p:cNvPr>
            <p:cNvSpPr/>
            <p:nvPr/>
          </p:nvSpPr>
          <p:spPr>
            <a:xfrm>
              <a:off x="2926588" y="5407342"/>
              <a:ext cx="388620" cy="320421"/>
            </a:xfrm>
            <a:custGeom>
              <a:avLst/>
              <a:gdLst>
                <a:gd name="connsiteX0" fmla="*/ 46482 w 388620"/>
                <a:gd name="connsiteY0" fmla="*/ 320421 h 320421"/>
                <a:gd name="connsiteX1" fmla="*/ 0 w 388620"/>
                <a:gd name="connsiteY1" fmla="*/ 194310 h 320421"/>
                <a:gd name="connsiteX2" fmla="*/ 194310 w 388620"/>
                <a:gd name="connsiteY2" fmla="*/ 0 h 320421"/>
                <a:gd name="connsiteX3" fmla="*/ 388620 w 388620"/>
                <a:gd name="connsiteY3" fmla="*/ 194310 h 320421"/>
                <a:gd name="connsiteX4" fmla="*/ 345948 w 388620"/>
                <a:gd name="connsiteY4" fmla="*/ 315786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620" h="320421">
                  <a:moveTo>
                    <a:pt x="46482" y="320421"/>
                  </a:moveTo>
                  <a:cubicBezTo>
                    <a:pt x="17526" y="286512"/>
                    <a:pt x="0" y="242443"/>
                    <a:pt x="0" y="194310"/>
                  </a:cubicBezTo>
                  <a:cubicBezTo>
                    <a:pt x="0" y="86995"/>
                    <a:pt x="86995" y="0"/>
                    <a:pt x="194310" y="0"/>
                  </a:cubicBezTo>
                  <a:cubicBezTo>
                    <a:pt x="301625" y="0"/>
                    <a:pt x="388620" y="86995"/>
                    <a:pt x="388620" y="194310"/>
                  </a:cubicBezTo>
                  <a:cubicBezTo>
                    <a:pt x="388620" y="240284"/>
                    <a:pt x="372682" y="282511"/>
                    <a:pt x="345948" y="315786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F872B98F-35A2-442B-BFBF-F8ABDC7592D7}"/>
                </a:ext>
              </a:extLst>
            </p:cNvPr>
            <p:cNvSpPr/>
            <p:nvPr/>
          </p:nvSpPr>
          <p:spPr>
            <a:xfrm>
              <a:off x="2808668" y="5429504"/>
              <a:ext cx="79756" cy="34353"/>
            </a:xfrm>
            <a:custGeom>
              <a:avLst/>
              <a:gdLst>
                <a:gd name="connsiteX0" fmla="*/ 0 w 79756"/>
                <a:gd name="connsiteY0" fmla="*/ 0 h 34353"/>
                <a:gd name="connsiteX1" fmla="*/ 79756 w 79756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6" h="34353">
                  <a:moveTo>
                    <a:pt x="0" y="0"/>
                  </a:moveTo>
                  <a:lnTo>
                    <a:pt x="79756" y="34354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C0B63978-3E1F-EC34-27F3-6971FD40A9FC}"/>
                </a:ext>
              </a:extLst>
            </p:cNvPr>
            <p:cNvSpPr/>
            <p:nvPr/>
          </p:nvSpPr>
          <p:spPr>
            <a:xfrm>
              <a:off x="2936748" y="5310378"/>
              <a:ext cx="50482" cy="69532"/>
            </a:xfrm>
            <a:custGeom>
              <a:avLst/>
              <a:gdLst>
                <a:gd name="connsiteX0" fmla="*/ 0 w 50482"/>
                <a:gd name="connsiteY0" fmla="*/ 0 h 69532"/>
                <a:gd name="connsiteX1" fmla="*/ 50482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0" y="0"/>
                  </a:moveTo>
                  <a:lnTo>
                    <a:pt x="50482" y="6953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82F6B9FA-9436-51EC-279C-CB29DD2F2FDC}"/>
                </a:ext>
              </a:extLst>
            </p:cNvPr>
            <p:cNvSpPr/>
            <p:nvPr/>
          </p:nvSpPr>
          <p:spPr>
            <a:xfrm>
              <a:off x="3379216" y="5429504"/>
              <a:ext cx="79819" cy="34353"/>
            </a:xfrm>
            <a:custGeom>
              <a:avLst/>
              <a:gdLst>
                <a:gd name="connsiteX0" fmla="*/ 79819 w 79819"/>
                <a:gd name="connsiteY0" fmla="*/ 0 h 34353"/>
                <a:gd name="connsiteX1" fmla="*/ 0 w 79819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819" h="34353">
                  <a:moveTo>
                    <a:pt x="79819" y="0"/>
                  </a:moveTo>
                  <a:lnTo>
                    <a:pt x="0" y="34354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80D3808A-BB07-D1C1-858C-7246F5B313E9}"/>
                </a:ext>
              </a:extLst>
            </p:cNvPr>
            <p:cNvSpPr/>
            <p:nvPr/>
          </p:nvSpPr>
          <p:spPr>
            <a:xfrm>
              <a:off x="3280410" y="5310378"/>
              <a:ext cx="50482" cy="69532"/>
            </a:xfrm>
            <a:custGeom>
              <a:avLst/>
              <a:gdLst>
                <a:gd name="connsiteX0" fmla="*/ 50482 w 50482"/>
                <a:gd name="connsiteY0" fmla="*/ 0 h 69532"/>
                <a:gd name="connsiteX1" fmla="*/ 0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50482" y="0"/>
                  </a:moveTo>
                  <a:lnTo>
                    <a:pt x="0" y="6953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F59231AB-89CC-D041-364B-D216362E4D94}"/>
                </a:ext>
              </a:extLst>
            </p:cNvPr>
            <p:cNvSpPr/>
            <p:nvPr/>
          </p:nvSpPr>
          <p:spPr>
            <a:xfrm>
              <a:off x="2988055" y="5861240"/>
              <a:ext cx="266890" cy="130746"/>
            </a:xfrm>
            <a:custGeom>
              <a:avLst/>
              <a:gdLst>
                <a:gd name="connsiteX0" fmla="*/ 231711 w 266890"/>
                <a:gd name="connsiteY0" fmla="*/ 130746 h 130746"/>
                <a:gd name="connsiteX1" fmla="*/ 266891 w 266890"/>
                <a:gd name="connsiteY1" fmla="*/ 95567 h 130746"/>
                <a:gd name="connsiteX2" fmla="*/ 266891 w 266890"/>
                <a:gd name="connsiteY2" fmla="*/ 35179 h 130746"/>
                <a:gd name="connsiteX3" fmla="*/ 231711 w 266890"/>
                <a:gd name="connsiteY3" fmla="*/ 0 h 130746"/>
                <a:gd name="connsiteX4" fmla="*/ 35179 w 266890"/>
                <a:gd name="connsiteY4" fmla="*/ 0 h 130746"/>
                <a:gd name="connsiteX5" fmla="*/ 0 w 266890"/>
                <a:gd name="connsiteY5" fmla="*/ 35179 h 130746"/>
                <a:gd name="connsiteX6" fmla="*/ 0 w 266890"/>
                <a:gd name="connsiteY6" fmla="*/ 95567 h 130746"/>
                <a:gd name="connsiteX7" fmla="*/ 35179 w 266890"/>
                <a:gd name="connsiteY7" fmla="*/ 130746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90" h="130746">
                  <a:moveTo>
                    <a:pt x="231711" y="130746"/>
                  </a:moveTo>
                  <a:cubicBezTo>
                    <a:pt x="251142" y="130746"/>
                    <a:pt x="266891" y="114998"/>
                    <a:pt x="266891" y="95567"/>
                  </a:cubicBezTo>
                  <a:lnTo>
                    <a:pt x="266891" y="35179"/>
                  </a:lnTo>
                  <a:cubicBezTo>
                    <a:pt x="266891" y="15748"/>
                    <a:pt x="251142" y="0"/>
                    <a:pt x="231711" y="0"/>
                  </a:cubicBezTo>
                  <a:lnTo>
                    <a:pt x="35179" y="0"/>
                  </a:lnTo>
                  <a:cubicBezTo>
                    <a:pt x="15748" y="0"/>
                    <a:pt x="0" y="15748"/>
                    <a:pt x="0" y="35179"/>
                  </a:cubicBezTo>
                  <a:lnTo>
                    <a:pt x="0" y="95567"/>
                  </a:lnTo>
                  <a:cubicBezTo>
                    <a:pt x="0" y="114998"/>
                    <a:pt x="15748" y="130746"/>
                    <a:pt x="35179" y="130746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C7AE3EBB-3177-1A01-A4B1-251BB9061458}"/>
                </a:ext>
              </a:extLst>
            </p:cNvPr>
            <p:cNvSpPr/>
            <p:nvPr/>
          </p:nvSpPr>
          <p:spPr>
            <a:xfrm>
              <a:off x="3120898" y="5251386"/>
              <a:ext cx="6350" cy="93725"/>
            </a:xfrm>
            <a:custGeom>
              <a:avLst/>
              <a:gdLst>
                <a:gd name="connsiteX0" fmla="*/ 0 w 6350"/>
                <a:gd name="connsiteY0" fmla="*/ 0 h 93725"/>
                <a:gd name="connsiteX1" fmla="*/ 0 w 6350"/>
                <a:gd name="connsiteY1" fmla="*/ 93726 h 9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93725">
                  <a:moveTo>
                    <a:pt x="0" y="0"/>
                  </a:moveTo>
                  <a:lnTo>
                    <a:pt x="0" y="93726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C61D6487-9287-0577-FEA4-63822B4D4853}"/>
                </a:ext>
              </a:extLst>
            </p:cNvPr>
            <p:cNvSpPr/>
            <p:nvPr/>
          </p:nvSpPr>
          <p:spPr>
            <a:xfrm>
              <a:off x="3224466" y="5724652"/>
              <a:ext cx="47180" cy="116077"/>
            </a:xfrm>
            <a:custGeom>
              <a:avLst/>
              <a:gdLst>
                <a:gd name="connsiteX0" fmla="*/ 47180 w 47180"/>
                <a:gd name="connsiteY0" fmla="*/ 0 h 116077"/>
                <a:gd name="connsiteX1" fmla="*/ 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47180" y="0"/>
                  </a:moveTo>
                  <a:cubicBezTo>
                    <a:pt x="47180" y="0"/>
                    <a:pt x="8318" y="43180"/>
                    <a:pt x="0" y="116078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79600427-D1C9-C3ED-6A78-46B0F06B5B38}"/>
                </a:ext>
              </a:extLst>
            </p:cNvPr>
            <p:cNvSpPr/>
            <p:nvPr/>
          </p:nvSpPr>
          <p:spPr>
            <a:xfrm>
              <a:off x="2970783" y="5724652"/>
              <a:ext cx="47180" cy="116077"/>
            </a:xfrm>
            <a:custGeom>
              <a:avLst/>
              <a:gdLst>
                <a:gd name="connsiteX0" fmla="*/ 0 w 47180"/>
                <a:gd name="connsiteY0" fmla="*/ 0 h 116077"/>
                <a:gd name="connsiteX1" fmla="*/ 4718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0" y="0"/>
                  </a:moveTo>
                  <a:cubicBezTo>
                    <a:pt x="0" y="0"/>
                    <a:pt x="38862" y="43180"/>
                    <a:pt x="47180" y="116078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48" name="Gráfico 4">
            <a:extLst>
              <a:ext uri="{FF2B5EF4-FFF2-40B4-BE49-F238E27FC236}">
                <a16:creationId xmlns:a16="http://schemas.microsoft.com/office/drawing/2014/main" id="{EA59E621-D0C7-614C-FDA8-06F387831207}"/>
              </a:ext>
            </a:extLst>
          </p:cNvPr>
          <p:cNvGrpSpPr/>
          <p:nvPr/>
        </p:nvGrpSpPr>
        <p:grpSpPr>
          <a:xfrm>
            <a:off x="5603184" y="3097378"/>
            <a:ext cx="870132" cy="592384"/>
            <a:chOff x="5603184" y="3097378"/>
            <a:chExt cx="870132" cy="592384"/>
          </a:xfrm>
          <a:noFill/>
        </p:grpSpPr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33DE9CAC-5CE6-7C66-2545-BFF13D05447F}"/>
                </a:ext>
              </a:extLst>
            </p:cNvPr>
            <p:cNvSpPr/>
            <p:nvPr/>
          </p:nvSpPr>
          <p:spPr>
            <a:xfrm>
              <a:off x="5735065" y="3334194"/>
              <a:ext cx="569722" cy="355568"/>
            </a:xfrm>
            <a:custGeom>
              <a:avLst/>
              <a:gdLst>
                <a:gd name="connsiteX0" fmla="*/ 0 w 569722"/>
                <a:gd name="connsiteY0" fmla="*/ 181356 h 355568"/>
                <a:gd name="connsiteX1" fmla="*/ 0 w 569722"/>
                <a:gd name="connsiteY1" fmla="*/ 181546 h 355568"/>
                <a:gd name="connsiteX2" fmla="*/ 137097 w 569722"/>
                <a:gd name="connsiteY2" fmla="*/ 297053 h 355568"/>
                <a:gd name="connsiteX3" fmla="*/ 136970 w 569722"/>
                <a:gd name="connsiteY3" fmla="*/ 297053 h 355568"/>
                <a:gd name="connsiteX4" fmla="*/ 137224 w 569722"/>
                <a:gd name="connsiteY4" fmla="*/ 297053 h 355568"/>
                <a:gd name="connsiteX5" fmla="*/ 141351 w 569722"/>
                <a:gd name="connsiteY5" fmla="*/ 297434 h 355568"/>
                <a:gd name="connsiteX6" fmla="*/ 146368 w 569722"/>
                <a:gd name="connsiteY6" fmla="*/ 297815 h 355568"/>
                <a:gd name="connsiteX7" fmla="*/ 235458 w 569722"/>
                <a:gd name="connsiteY7" fmla="*/ 299910 h 355568"/>
                <a:gd name="connsiteX8" fmla="*/ 241110 w 569722"/>
                <a:gd name="connsiteY8" fmla="*/ 301561 h 355568"/>
                <a:gd name="connsiteX9" fmla="*/ 241173 w 569722"/>
                <a:gd name="connsiteY9" fmla="*/ 301561 h 355568"/>
                <a:gd name="connsiteX10" fmla="*/ 284036 w 569722"/>
                <a:gd name="connsiteY10" fmla="*/ 354902 h 355568"/>
                <a:gd name="connsiteX11" fmla="*/ 285687 w 569722"/>
                <a:gd name="connsiteY11" fmla="*/ 354902 h 355568"/>
                <a:gd name="connsiteX12" fmla="*/ 327851 w 569722"/>
                <a:gd name="connsiteY12" fmla="*/ 301815 h 355568"/>
                <a:gd name="connsiteX13" fmla="*/ 329248 w 569722"/>
                <a:gd name="connsiteY13" fmla="*/ 301308 h 355568"/>
                <a:gd name="connsiteX14" fmla="*/ 348933 w 569722"/>
                <a:gd name="connsiteY14" fmla="*/ 297752 h 355568"/>
                <a:gd name="connsiteX15" fmla="*/ 428562 w 569722"/>
                <a:gd name="connsiteY15" fmla="*/ 297434 h 355568"/>
                <a:gd name="connsiteX16" fmla="*/ 569722 w 569722"/>
                <a:gd name="connsiteY16" fmla="*/ 176974 h 355568"/>
                <a:gd name="connsiteX17" fmla="*/ 569722 w 569722"/>
                <a:gd name="connsiteY17" fmla="*/ 0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355568">
                  <a:moveTo>
                    <a:pt x="0" y="181356"/>
                  </a:moveTo>
                  <a:lnTo>
                    <a:pt x="0" y="181546"/>
                  </a:lnTo>
                  <a:cubicBezTo>
                    <a:pt x="3112" y="251714"/>
                    <a:pt x="-20828" y="297053"/>
                    <a:pt x="137097" y="297053"/>
                  </a:cubicBezTo>
                  <a:lnTo>
                    <a:pt x="136970" y="297053"/>
                  </a:lnTo>
                  <a:cubicBezTo>
                    <a:pt x="136970" y="297053"/>
                    <a:pt x="137160" y="297053"/>
                    <a:pt x="137224" y="297053"/>
                  </a:cubicBezTo>
                  <a:cubicBezTo>
                    <a:pt x="138621" y="297180"/>
                    <a:pt x="139954" y="297307"/>
                    <a:pt x="141351" y="297434"/>
                  </a:cubicBezTo>
                  <a:cubicBezTo>
                    <a:pt x="143002" y="297561"/>
                    <a:pt x="144717" y="297688"/>
                    <a:pt x="146368" y="297815"/>
                  </a:cubicBezTo>
                  <a:cubicBezTo>
                    <a:pt x="151130" y="298133"/>
                    <a:pt x="230759" y="298767"/>
                    <a:pt x="235458" y="299910"/>
                  </a:cubicBezTo>
                  <a:cubicBezTo>
                    <a:pt x="237427" y="300419"/>
                    <a:pt x="239268" y="300927"/>
                    <a:pt x="241110" y="301561"/>
                  </a:cubicBezTo>
                  <a:cubicBezTo>
                    <a:pt x="241110" y="301561"/>
                    <a:pt x="241110" y="301561"/>
                    <a:pt x="241173" y="301561"/>
                  </a:cubicBezTo>
                  <a:cubicBezTo>
                    <a:pt x="268986" y="312610"/>
                    <a:pt x="280988" y="344996"/>
                    <a:pt x="284036" y="354902"/>
                  </a:cubicBezTo>
                  <a:cubicBezTo>
                    <a:pt x="284290" y="355790"/>
                    <a:pt x="285433" y="355790"/>
                    <a:pt x="285687" y="354902"/>
                  </a:cubicBezTo>
                  <a:cubicBezTo>
                    <a:pt x="288735" y="345122"/>
                    <a:pt x="300482" y="313119"/>
                    <a:pt x="327851" y="301815"/>
                  </a:cubicBezTo>
                  <a:cubicBezTo>
                    <a:pt x="328295" y="301625"/>
                    <a:pt x="328740" y="301498"/>
                    <a:pt x="329248" y="301308"/>
                  </a:cubicBezTo>
                  <a:cubicBezTo>
                    <a:pt x="335661" y="299276"/>
                    <a:pt x="342329" y="298259"/>
                    <a:pt x="348933" y="297752"/>
                  </a:cubicBezTo>
                  <a:cubicBezTo>
                    <a:pt x="350520" y="297624"/>
                    <a:pt x="426974" y="297434"/>
                    <a:pt x="428562" y="297434"/>
                  </a:cubicBezTo>
                  <a:cubicBezTo>
                    <a:pt x="569722" y="297434"/>
                    <a:pt x="569532" y="251587"/>
                    <a:pt x="569722" y="176974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61D00FD1-C9E5-FB4F-647A-B779C4108458}"/>
                </a:ext>
              </a:extLst>
            </p:cNvPr>
            <p:cNvSpPr/>
            <p:nvPr/>
          </p:nvSpPr>
          <p:spPr>
            <a:xfrm>
              <a:off x="5603184" y="3097378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C5B2F92C-134F-0B33-1AC7-7C77AC8556AA}"/>
                </a:ext>
              </a:extLst>
            </p:cNvPr>
            <p:cNvSpPr/>
            <p:nvPr/>
          </p:nvSpPr>
          <p:spPr>
            <a:xfrm>
              <a:off x="6429438" y="3269678"/>
              <a:ext cx="6350" cy="299910"/>
            </a:xfrm>
            <a:custGeom>
              <a:avLst/>
              <a:gdLst>
                <a:gd name="connsiteX0" fmla="*/ 0 w 6350"/>
                <a:gd name="connsiteY0" fmla="*/ 0 h 299910"/>
                <a:gd name="connsiteX1" fmla="*/ 0 w 6350"/>
                <a:gd name="connsiteY1" fmla="*/ 299911 h 29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9910">
                  <a:moveTo>
                    <a:pt x="0" y="0"/>
                  </a:moveTo>
                  <a:lnTo>
                    <a:pt x="0" y="299911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4CFE7AD9-493D-9591-5DDE-2E08B43709E4}"/>
                </a:ext>
              </a:extLst>
            </p:cNvPr>
            <p:cNvSpPr/>
            <p:nvPr/>
          </p:nvSpPr>
          <p:spPr>
            <a:xfrm>
              <a:off x="5735066" y="3334194"/>
              <a:ext cx="6350" cy="237045"/>
            </a:xfrm>
            <a:custGeom>
              <a:avLst/>
              <a:gdLst>
                <a:gd name="connsiteX0" fmla="*/ 0 w 6350"/>
                <a:gd name="connsiteY0" fmla="*/ 237046 h 237045"/>
                <a:gd name="connsiteX1" fmla="*/ 0 w 6350"/>
                <a:gd name="connsiteY1" fmla="*/ 0 h 23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37045">
                  <a:moveTo>
                    <a:pt x="0" y="237046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95A5237E-737D-88C5-F3C6-FC0D954A4D95}"/>
                </a:ext>
              </a:extLst>
            </p:cNvPr>
            <p:cNvSpPr/>
            <p:nvPr/>
          </p:nvSpPr>
          <p:spPr>
            <a:xfrm>
              <a:off x="6385560" y="3577780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4" name="Gráfico 4">
            <a:extLst>
              <a:ext uri="{FF2B5EF4-FFF2-40B4-BE49-F238E27FC236}">
                <a16:creationId xmlns:a16="http://schemas.microsoft.com/office/drawing/2014/main" id="{4851A31F-197C-C9B4-9DE3-F5E678F396E6}"/>
              </a:ext>
            </a:extLst>
          </p:cNvPr>
          <p:cNvGrpSpPr/>
          <p:nvPr/>
        </p:nvGrpSpPr>
        <p:grpSpPr>
          <a:xfrm>
            <a:off x="5603184" y="4231996"/>
            <a:ext cx="826297" cy="647883"/>
            <a:chOff x="5603184" y="4231996"/>
            <a:chExt cx="826297" cy="647883"/>
          </a:xfrm>
          <a:noFill/>
        </p:grpSpPr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18102E8A-EFE1-874E-1D8E-E30BB434EF92}"/>
                </a:ext>
              </a:extLst>
            </p:cNvPr>
            <p:cNvSpPr/>
            <p:nvPr/>
          </p:nvSpPr>
          <p:spPr>
            <a:xfrm>
              <a:off x="6151054" y="4661979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DC088F21-C1FC-DE9F-EF5E-13357235BC6E}"/>
                </a:ext>
              </a:extLst>
            </p:cNvPr>
            <p:cNvSpPr/>
            <p:nvPr/>
          </p:nvSpPr>
          <p:spPr>
            <a:xfrm>
              <a:off x="5735065" y="4463859"/>
              <a:ext cx="569722" cy="416020"/>
            </a:xfrm>
            <a:custGeom>
              <a:avLst/>
              <a:gdLst>
                <a:gd name="connsiteX0" fmla="*/ 0 w 569722"/>
                <a:gd name="connsiteY0" fmla="*/ 4953 h 416020"/>
                <a:gd name="connsiteX1" fmla="*/ 0 w 569722"/>
                <a:gd name="connsiteY1" fmla="*/ 241999 h 416020"/>
                <a:gd name="connsiteX2" fmla="*/ 137097 w 569722"/>
                <a:gd name="connsiteY2" fmla="*/ 357505 h 416020"/>
                <a:gd name="connsiteX3" fmla="*/ 136970 w 569722"/>
                <a:gd name="connsiteY3" fmla="*/ 357505 h 416020"/>
                <a:gd name="connsiteX4" fmla="*/ 137224 w 569722"/>
                <a:gd name="connsiteY4" fmla="*/ 357505 h 416020"/>
                <a:gd name="connsiteX5" fmla="*/ 141351 w 569722"/>
                <a:gd name="connsiteY5" fmla="*/ 357886 h 416020"/>
                <a:gd name="connsiteX6" fmla="*/ 146368 w 569722"/>
                <a:gd name="connsiteY6" fmla="*/ 358267 h 416020"/>
                <a:gd name="connsiteX7" fmla="*/ 235458 w 569722"/>
                <a:gd name="connsiteY7" fmla="*/ 360363 h 416020"/>
                <a:gd name="connsiteX8" fmla="*/ 241110 w 569722"/>
                <a:gd name="connsiteY8" fmla="*/ 362014 h 416020"/>
                <a:gd name="connsiteX9" fmla="*/ 241173 w 569722"/>
                <a:gd name="connsiteY9" fmla="*/ 362014 h 416020"/>
                <a:gd name="connsiteX10" fmla="*/ 284036 w 569722"/>
                <a:gd name="connsiteY10" fmla="*/ 415354 h 416020"/>
                <a:gd name="connsiteX11" fmla="*/ 285687 w 569722"/>
                <a:gd name="connsiteY11" fmla="*/ 415354 h 416020"/>
                <a:gd name="connsiteX12" fmla="*/ 327851 w 569722"/>
                <a:gd name="connsiteY12" fmla="*/ 362268 h 416020"/>
                <a:gd name="connsiteX13" fmla="*/ 329248 w 569722"/>
                <a:gd name="connsiteY13" fmla="*/ 361760 h 416020"/>
                <a:gd name="connsiteX14" fmla="*/ 348933 w 569722"/>
                <a:gd name="connsiteY14" fmla="*/ 358204 h 416020"/>
                <a:gd name="connsiteX15" fmla="*/ 428562 w 569722"/>
                <a:gd name="connsiteY15" fmla="*/ 357886 h 416020"/>
                <a:gd name="connsiteX16" fmla="*/ 569722 w 569722"/>
                <a:gd name="connsiteY16" fmla="*/ 237427 h 416020"/>
                <a:gd name="connsiteX17" fmla="*/ 569722 w 569722"/>
                <a:gd name="connsiteY17" fmla="*/ 0 h 41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416020">
                  <a:moveTo>
                    <a:pt x="0" y="4953"/>
                  </a:moveTo>
                  <a:lnTo>
                    <a:pt x="0" y="241999"/>
                  </a:lnTo>
                  <a:cubicBezTo>
                    <a:pt x="3112" y="312166"/>
                    <a:pt x="-20828" y="357505"/>
                    <a:pt x="137097" y="357505"/>
                  </a:cubicBezTo>
                  <a:lnTo>
                    <a:pt x="136970" y="357505"/>
                  </a:lnTo>
                  <a:cubicBezTo>
                    <a:pt x="136970" y="357505"/>
                    <a:pt x="137160" y="357505"/>
                    <a:pt x="137224" y="357505"/>
                  </a:cubicBezTo>
                  <a:cubicBezTo>
                    <a:pt x="138621" y="357632"/>
                    <a:pt x="139954" y="357759"/>
                    <a:pt x="141351" y="357886"/>
                  </a:cubicBezTo>
                  <a:cubicBezTo>
                    <a:pt x="143002" y="358013"/>
                    <a:pt x="144717" y="358140"/>
                    <a:pt x="146368" y="358267"/>
                  </a:cubicBezTo>
                  <a:cubicBezTo>
                    <a:pt x="151130" y="358585"/>
                    <a:pt x="230759" y="359220"/>
                    <a:pt x="235458" y="360363"/>
                  </a:cubicBezTo>
                  <a:cubicBezTo>
                    <a:pt x="237427" y="360871"/>
                    <a:pt x="239268" y="361379"/>
                    <a:pt x="241110" y="362014"/>
                  </a:cubicBezTo>
                  <a:cubicBezTo>
                    <a:pt x="241110" y="362014"/>
                    <a:pt x="241110" y="362014"/>
                    <a:pt x="241173" y="362014"/>
                  </a:cubicBezTo>
                  <a:cubicBezTo>
                    <a:pt x="268986" y="373063"/>
                    <a:pt x="280988" y="405448"/>
                    <a:pt x="284036" y="415354"/>
                  </a:cubicBezTo>
                  <a:cubicBezTo>
                    <a:pt x="284290" y="416243"/>
                    <a:pt x="285433" y="416243"/>
                    <a:pt x="285687" y="415354"/>
                  </a:cubicBezTo>
                  <a:cubicBezTo>
                    <a:pt x="288735" y="405575"/>
                    <a:pt x="300482" y="373571"/>
                    <a:pt x="327851" y="362268"/>
                  </a:cubicBezTo>
                  <a:cubicBezTo>
                    <a:pt x="328295" y="362077"/>
                    <a:pt x="328740" y="361950"/>
                    <a:pt x="329248" y="361760"/>
                  </a:cubicBezTo>
                  <a:cubicBezTo>
                    <a:pt x="335661" y="359728"/>
                    <a:pt x="342329" y="358712"/>
                    <a:pt x="348933" y="358204"/>
                  </a:cubicBezTo>
                  <a:cubicBezTo>
                    <a:pt x="350520" y="358077"/>
                    <a:pt x="426974" y="357886"/>
                    <a:pt x="428562" y="357886"/>
                  </a:cubicBezTo>
                  <a:cubicBezTo>
                    <a:pt x="569722" y="357886"/>
                    <a:pt x="569532" y="312039"/>
                    <a:pt x="569722" y="237427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745D020B-739B-250B-70C1-37C1570F9B3D}"/>
                </a:ext>
              </a:extLst>
            </p:cNvPr>
            <p:cNvSpPr/>
            <p:nvPr/>
          </p:nvSpPr>
          <p:spPr>
            <a:xfrm>
              <a:off x="5603184" y="4231996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7168FF56-1B4B-A762-7FA7-ABAAD99AE154}"/>
                </a:ext>
              </a:extLst>
            </p:cNvPr>
            <p:cNvSpPr/>
            <p:nvPr/>
          </p:nvSpPr>
          <p:spPr>
            <a:xfrm>
              <a:off x="6019927" y="4404296"/>
              <a:ext cx="175005" cy="257682"/>
            </a:xfrm>
            <a:custGeom>
              <a:avLst/>
              <a:gdLst>
                <a:gd name="connsiteX0" fmla="*/ 175006 w 175005"/>
                <a:gd name="connsiteY0" fmla="*/ 257683 h 257682"/>
                <a:gd name="connsiteX1" fmla="*/ 175006 w 175005"/>
                <a:gd name="connsiteY1" fmla="*/ 86932 h 257682"/>
                <a:gd name="connsiteX2" fmla="*/ 0 w 175005"/>
                <a:gd name="connsiteY2" fmla="*/ 0 h 25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005" h="257682">
                  <a:moveTo>
                    <a:pt x="175006" y="257683"/>
                  </a:moveTo>
                  <a:lnTo>
                    <a:pt x="175006" y="8693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9" name="Gráfico 4">
            <a:extLst>
              <a:ext uri="{FF2B5EF4-FFF2-40B4-BE49-F238E27FC236}">
                <a16:creationId xmlns:a16="http://schemas.microsoft.com/office/drawing/2014/main" id="{654742E5-82C4-143F-CF52-5F565503824C}"/>
              </a:ext>
            </a:extLst>
          </p:cNvPr>
          <p:cNvGrpSpPr/>
          <p:nvPr/>
        </p:nvGrpSpPr>
        <p:grpSpPr>
          <a:xfrm>
            <a:off x="1359661" y="4281043"/>
            <a:ext cx="562229" cy="590375"/>
            <a:chOff x="1359661" y="4281043"/>
            <a:chExt cx="562229" cy="590375"/>
          </a:xfrm>
        </p:grpSpPr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7EC8F699-CF2A-5ED5-E1D0-9AAD148B049A}"/>
                </a:ext>
              </a:extLst>
            </p:cNvPr>
            <p:cNvSpPr/>
            <p:nvPr/>
          </p:nvSpPr>
          <p:spPr>
            <a:xfrm>
              <a:off x="1359661" y="4823840"/>
              <a:ext cx="562229" cy="47577"/>
            </a:xfrm>
            <a:custGeom>
              <a:avLst/>
              <a:gdLst>
                <a:gd name="connsiteX0" fmla="*/ 562229 w 562229"/>
                <a:gd name="connsiteY0" fmla="*/ 64 h 47577"/>
                <a:gd name="connsiteX1" fmla="*/ 340741 w 562229"/>
                <a:gd name="connsiteY1" fmla="*/ 64 h 47577"/>
                <a:gd name="connsiteX2" fmla="*/ 336360 w 562229"/>
                <a:gd name="connsiteY2" fmla="*/ 318 h 47577"/>
                <a:gd name="connsiteX3" fmla="*/ 318071 w 562229"/>
                <a:gd name="connsiteY3" fmla="*/ 3493 h 47577"/>
                <a:gd name="connsiteX4" fmla="*/ 316865 w 562229"/>
                <a:gd name="connsiteY4" fmla="*/ 3874 h 47577"/>
                <a:gd name="connsiteX5" fmla="*/ 277686 w 562229"/>
                <a:gd name="connsiteY5" fmla="*/ 47054 h 47577"/>
                <a:gd name="connsiteX6" fmla="*/ 276161 w 562229"/>
                <a:gd name="connsiteY6" fmla="*/ 47054 h 47577"/>
                <a:gd name="connsiteX7" fmla="*/ 236411 w 562229"/>
                <a:gd name="connsiteY7" fmla="*/ 3683 h 47577"/>
                <a:gd name="connsiteX8" fmla="*/ 236347 w 562229"/>
                <a:gd name="connsiteY8" fmla="*/ 3683 h 47577"/>
                <a:gd name="connsiteX9" fmla="*/ 231077 w 562229"/>
                <a:gd name="connsiteY9" fmla="*/ 2350 h 47577"/>
                <a:gd name="connsiteX10" fmla="*/ 217932 w 562229"/>
                <a:gd name="connsiteY10" fmla="*/ 635 h 47577"/>
                <a:gd name="connsiteX11" fmla="*/ 213233 w 562229"/>
                <a:gd name="connsiteY11" fmla="*/ 318 h 47577"/>
                <a:gd name="connsiteX12" fmla="*/ 209423 w 562229"/>
                <a:gd name="connsiteY12" fmla="*/ 0 h 47577"/>
                <a:gd name="connsiteX13" fmla="*/ 209169 w 562229"/>
                <a:gd name="connsiteY13" fmla="*/ 0 h 47577"/>
                <a:gd name="connsiteX14" fmla="*/ 0 w 562229"/>
                <a:gd name="connsiteY14" fmla="*/ 0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2229" h="47577">
                  <a:moveTo>
                    <a:pt x="562229" y="64"/>
                  </a:moveTo>
                  <a:lnTo>
                    <a:pt x="340741" y="64"/>
                  </a:lnTo>
                  <a:cubicBezTo>
                    <a:pt x="339280" y="191"/>
                    <a:pt x="337820" y="254"/>
                    <a:pt x="336360" y="318"/>
                  </a:cubicBezTo>
                  <a:cubicBezTo>
                    <a:pt x="330200" y="699"/>
                    <a:pt x="324041" y="1842"/>
                    <a:pt x="318071" y="3493"/>
                  </a:cubicBezTo>
                  <a:cubicBezTo>
                    <a:pt x="317691" y="3620"/>
                    <a:pt x="317246" y="3747"/>
                    <a:pt x="316865" y="3874"/>
                  </a:cubicBezTo>
                  <a:cubicBezTo>
                    <a:pt x="291465" y="13018"/>
                    <a:pt x="280543" y="39116"/>
                    <a:pt x="277686" y="47054"/>
                  </a:cubicBezTo>
                  <a:cubicBezTo>
                    <a:pt x="277432" y="47752"/>
                    <a:pt x="276416" y="47752"/>
                    <a:pt x="276161" y="47054"/>
                  </a:cubicBezTo>
                  <a:cubicBezTo>
                    <a:pt x="273304" y="39053"/>
                    <a:pt x="262255" y="12700"/>
                    <a:pt x="236411" y="3683"/>
                  </a:cubicBezTo>
                  <a:cubicBezTo>
                    <a:pt x="236411" y="3683"/>
                    <a:pt x="236411" y="3683"/>
                    <a:pt x="236347" y="3683"/>
                  </a:cubicBezTo>
                  <a:cubicBezTo>
                    <a:pt x="234633" y="3175"/>
                    <a:pt x="232918" y="2731"/>
                    <a:pt x="231077" y="2350"/>
                  </a:cubicBezTo>
                  <a:cubicBezTo>
                    <a:pt x="226759" y="1397"/>
                    <a:pt x="222377" y="953"/>
                    <a:pt x="217932" y="635"/>
                  </a:cubicBezTo>
                  <a:cubicBezTo>
                    <a:pt x="216345" y="508"/>
                    <a:pt x="214821" y="445"/>
                    <a:pt x="213233" y="318"/>
                  </a:cubicBezTo>
                  <a:cubicBezTo>
                    <a:pt x="211963" y="254"/>
                    <a:pt x="210693" y="127"/>
                    <a:pt x="209423" y="0"/>
                  </a:cubicBezTo>
                  <a:cubicBezTo>
                    <a:pt x="209360" y="0"/>
                    <a:pt x="209296" y="0"/>
                    <a:pt x="209169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A2B5AE7D-65D1-2436-60F7-50F38FE822E3}"/>
                </a:ext>
              </a:extLst>
            </p:cNvPr>
            <p:cNvSpPr/>
            <p:nvPr/>
          </p:nvSpPr>
          <p:spPr>
            <a:xfrm>
              <a:off x="1633791" y="4454588"/>
              <a:ext cx="141477" cy="130746"/>
            </a:xfrm>
            <a:custGeom>
              <a:avLst/>
              <a:gdLst>
                <a:gd name="connsiteX0" fmla="*/ 118872 w 141477"/>
                <a:gd name="connsiteY0" fmla="*/ 130746 h 130746"/>
                <a:gd name="connsiteX1" fmla="*/ 141478 w 141477"/>
                <a:gd name="connsiteY1" fmla="*/ 130746 h 130746"/>
                <a:gd name="connsiteX2" fmla="*/ 100266 w 141477"/>
                <a:gd name="connsiteY2" fmla="*/ 41656 h 130746"/>
                <a:gd name="connsiteX3" fmla="*/ 0 w 141477"/>
                <a:gd name="connsiteY3" fmla="*/ 0 h 130746"/>
                <a:gd name="connsiteX4" fmla="*/ 0 w 141477"/>
                <a:gd name="connsiteY4" fmla="*/ 22606 h 130746"/>
                <a:gd name="connsiteX5" fmla="*/ 84328 w 141477"/>
                <a:gd name="connsiteY5" fmla="*/ 57595 h 130746"/>
                <a:gd name="connsiteX6" fmla="*/ 118935 w 141477"/>
                <a:gd name="connsiteY6" fmla="*/ 130746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7" h="130746">
                  <a:moveTo>
                    <a:pt x="118872" y="130746"/>
                  </a:moveTo>
                  <a:lnTo>
                    <a:pt x="141478" y="130746"/>
                  </a:lnTo>
                  <a:cubicBezTo>
                    <a:pt x="138874" y="97917"/>
                    <a:pt x="124904" y="66294"/>
                    <a:pt x="100266" y="41656"/>
                  </a:cubicBezTo>
                  <a:cubicBezTo>
                    <a:pt x="73469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5" y="35115"/>
                    <a:pt x="84328" y="57595"/>
                  </a:cubicBezTo>
                  <a:cubicBezTo>
                    <a:pt x="104585" y="77851"/>
                    <a:pt x="116332" y="103759"/>
                    <a:pt x="118935" y="130746"/>
                  </a:cubicBezTo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8CF5CDD4-1978-6AC6-A55C-2D660E1F35FF}"/>
                </a:ext>
              </a:extLst>
            </p:cNvPr>
            <p:cNvSpPr/>
            <p:nvPr/>
          </p:nvSpPr>
          <p:spPr>
            <a:xfrm>
              <a:off x="1421130" y="4369561"/>
              <a:ext cx="434086" cy="442214"/>
            </a:xfrm>
            <a:custGeom>
              <a:avLst/>
              <a:gdLst>
                <a:gd name="connsiteX0" fmla="*/ 0 w 434086"/>
                <a:gd name="connsiteY0" fmla="*/ 442214 h 442214"/>
                <a:gd name="connsiteX1" fmla="*/ 0 w 434086"/>
                <a:gd name="connsiteY1" fmla="*/ 221107 h 442214"/>
                <a:gd name="connsiteX2" fmla="*/ 217043 w 434086"/>
                <a:gd name="connsiteY2" fmla="*/ 0 h 442214"/>
                <a:gd name="connsiteX3" fmla="*/ 217043 w 434086"/>
                <a:gd name="connsiteY3" fmla="*/ 0 h 442214"/>
                <a:gd name="connsiteX4" fmla="*/ 434086 w 434086"/>
                <a:gd name="connsiteY4" fmla="*/ 221107 h 442214"/>
                <a:gd name="connsiteX5" fmla="*/ 434086 w 434086"/>
                <a:gd name="connsiteY5" fmla="*/ 442214 h 442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86" h="442214">
                  <a:moveTo>
                    <a:pt x="0" y="442214"/>
                  </a:moveTo>
                  <a:lnTo>
                    <a:pt x="0" y="221107"/>
                  </a:lnTo>
                  <a:cubicBezTo>
                    <a:pt x="0" y="98997"/>
                    <a:pt x="97155" y="0"/>
                    <a:pt x="217043" y="0"/>
                  </a:cubicBezTo>
                  <a:lnTo>
                    <a:pt x="217043" y="0"/>
                  </a:lnTo>
                  <a:cubicBezTo>
                    <a:pt x="336868" y="0"/>
                    <a:pt x="434086" y="98997"/>
                    <a:pt x="434086" y="221107"/>
                  </a:cubicBezTo>
                  <a:lnTo>
                    <a:pt x="434086" y="442214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A8D319C5-8A3B-A239-9221-F2AB792DFFFC}"/>
                </a:ext>
              </a:extLst>
            </p:cNvPr>
            <p:cNvSpPr/>
            <p:nvPr/>
          </p:nvSpPr>
          <p:spPr>
            <a:xfrm>
              <a:off x="1638173" y="4281043"/>
              <a:ext cx="6350" cy="76327"/>
            </a:xfrm>
            <a:custGeom>
              <a:avLst/>
              <a:gdLst>
                <a:gd name="connsiteX0" fmla="*/ 0 w 6350"/>
                <a:gd name="connsiteY0" fmla="*/ 76327 h 76327"/>
                <a:gd name="connsiteX1" fmla="*/ 0 w 6350"/>
                <a:gd name="connsiteY1" fmla="*/ 0 h 7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76327">
                  <a:moveTo>
                    <a:pt x="0" y="76327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64" name="Gráfico 4">
            <a:extLst>
              <a:ext uri="{FF2B5EF4-FFF2-40B4-BE49-F238E27FC236}">
                <a16:creationId xmlns:a16="http://schemas.microsoft.com/office/drawing/2014/main" id="{52406B97-03DB-95B6-792B-5BF3D5ABE7E2}"/>
              </a:ext>
            </a:extLst>
          </p:cNvPr>
          <p:cNvGrpSpPr/>
          <p:nvPr/>
        </p:nvGrpSpPr>
        <p:grpSpPr>
          <a:xfrm>
            <a:off x="4293044" y="4229100"/>
            <a:ext cx="735202" cy="613473"/>
            <a:chOff x="4293044" y="4229100"/>
            <a:chExt cx="735202" cy="613473"/>
          </a:xfrm>
          <a:noFill/>
        </p:grpSpPr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F1B47D5F-18DE-433E-BC2A-6EA7E1F56512}"/>
                </a:ext>
              </a:extLst>
            </p:cNvPr>
            <p:cNvSpPr/>
            <p:nvPr/>
          </p:nvSpPr>
          <p:spPr>
            <a:xfrm>
              <a:off x="4576064" y="4229100"/>
              <a:ext cx="169164" cy="84582"/>
            </a:xfrm>
            <a:custGeom>
              <a:avLst/>
              <a:gdLst>
                <a:gd name="connsiteX0" fmla="*/ 0 w 169164"/>
                <a:gd name="connsiteY0" fmla="*/ 84582 h 84582"/>
                <a:gd name="connsiteX1" fmla="*/ 84582 w 169164"/>
                <a:gd name="connsiteY1" fmla="*/ 0 h 84582"/>
                <a:gd name="connsiteX2" fmla="*/ 169164 w 169164"/>
                <a:gd name="connsiteY2" fmla="*/ 84582 h 8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9164" h="84582">
                  <a:moveTo>
                    <a:pt x="0" y="84582"/>
                  </a:moveTo>
                  <a:cubicBezTo>
                    <a:pt x="0" y="37846"/>
                    <a:pt x="37846" y="0"/>
                    <a:pt x="84582" y="0"/>
                  </a:cubicBezTo>
                  <a:cubicBezTo>
                    <a:pt x="131318" y="0"/>
                    <a:pt x="169164" y="37846"/>
                    <a:pt x="169164" y="84582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F602CD73-AED6-4018-61E4-EA2ED5E84051}"/>
                </a:ext>
              </a:extLst>
            </p:cNvPr>
            <p:cNvSpPr/>
            <p:nvPr/>
          </p:nvSpPr>
          <p:spPr>
            <a:xfrm>
              <a:off x="4293044" y="4443984"/>
              <a:ext cx="735202" cy="180943"/>
            </a:xfrm>
            <a:custGeom>
              <a:avLst/>
              <a:gdLst>
                <a:gd name="connsiteX0" fmla="*/ 0 w 735202"/>
                <a:gd name="connsiteY0" fmla="*/ 4445 h 180943"/>
                <a:gd name="connsiteX1" fmla="*/ 0 w 735202"/>
                <a:gd name="connsiteY1" fmla="*/ 4635 h 180943"/>
                <a:gd name="connsiteX2" fmla="*/ 176911 w 735202"/>
                <a:gd name="connsiteY2" fmla="*/ 121729 h 180943"/>
                <a:gd name="connsiteX3" fmla="*/ 176721 w 735202"/>
                <a:gd name="connsiteY3" fmla="*/ 121729 h 180943"/>
                <a:gd name="connsiteX4" fmla="*/ 177038 w 735202"/>
                <a:gd name="connsiteY4" fmla="*/ 121729 h 180943"/>
                <a:gd name="connsiteX5" fmla="*/ 182372 w 735202"/>
                <a:gd name="connsiteY5" fmla="*/ 122110 h 180943"/>
                <a:gd name="connsiteX6" fmla="*/ 188849 w 735202"/>
                <a:gd name="connsiteY6" fmla="*/ 122491 h 180943"/>
                <a:gd name="connsiteX7" fmla="*/ 303784 w 735202"/>
                <a:gd name="connsiteY7" fmla="*/ 124587 h 180943"/>
                <a:gd name="connsiteX8" fmla="*/ 311086 w 735202"/>
                <a:gd name="connsiteY8" fmla="*/ 126238 h 180943"/>
                <a:gd name="connsiteX9" fmla="*/ 311214 w 735202"/>
                <a:gd name="connsiteY9" fmla="*/ 126238 h 180943"/>
                <a:gd name="connsiteX10" fmla="*/ 366522 w 735202"/>
                <a:gd name="connsiteY10" fmla="*/ 180276 h 180943"/>
                <a:gd name="connsiteX11" fmla="*/ 368681 w 735202"/>
                <a:gd name="connsiteY11" fmla="*/ 180276 h 180943"/>
                <a:gd name="connsiteX12" fmla="*/ 423101 w 735202"/>
                <a:gd name="connsiteY12" fmla="*/ 126492 h 180943"/>
                <a:gd name="connsiteX13" fmla="*/ 424878 w 735202"/>
                <a:gd name="connsiteY13" fmla="*/ 125984 h 180943"/>
                <a:gd name="connsiteX14" fmla="*/ 450342 w 735202"/>
                <a:gd name="connsiteY14" fmla="*/ 122428 h 180943"/>
                <a:gd name="connsiteX15" fmla="*/ 553021 w 735202"/>
                <a:gd name="connsiteY15" fmla="*/ 122047 h 180943"/>
                <a:gd name="connsiteX16" fmla="*/ 735203 w 735202"/>
                <a:gd name="connsiteY16" fmla="*/ 0 h 18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5202" h="180943">
                  <a:moveTo>
                    <a:pt x="0" y="4445"/>
                  </a:moveTo>
                  <a:lnTo>
                    <a:pt x="0" y="4635"/>
                  </a:lnTo>
                  <a:cubicBezTo>
                    <a:pt x="4064" y="75755"/>
                    <a:pt x="-26924" y="121729"/>
                    <a:pt x="176911" y="121729"/>
                  </a:cubicBezTo>
                  <a:lnTo>
                    <a:pt x="176721" y="121729"/>
                  </a:lnTo>
                  <a:cubicBezTo>
                    <a:pt x="176721" y="121729"/>
                    <a:pt x="176911" y="121729"/>
                    <a:pt x="177038" y="121729"/>
                  </a:cubicBezTo>
                  <a:cubicBezTo>
                    <a:pt x="178816" y="121857"/>
                    <a:pt x="180594" y="121983"/>
                    <a:pt x="182372" y="122110"/>
                  </a:cubicBezTo>
                  <a:cubicBezTo>
                    <a:pt x="184531" y="122238"/>
                    <a:pt x="186690" y="122364"/>
                    <a:pt x="188849" y="122491"/>
                  </a:cubicBezTo>
                  <a:cubicBezTo>
                    <a:pt x="195009" y="122809"/>
                    <a:pt x="297752" y="123444"/>
                    <a:pt x="303784" y="124587"/>
                  </a:cubicBezTo>
                  <a:cubicBezTo>
                    <a:pt x="306324" y="125095"/>
                    <a:pt x="308737" y="125666"/>
                    <a:pt x="311086" y="126238"/>
                  </a:cubicBezTo>
                  <a:cubicBezTo>
                    <a:pt x="311086" y="126238"/>
                    <a:pt x="311150" y="126238"/>
                    <a:pt x="311214" y="126238"/>
                  </a:cubicBezTo>
                  <a:cubicBezTo>
                    <a:pt x="347154" y="137414"/>
                    <a:pt x="362585" y="170307"/>
                    <a:pt x="366522" y="180276"/>
                  </a:cubicBezTo>
                  <a:cubicBezTo>
                    <a:pt x="366903" y="181165"/>
                    <a:pt x="368300" y="181165"/>
                    <a:pt x="368681" y="180276"/>
                  </a:cubicBezTo>
                  <a:cubicBezTo>
                    <a:pt x="372618" y="170370"/>
                    <a:pt x="387795" y="137922"/>
                    <a:pt x="423101" y="126492"/>
                  </a:cubicBezTo>
                  <a:cubicBezTo>
                    <a:pt x="423672" y="126301"/>
                    <a:pt x="424307" y="126174"/>
                    <a:pt x="424878" y="125984"/>
                  </a:cubicBezTo>
                  <a:cubicBezTo>
                    <a:pt x="433197" y="123952"/>
                    <a:pt x="441706" y="122872"/>
                    <a:pt x="450342" y="122428"/>
                  </a:cubicBezTo>
                  <a:cubicBezTo>
                    <a:pt x="452374" y="122301"/>
                    <a:pt x="551053" y="122047"/>
                    <a:pt x="553021" y="122047"/>
                  </a:cubicBezTo>
                  <a:cubicBezTo>
                    <a:pt x="735203" y="122047"/>
                    <a:pt x="734949" y="75628"/>
                    <a:pt x="735203" y="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FFA0F2C1-55A0-C0C3-8720-F78A78B2798A}"/>
                </a:ext>
              </a:extLst>
            </p:cNvPr>
            <p:cNvSpPr/>
            <p:nvPr/>
          </p:nvSpPr>
          <p:spPr>
            <a:xfrm>
              <a:off x="4293044" y="4313682"/>
              <a:ext cx="735139" cy="528891"/>
            </a:xfrm>
            <a:custGeom>
              <a:avLst/>
              <a:gdLst>
                <a:gd name="connsiteX0" fmla="*/ 691134 w 735139"/>
                <a:gd name="connsiteY0" fmla="*/ 0 h 528891"/>
                <a:gd name="connsiteX1" fmla="*/ 735139 w 735139"/>
                <a:gd name="connsiteY1" fmla="*/ 44006 h 528891"/>
                <a:gd name="connsiteX2" fmla="*/ 735139 w 735139"/>
                <a:gd name="connsiteY2" fmla="*/ 484886 h 528891"/>
                <a:gd name="connsiteX3" fmla="*/ 691134 w 735139"/>
                <a:gd name="connsiteY3" fmla="*/ 528891 h 528891"/>
                <a:gd name="connsiteX4" fmla="*/ 44006 w 735139"/>
                <a:gd name="connsiteY4" fmla="*/ 528891 h 528891"/>
                <a:gd name="connsiteX5" fmla="*/ 0 w 735139"/>
                <a:gd name="connsiteY5" fmla="*/ 484886 h 528891"/>
                <a:gd name="connsiteX6" fmla="*/ 0 w 735139"/>
                <a:gd name="connsiteY6" fmla="*/ 44006 h 528891"/>
                <a:gd name="connsiteX7" fmla="*/ 44006 w 735139"/>
                <a:gd name="connsiteY7" fmla="*/ 0 h 528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5139" h="528891">
                  <a:moveTo>
                    <a:pt x="691134" y="0"/>
                  </a:moveTo>
                  <a:cubicBezTo>
                    <a:pt x="715437" y="0"/>
                    <a:pt x="735139" y="19702"/>
                    <a:pt x="735139" y="44006"/>
                  </a:cubicBezTo>
                  <a:lnTo>
                    <a:pt x="735139" y="484886"/>
                  </a:lnTo>
                  <a:cubicBezTo>
                    <a:pt x="735139" y="509190"/>
                    <a:pt x="715437" y="528891"/>
                    <a:pt x="691134" y="528891"/>
                  </a:cubicBezTo>
                  <a:lnTo>
                    <a:pt x="44006" y="528891"/>
                  </a:lnTo>
                  <a:cubicBezTo>
                    <a:pt x="19702" y="528891"/>
                    <a:pt x="0" y="509190"/>
                    <a:pt x="0" y="484886"/>
                  </a:cubicBezTo>
                  <a:lnTo>
                    <a:pt x="0" y="44006"/>
                  </a:lnTo>
                  <a:cubicBezTo>
                    <a:pt x="0" y="19702"/>
                    <a:pt x="19702" y="0"/>
                    <a:pt x="44006" y="0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68" name="Gráfico 4">
            <a:extLst>
              <a:ext uri="{FF2B5EF4-FFF2-40B4-BE49-F238E27FC236}">
                <a16:creationId xmlns:a16="http://schemas.microsoft.com/office/drawing/2014/main" id="{00BCE0D1-6504-81B4-0E6D-BFF11894AA02}"/>
              </a:ext>
            </a:extLst>
          </p:cNvPr>
          <p:cNvGrpSpPr/>
          <p:nvPr/>
        </p:nvGrpSpPr>
        <p:grpSpPr>
          <a:xfrm>
            <a:off x="2781744" y="4369498"/>
            <a:ext cx="735139" cy="480250"/>
            <a:chOff x="2781744" y="4369498"/>
            <a:chExt cx="735139" cy="480250"/>
          </a:xfrm>
          <a:noFill/>
        </p:grpSpPr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FFB9F2FF-F51B-A216-7706-E750ED2B1BE0}"/>
                </a:ext>
              </a:extLst>
            </p:cNvPr>
            <p:cNvSpPr/>
            <p:nvPr/>
          </p:nvSpPr>
          <p:spPr>
            <a:xfrm>
              <a:off x="3156330" y="4405884"/>
              <a:ext cx="345884" cy="241490"/>
            </a:xfrm>
            <a:custGeom>
              <a:avLst/>
              <a:gdLst>
                <a:gd name="connsiteX0" fmla="*/ 345885 w 345884"/>
                <a:gd name="connsiteY0" fmla="*/ 0 h 241490"/>
                <a:gd name="connsiteX1" fmla="*/ 0 w 345884"/>
                <a:gd name="connsiteY1" fmla="*/ 241490 h 24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5884" h="241490">
                  <a:moveTo>
                    <a:pt x="345885" y="0"/>
                  </a:moveTo>
                  <a:cubicBezTo>
                    <a:pt x="204089" y="37973"/>
                    <a:pt x="58230" y="138747"/>
                    <a:pt x="0" y="24149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AAF4F6B7-FD88-74EC-1623-0C820A043282}"/>
                </a:ext>
              </a:extLst>
            </p:cNvPr>
            <p:cNvSpPr/>
            <p:nvPr/>
          </p:nvSpPr>
          <p:spPr>
            <a:xfrm>
              <a:off x="2795777" y="4405884"/>
              <a:ext cx="360552" cy="241490"/>
            </a:xfrm>
            <a:custGeom>
              <a:avLst/>
              <a:gdLst>
                <a:gd name="connsiteX0" fmla="*/ 0 w 360552"/>
                <a:gd name="connsiteY0" fmla="*/ 0 h 241490"/>
                <a:gd name="connsiteX1" fmla="*/ 360553 w 360552"/>
                <a:gd name="connsiteY1" fmla="*/ 241490 h 24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552" h="241490">
                  <a:moveTo>
                    <a:pt x="0" y="0"/>
                  </a:moveTo>
                  <a:cubicBezTo>
                    <a:pt x="144589" y="35877"/>
                    <a:pt x="295910" y="137160"/>
                    <a:pt x="360553" y="24149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8AA43001-80F3-7794-5353-9E98D898E9E6}"/>
                </a:ext>
              </a:extLst>
            </p:cNvPr>
            <p:cNvSpPr/>
            <p:nvPr/>
          </p:nvSpPr>
          <p:spPr>
            <a:xfrm>
              <a:off x="2781744" y="4369498"/>
              <a:ext cx="735139" cy="480250"/>
            </a:xfrm>
            <a:custGeom>
              <a:avLst/>
              <a:gdLst>
                <a:gd name="connsiteX0" fmla="*/ 691134 w 735139"/>
                <a:gd name="connsiteY0" fmla="*/ 0 h 480250"/>
                <a:gd name="connsiteX1" fmla="*/ 735139 w 735139"/>
                <a:gd name="connsiteY1" fmla="*/ 44005 h 480250"/>
                <a:gd name="connsiteX2" fmla="*/ 735139 w 735139"/>
                <a:gd name="connsiteY2" fmla="*/ 436245 h 480250"/>
                <a:gd name="connsiteX3" fmla="*/ 691134 w 735139"/>
                <a:gd name="connsiteY3" fmla="*/ 480250 h 480250"/>
                <a:gd name="connsiteX4" fmla="*/ 44005 w 735139"/>
                <a:gd name="connsiteY4" fmla="*/ 480250 h 480250"/>
                <a:gd name="connsiteX5" fmla="*/ 0 w 735139"/>
                <a:gd name="connsiteY5" fmla="*/ 436245 h 480250"/>
                <a:gd name="connsiteX6" fmla="*/ 0 w 735139"/>
                <a:gd name="connsiteY6" fmla="*/ 44005 h 480250"/>
                <a:gd name="connsiteX7" fmla="*/ 44005 w 735139"/>
                <a:gd name="connsiteY7" fmla="*/ 0 h 48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5139" h="480250">
                  <a:moveTo>
                    <a:pt x="691134" y="0"/>
                  </a:moveTo>
                  <a:cubicBezTo>
                    <a:pt x="715437" y="0"/>
                    <a:pt x="735139" y="19702"/>
                    <a:pt x="735139" y="44005"/>
                  </a:cubicBezTo>
                  <a:lnTo>
                    <a:pt x="735139" y="436245"/>
                  </a:lnTo>
                  <a:cubicBezTo>
                    <a:pt x="735139" y="460549"/>
                    <a:pt x="715437" y="480250"/>
                    <a:pt x="691134" y="480250"/>
                  </a:cubicBezTo>
                  <a:lnTo>
                    <a:pt x="44005" y="480250"/>
                  </a:lnTo>
                  <a:cubicBezTo>
                    <a:pt x="19702" y="480250"/>
                    <a:pt x="0" y="460549"/>
                    <a:pt x="0" y="436245"/>
                  </a:cubicBezTo>
                  <a:lnTo>
                    <a:pt x="0" y="44005"/>
                  </a:lnTo>
                  <a:cubicBezTo>
                    <a:pt x="0" y="19702"/>
                    <a:pt x="19702" y="0"/>
                    <a:pt x="44005" y="0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CF6875AC-E4AA-7AE9-D0DB-224D56EF72A9}"/>
                </a:ext>
              </a:extLst>
            </p:cNvPr>
            <p:cNvSpPr/>
            <p:nvPr/>
          </p:nvSpPr>
          <p:spPr>
            <a:xfrm>
              <a:off x="2808668" y="4578159"/>
              <a:ext cx="276860" cy="240982"/>
            </a:xfrm>
            <a:custGeom>
              <a:avLst/>
              <a:gdLst>
                <a:gd name="connsiteX0" fmla="*/ 276860 w 276860"/>
                <a:gd name="connsiteY0" fmla="*/ 0 h 240982"/>
                <a:gd name="connsiteX1" fmla="*/ 0 w 276860"/>
                <a:gd name="connsiteY1" fmla="*/ 240982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860" h="240982">
                  <a:moveTo>
                    <a:pt x="276860" y="0"/>
                  </a:moveTo>
                  <a:lnTo>
                    <a:pt x="0" y="24098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2A2FA89D-04BD-8835-8A1C-7ACB0AC5EB23}"/>
                </a:ext>
              </a:extLst>
            </p:cNvPr>
            <p:cNvSpPr/>
            <p:nvPr/>
          </p:nvSpPr>
          <p:spPr>
            <a:xfrm>
              <a:off x="3225355" y="4578159"/>
              <a:ext cx="276859" cy="240982"/>
            </a:xfrm>
            <a:custGeom>
              <a:avLst/>
              <a:gdLst>
                <a:gd name="connsiteX0" fmla="*/ 0 w 276859"/>
                <a:gd name="connsiteY0" fmla="*/ 0 h 240982"/>
                <a:gd name="connsiteX1" fmla="*/ 276860 w 276859"/>
                <a:gd name="connsiteY1" fmla="*/ 240982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859" h="240982">
                  <a:moveTo>
                    <a:pt x="0" y="0"/>
                  </a:moveTo>
                  <a:lnTo>
                    <a:pt x="276860" y="24098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74" name="Gráfico 4">
            <a:extLst>
              <a:ext uri="{FF2B5EF4-FFF2-40B4-BE49-F238E27FC236}">
                <a16:creationId xmlns:a16="http://schemas.microsoft.com/office/drawing/2014/main" id="{A88CF3BA-3317-7A35-8413-A5143FBF3892}"/>
              </a:ext>
            </a:extLst>
          </p:cNvPr>
          <p:cNvGrpSpPr/>
          <p:nvPr/>
        </p:nvGrpSpPr>
        <p:grpSpPr>
          <a:xfrm>
            <a:off x="1348803" y="5377497"/>
            <a:ext cx="555244" cy="646112"/>
            <a:chOff x="1348803" y="5377497"/>
            <a:chExt cx="555244" cy="646112"/>
          </a:xfrm>
          <a:noFill/>
        </p:grpSpPr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5998588C-AE87-CC76-A047-367133EF38EB}"/>
                </a:ext>
              </a:extLst>
            </p:cNvPr>
            <p:cNvSpPr/>
            <p:nvPr/>
          </p:nvSpPr>
          <p:spPr>
            <a:xfrm>
              <a:off x="1348803" y="5377497"/>
              <a:ext cx="555244" cy="49212"/>
            </a:xfrm>
            <a:custGeom>
              <a:avLst/>
              <a:gdLst>
                <a:gd name="connsiteX0" fmla="*/ 0 w 555244"/>
                <a:gd name="connsiteY0" fmla="*/ 49212 h 49212"/>
                <a:gd name="connsiteX1" fmla="*/ 218757 w 555244"/>
                <a:gd name="connsiteY1" fmla="*/ 49212 h 49212"/>
                <a:gd name="connsiteX2" fmla="*/ 223075 w 555244"/>
                <a:gd name="connsiteY2" fmla="*/ 48895 h 49212"/>
                <a:gd name="connsiteX3" fmla="*/ 241110 w 555244"/>
                <a:gd name="connsiteY3" fmla="*/ 45593 h 49212"/>
                <a:gd name="connsiteX4" fmla="*/ 242316 w 555244"/>
                <a:gd name="connsiteY4" fmla="*/ 45212 h 49212"/>
                <a:gd name="connsiteX5" fmla="*/ 280988 w 555244"/>
                <a:gd name="connsiteY5" fmla="*/ 571 h 49212"/>
                <a:gd name="connsiteX6" fmla="*/ 282511 w 555244"/>
                <a:gd name="connsiteY6" fmla="*/ 571 h 49212"/>
                <a:gd name="connsiteX7" fmla="*/ 321754 w 555244"/>
                <a:gd name="connsiteY7" fmla="*/ 45402 h 49212"/>
                <a:gd name="connsiteX8" fmla="*/ 321818 w 555244"/>
                <a:gd name="connsiteY8" fmla="*/ 45402 h 49212"/>
                <a:gd name="connsiteX9" fmla="*/ 327025 w 555244"/>
                <a:gd name="connsiteY9" fmla="*/ 46799 h 49212"/>
                <a:gd name="connsiteX10" fmla="*/ 339979 w 555244"/>
                <a:gd name="connsiteY10" fmla="*/ 48577 h 49212"/>
                <a:gd name="connsiteX11" fmla="*/ 344614 w 555244"/>
                <a:gd name="connsiteY11" fmla="*/ 48895 h 49212"/>
                <a:gd name="connsiteX12" fmla="*/ 348361 w 555244"/>
                <a:gd name="connsiteY12" fmla="*/ 49212 h 49212"/>
                <a:gd name="connsiteX13" fmla="*/ 348551 w 555244"/>
                <a:gd name="connsiteY13" fmla="*/ 49212 h 49212"/>
                <a:gd name="connsiteX14" fmla="*/ 555244 w 555244"/>
                <a:gd name="connsiteY14" fmla="*/ 49212 h 4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5244" h="49212">
                  <a:moveTo>
                    <a:pt x="0" y="49212"/>
                  </a:moveTo>
                  <a:lnTo>
                    <a:pt x="218757" y="49212"/>
                  </a:lnTo>
                  <a:cubicBezTo>
                    <a:pt x="220154" y="49086"/>
                    <a:pt x="221615" y="49022"/>
                    <a:pt x="223075" y="48895"/>
                  </a:cubicBezTo>
                  <a:cubicBezTo>
                    <a:pt x="229171" y="48514"/>
                    <a:pt x="235268" y="47307"/>
                    <a:pt x="241110" y="45593"/>
                  </a:cubicBezTo>
                  <a:cubicBezTo>
                    <a:pt x="241491" y="45466"/>
                    <a:pt x="241935" y="45339"/>
                    <a:pt x="242316" y="45212"/>
                  </a:cubicBezTo>
                  <a:cubicBezTo>
                    <a:pt x="267399" y="35750"/>
                    <a:pt x="278194" y="8826"/>
                    <a:pt x="280988" y="571"/>
                  </a:cubicBezTo>
                  <a:cubicBezTo>
                    <a:pt x="281242" y="-190"/>
                    <a:pt x="282257" y="-190"/>
                    <a:pt x="282511" y="571"/>
                  </a:cubicBezTo>
                  <a:cubicBezTo>
                    <a:pt x="285305" y="8826"/>
                    <a:pt x="296227" y="36131"/>
                    <a:pt x="321754" y="45402"/>
                  </a:cubicBezTo>
                  <a:cubicBezTo>
                    <a:pt x="321754" y="45402"/>
                    <a:pt x="321754" y="45402"/>
                    <a:pt x="321818" y="45402"/>
                  </a:cubicBezTo>
                  <a:cubicBezTo>
                    <a:pt x="323469" y="45911"/>
                    <a:pt x="325183" y="46355"/>
                    <a:pt x="327025" y="46799"/>
                  </a:cubicBezTo>
                  <a:cubicBezTo>
                    <a:pt x="331279" y="47752"/>
                    <a:pt x="335661" y="48260"/>
                    <a:pt x="339979" y="48577"/>
                  </a:cubicBezTo>
                  <a:cubicBezTo>
                    <a:pt x="341503" y="48705"/>
                    <a:pt x="343091" y="48768"/>
                    <a:pt x="344614" y="48895"/>
                  </a:cubicBezTo>
                  <a:cubicBezTo>
                    <a:pt x="345885" y="48958"/>
                    <a:pt x="347154" y="49086"/>
                    <a:pt x="348361" y="49212"/>
                  </a:cubicBezTo>
                  <a:cubicBezTo>
                    <a:pt x="348424" y="49212"/>
                    <a:pt x="348488" y="49212"/>
                    <a:pt x="348551" y="49212"/>
                  </a:cubicBezTo>
                  <a:lnTo>
                    <a:pt x="555244" y="49212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8524385A-91CB-70BB-213E-C55DD7E75652}"/>
                </a:ext>
              </a:extLst>
            </p:cNvPr>
            <p:cNvSpPr/>
            <p:nvPr/>
          </p:nvSpPr>
          <p:spPr>
            <a:xfrm>
              <a:off x="1348803" y="5434139"/>
              <a:ext cx="555244" cy="373760"/>
            </a:xfrm>
            <a:custGeom>
              <a:avLst/>
              <a:gdLst>
                <a:gd name="connsiteX0" fmla="*/ 555244 w 555244"/>
                <a:gd name="connsiteY0" fmla="*/ 0 h 373760"/>
                <a:gd name="connsiteX1" fmla="*/ 555244 w 555244"/>
                <a:gd name="connsiteY1" fmla="*/ 313880 h 373760"/>
                <a:gd name="connsiteX2" fmla="*/ 503555 w 555244"/>
                <a:gd name="connsiteY2" fmla="*/ 373761 h 373760"/>
                <a:gd name="connsiteX3" fmla="*/ 51689 w 555244"/>
                <a:gd name="connsiteY3" fmla="*/ 373761 h 373760"/>
                <a:gd name="connsiteX4" fmla="*/ 0 w 555244"/>
                <a:gd name="connsiteY4" fmla="*/ 313880 h 373760"/>
                <a:gd name="connsiteX5" fmla="*/ 0 w 555244"/>
                <a:gd name="connsiteY5" fmla="*/ 0 h 37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5244" h="373760">
                  <a:moveTo>
                    <a:pt x="555244" y="0"/>
                  </a:moveTo>
                  <a:lnTo>
                    <a:pt x="555244" y="313880"/>
                  </a:lnTo>
                  <a:cubicBezTo>
                    <a:pt x="555244" y="352552"/>
                    <a:pt x="532067" y="373761"/>
                    <a:pt x="503555" y="373761"/>
                  </a:cubicBezTo>
                  <a:lnTo>
                    <a:pt x="51689" y="373761"/>
                  </a:lnTo>
                  <a:cubicBezTo>
                    <a:pt x="23114" y="373761"/>
                    <a:pt x="0" y="352615"/>
                    <a:pt x="0" y="31388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16B0A4F9-B564-5E93-FE2A-64DCA6912894}"/>
                </a:ext>
              </a:extLst>
            </p:cNvPr>
            <p:cNvSpPr/>
            <p:nvPr/>
          </p:nvSpPr>
          <p:spPr>
            <a:xfrm>
              <a:off x="1621726" y="5815330"/>
              <a:ext cx="6350" cy="143446"/>
            </a:xfrm>
            <a:custGeom>
              <a:avLst/>
              <a:gdLst>
                <a:gd name="connsiteX0" fmla="*/ 0 w 6350"/>
                <a:gd name="connsiteY0" fmla="*/ 0 h 143446"/>
                <a:gd name="connsiteX1" fmla="*/ 0 w 6350"/>
                <a:gd name="connsiteY1" fmla="*/ 143447 h 143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43446">
                  <a:moveTo>
                    <a:pt x="0" y="0"/>
                  </a:moveTo>
                  <a:lnTo>
                    <a:pt x="0" y="143447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D3E3F821-8C18-2092-8288-FB794C7BEAFA}"/>
                </a:ext>
              </a:extLst>
            </p:cNvPr>
            <p:cNvSpPr/>
            <p:nvPr/>
          </p:nvSpPr>
          <p:spPr>
            <a:xfrm>
              <a:off x="1727835" y="5815330"/>
              <a:ext cx="70992" cy="208280"/>
            </a:xfrm>
            <a:custGeom>
              <a:avLst/>
              <a:gdLst>
                <a:gd name="connsiteX0" fmla="*/ 0 w 70992"/>
                <a:gd name="connsiteY0" fmla="*/ 0 h 208280"/>
                <a:gd name="connsiteX1" fmla="*/ 70993 w 70992"/>
                <a:gd name="connsiteY1" fmla="*/ 20828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92" h="208280">
                  <a:moveTo>
                    <a:pt x="0" y="0"/>
                  </a:moveTo>
                  <a:lnTo>
                    <a:pt x="70993" y="20828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3B3A6040-BDA8-15A3-6C1B-49EF8DC195ED}"/>
                </a:ext>
              </a:extLst>
            </p:cNvPr>
            <p:cNvSpPr/>
            <p:nvPr/>
          </p:nvSpPr>
          <p:spPr>
            <a:xfrm>
              <a:off x="1457769" y="5815330"/>
              <a:ext cx="70993" cy="208280"/>
            </a:xfrm>
            <a:custGeom>
              <a:avLst/>
              <a:gdLst>
                <a:gd name="connsiteX0" fmla="*/ 70993 w 70993"/>
                <a:gd name="connsiteY0" fmla="*/ 0 h 208280"/>
                <a:gd name="connsiteX1" fmla="*/ 0 w 70993"/>
                <a:gd name="connsiteY1" fmla="*/ 20828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93" h="208280">
                  <a:moveTo>
                    <a:pt x="70993" y="0"/>
                  </a:moveTo>
                  <a:lnTo>
                    <a:pt x="0" y="20828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101871D4-3985-1993-F23C-4EBB05BAFF3F}"/>
                </a:ext>
              </a:extLst>
            </p:cNvPr>
            <p:cNvSpPr/>
            <p:nvPr/>
          </p:nvSpPr>
          <p:spPr>
            <a:xfrm>
              <a:off x="1359789" y="5526595"/>
              <a:ext cx="544258" cy="6350"/>
            </a:xfrm>
            <a:custGeom>
              <a:avLst/>
              <a:gdLst>
                <a:gd name="connsiteX0" fmla="*/ 0 w 544258"/>
                <a:gd name="connsiteY0" fmla="*/ 0 h 6350"/>
                <a:gd name="connsiteX1" fmla="*/ 544259 w 544258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4258" h="6350">
                  <a:moveTo>
                    <a:pt x="0" y="0"/>
                  </a:moveTo>
                  <a:lnTo>
                    <a:pt x="544259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81" name="Gráfico 4">
            <a:extLst>
              <a:ext uri="{FF2B5EF4-FFF2-40B4-BE49-F238E27FC236}">
                <a16:creationId xmlns:a16="http://schemas.microsoft.com/office/drawing/2014/main" id="{25B64D03-114E-71EE-1C5C-4463A2523F64}"/>
              </a:ext>
            </a:extLst>
          </p:cNvPr>
          <p:cNvGrpSpPr/>
          <p:nvPr/>
        </p:nvGrpSpPr>
        <p:grpSpPr>
          <a:xfrm>
            <a:off x="4335462" y="5267642"/>
            <a:ext cx="650366" cy="723899"/>
            <a:chOff x="4335462" y="5267642"/>
            <a:chExt cx="650366" cy="723899"/>
          </a:xfrm>
        </p:grpSpPr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3F23B849-908D-ACFD-1945-219AEDF7EA96}"/>
                </a:ext>
              </a:extLst>
            </p:cNvPr>
            <p:cNvSpPr/>
            <p:nvPr/>
          </p:nvSpPr>
          <p:spPr>
            <a:xfrm>
              <a:off x="4549902" y="5811313"/>
              <a:ext cx="183578" cy="47577"/>
            </a:xfrm>
            <a:custGeom>
              <a:avLst/>
              <a:gdLst>
                <a:gd name="connsiteX0" fmla="*/ 183578 w 183578"/>
                <a:gd name="connsiteY0" fmla="*/ 47514 h 47577"/>
                <a:gd name="connsiteX1" fmla="*/ 157988 w 183578"/>
                <a:gd name="connsiteY1" fmla="*/ 47514 h 47577"/>
                <a:gd name="connsiteX2" fmla="*/ 153607 w 183578"/>
                <a:gd name="connsiteY2" fmla="*/ 47260 h 47577"/>
                <a:gd name="connsiteX3" fmla="*/ 135318 w 183578"/>
                <a:gd name="connsiteY3" fmla="*/ 44085 h 47577"/>
                <a:gd name="connsiteX4" fmla="*/ 134112 w 183578"/>
                <a:gd name="connsiteY4" fmla="*/ 43704 h 47577"/>
                <a:gd name="connsiteX5" fmla="*/ 94932 w 183578"/>
                <a:gd name="connsiteY5" fmla="*/ 524 h 47577"/>
                <a:gd name="connsiteX6" fmla="*/ 93408 w 183578"/>
                <a:gd name="connsiteY6" fmla="*/ 524 h 47577"/>
                <a:gd name="connsiteX7" fmla="*/ 53657 w 183578"/>
                <a:gd name="connsiteY7" fmla="*/ 43894 h 47577"/>
                <a:gd name="connsiteX8" fmla="*/ 53594 w 183578"/>
                <a:gd name="connsiteY8" fmla="*/ 43894 h 47577"/>
                <a:gd name="connsiteX9" fmla="*/ 48323 w 183578"/>
                <a:gd name="connsiteY9" fmla="*/ 45228 h 47577"/>
                <a:gd name="connsiteX10" fmla="*/ 35179 w 183578"/>
                <a:gd name="connsiteY10" fmla="*/ 46942 h 47577"/>
                <a:gd name="connsiteX11" fmla="*/ 30480 w 183578"/>
                <a:gd name="connsiteY11" fmla="*/ 47260 h 47577"/>
                <a:gd name="connsiteX12" fmla="*/ 26670 w 183578"/>
                <a:gd name="connsiteY12" fmla="*/ 47577 h 47577"/>
                <a:gd name="connsiteX13" fmla="*/ 26416 w 183578"/>
                <a:gd name="connsiteY13" fmla="*/ 47577 h 47577"/>
                <a:gd name="connsiteX14" fmla="*/ 0 w 183578"/>
                <a:gd name="connsiteY14" fmla="*/ 47577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3578" h="47577">
                  <a:moveTo>
                    <a:pt x="183578" y="47514"/>
                  </a:moveTo>
                  <a:lnTo>
                    <a:pt x="157988" y="47514"/>
                  </a:lnTo>
                  <a:cubicBezTo>
                    <a:pt x="156527" y="47387"/>
                    <a:pt x="155067" y="47323"/>
                    <a:pt x="153607" y="47260"/>
                  </a:cubicBezTo>
                  <a:cubicBezTo>
                    <a:pt x="147447" y="46879"/>
                    <a:pt x="141288" y="45736"/>
                    <a:pt x="135318" y="44085"/>
                  </a:cubicBezTo>
                  <a:cubicBezTo>
                    <a:pt x="134938" y="43958"/>
                    <a:pt x="134493" y="43831"/>
                    <a:pt x="134112" y="43704"/>
                  </a:cubicBezTo>
                  <a:cubicBezTo>
                    <a:pt x="108712" y="34560"/>
                    <a:pt x="97790" y="8461"/>
                    <a:pt x="94932" y="524"/>
                  </a:cubicBezTo>
                  <a:cubicBezTo>
                    <a:pt x="94678" y="-175"/>
                    <a:pt x="93663" y="-175"/>
                    <a:pt x="93408" y="524"/>
                  </a:cubicBezTo>
                  <a:cubicBezTo>
                    <a:pt x="90551" y="8525"/>
                    <a:pt x="79502" y="34877"/>
                    <a:pt x="53657" y="43894"/>
                  </a:cubicBezTo>
                  <a:cubicBezTo>
                    <a:pt x="53657" y="43894"/>
                    <a:pt x="53657" y="43894"/>
                    <a:pt x="53594" y="43894"/>
                  </a:cubicBezTo>
                  <a:cubicBezTo>
                    <a:pt x="51879" y="44402"/>
                    <a:pt x="50165" y="44847"/>
                    <a:pt x="48323" y="45228"/>
                  </a:cubicBezTo>
                  <a:cubicBezTo>
                    <a:pt x="44005" y="46180"/>
                    <a:pt x="39624" y="46625"/>
                    <a:pt x="35179" y="46942"/>
                  </a:cubicBezTo>
                  <a:cubicBezTo>
                    <a:pt x="33591" y="47069"/>
                    <a:pt x="32067" y="47133"/>
                    <a:pt x="30480" y="47260"/>
                  </a:cubicBezTo>
                  <a:cubicBezTo>
                    <a:pt x="29210" y="47323"/>
                    <a:pt x="27940" y="47450"/>
                    <a:pt x="26670" y="47577"/>
                  </a:cubicBezTo>
                  <a:cubicBezTo>
                    <a:pt x="26607" y="47577"/>
                    <a:pt x="26543" y="47577"/>
                    <a:pt x="26416" y="47577"/>
                  </a:cubicBezTo>
                  <a:lnTo>
                    <a:pt x="0" y="47577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D79A3ECA-A84B-458F-F074-6697902646B5}"/>
                </a:ext>
              </a:extLst>
            </p:cNvPr>
            <p:cNvSpPr/>
            <p:nvPr/>
          </p:nvSpPr>
          <p:spPr>
            <a:xfrm>
              <a:off x="4633404" y="5506529"/>
              <a:ext cx="141478" cy="130746"/>
            </a:xfrm>
            <a:custGeom>
              <a:avLst/>
              <a:gdLst>
                <a:gd name="connsiteX0" fmla="*/ 118872 w 141478"/>
                <a:gd name="connsiteY0" fmla="*/ 130747 h 130746"/>
                <a:gd name="connsiteX1" fmla="*/ 141478 w 141478"/>
                <a:gd name="connsiteY1" fmla="*/ 130747 h 130746"/>
                <a:gd name="connsiteX2" fmla="*/ 100267 w 141478"/>
                <a:gd name="connsiteY2" fmla="*/ 41656 h 130746"/>
                <a:gd name="connsiteX3" fmla="*/ 0 w 141478"/>
                <a:gd name="connsiteY3" fmla="*/ 0 h 130746"/>
                <a:gd name="connsiteX4" fmla="*/ 0 w 141478"/>
                <a:gd name="connsiteY4" fmla="*/ 22606 h 130746"/>
                <a:gd name="connsiteX5" fmla="*/ 84328 w 141478"/>
                <a:gd name="connsiteY5" fmla="*/ 57595 h 130746"/>
                <a:gd name="connsiteX6" fmla="*/ 118936 w 141478"/>
                <a:gd name="connsiteY6" fmla="*/ 130747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8" h="130746">
                  <a:moveTo>
                    <a:pt x="118872" y="130747"/>
                  </a:moveTo>
                  <a:lnTo>
                    <a:pt x="141478" y="130747"/>
                  </a:lnTo>
                  <a:cubicBezTo>
                    <a:pt x="138874" y="97917"/>
                    <a:pt x="124905" y="66294"/>
                    <a:pt x="100267" y="41656"/>
                  </a:cubicBezTo>
                  <a:cubicBezTo>
                    <a:pt x="73470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6" y="35116"/>
                    <a:pt x="84328" y="57595"/>
                  </a:cubicBezTo>
                  <a:cubicBezTo>
                    <a:pt x="104585" y="77851"/>
                    <a:pt x="116332" y="103759"/>
                    <a:pt x="118936" y="130747"/>
                  </a:cubicBezTo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EBE100DF-E661-9980-E71E-220465EA8781}"/>
                </a:ext>
              </a:extLst>
            </p:cNvPr>
            <p:cNvSpPr/>
            <p:nvPr/>
          </p:nvSpPr>
          <p:spPr>
            <a:xfrm>
              <a:off x="4453382" y="5423598"/>
              <a:ext cx="388620" cy="320421"/>
            </a:xfrm>
            <a:custGeom>
              <a:avLst/>
              <a:gdLst>
                <a:gd name="connsiteX0" fmla="*/ 46482 w 388620"/>
                <a:gd name="connsiteY0" fmla="*/ 320421 h 320421"/>
                <a:gd name="connsiteX1" fmla="*/ 0 w 388620"/>
                <a:gd name="connsiteY1" fmla="*/ 194310 h 320421"/>
                <a:gd name="connsiteX2" fmla="*/ 194310 w 388620"/>
                <a:gd name="connsiteY2" fmla="*/ 0 h 320421"/>
                <a:gd name="connsiteX3" fmla="*/ 388620 w 388620"/>
                <a:gd name="connsiteY3" fmla="*/ 194310 h 320421"/>
                <a:gd name="connsiteX4" fmla="*/ 345948 w 388620"/>
                <a:gd name="connsiteY4" fmla="*/ 315786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620" h="320421">
                  <a:moveTo>
                    <a:pt x="46482" y="320421"/>
                  </a:moveTo>
                  <a:cubicBezTo>
                    <a:pt x="17526" y="286512"/>
                    <a:pt x="0" y="242443"/>
                    <a:pt x="0" y="194310"/>
                  </a:cubicBezTo>
                  <a:cubicBezTo>
                    <a:pt x="0" y="86995"/>
                    <a:pt x="86995" y="0"/>
                    <a:pt x="194310" y="0"/>
                  </a:cubicBezTo>
                  <a:cubicBezTo>
                    <a:pt x="301625" y="0"/>
                    <a:pt x="388620" y="86995"/>
                    <a:pt x="388620" y="194310"/>
                  </a:cubicBezTo>
                  <a:cubicBezTo>
                    <a:pt x="388620" y="240284"/>
                    <a:pt x="372682" y="282511"/>
                    <a:pt x="345948" y="315786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CFAF67AD-4A2B-EB15-E2F8-23C08A2966AA}"/>
                </a:ext>
              </a:extLst>
            </p:cNvPr>
            <p:cNvSpPr/>
            <p:nvPr/>
          </p:nvSpPr>
          <p:spPr>
            <a:xfrm>
              <a:off x="4335462" y="5445760"/>
              <a:ext cx="79755" cy="34353"/>
            </a:xfrm>
            <a:custGeom>
              <a:avLst/>
              <a:gdLst>
                <a:gd name="connsiteX0" fmla="*/ 0 w 79755"/>
                <a:gd name="connsiteY0" fmla="*/ 0 h 34353"/>
                <a:gd name="connsiteX1" fmla="*/ 79756 w 79755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5" h="34353">
                  <a:moveTo>
                    <a:pt x="0" y="0"/>
                  </a:moveTo>
                  <a:lnTo>
                    <a:pt x="79756" y="34354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5A16E59E-F10A-46EC-D6DB-6B0E9674BF2F}"/>
                </a:ext>
              </a:extLst>
            </p:cNvPr>
            <p:cNvSpPr/>
            <p:nvPr/>
          </p:nvSpPr>
          <p:spPr>
            <a:xfrm>
              <a:off x="4463542" y="5326634"/>
              <a:ext cx="50482" cy="69532"/>
            </a:xfrm>
            <a:custGeom>
              <a:avLst/>
              <a:gdLst>
                <a:gd name="connsiteX0" fmla="*/ 0 w 50482"/>
                <a:gd name="connsiteY0" fmla="*/ 0 h 69532"/>
                <a:gd name="connsiteX1" fmla="*/ 50482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0" y="0"/>
                  </a:moveTo>
                  <a:lnTo>
                    <a:pt x="50482" y="6953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7A469D30-C402-818F-C0FC-A68D64556363}"/>
                </a:ext>
              </a:extLst>
            </p:cNvPr>
            <p:cNvSpPr/>
            <p:nvPr/>
          </p:nvSpPr>
          <p:spPr>
            <a:xfrm>
              <a:off x="4906073" y="5445760"/>
              <a:ext cx="79755" cy="34353"/>
            </a:xfrm>
            <a:custGeom>
              <a:avLst/>
              <a:gdLst>
                <a:gd name="connsiteX0" fmla="*/ 79756 w 79755"/>
                <a:gd name="connsiteY0" fmla="*/ 0 h 34353"/>
                <a:gd name="connsiteX1" fmla="*/ 0 w 79755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5" h="34353">
                  <a:moveTo>
                    <a:pt x="79756" y="0"/>
                  </a:moveTo>
                  <a:lnTo>
                    <a:pt x="0" y="34354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D6389A43-B09A-D790-761F-C3D85A961F5A}"/>
                </a:ext>
              </a:extLst>
            </p:cNvPr>
            <p:cNvSpPr/>
            <p:nvPr/>
          </p:nvSpPr>
          <p:spPr>
            <a:xfrm>
              <a:off x="4807204" y="5326634"/>
              <a:ext cx="50546" cy="69532"/>
            </a:xfrm>
            <a:custGeom>
              <a:avLst/>
              <a:gdLst>
                <a:gd name="connsiteX0" fmla="*/ 50546 w 50546"/>
                <a:gd name="connsiteY0" fmla="*/ 0 h 69532"/>
                <a:gd name="connsiteX1" fmla="*/ 0 w 50546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546" h="69532">
                  <a:moveTo>
                    <a:pt x="50546" y="0"/>
                  </a:moveTo>
                  <a:lnTo>
                    <a:pt x="0" y="6953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BF190766-772A-8BF9-EDB7-58B4C9EE64F5}"/>
                </a:ext>
              </a:extLst>
            </p:cNvPr>
            <p:cNvSpPr/>
            <p:nvPr/>
          </p:nvSpPr>
          <p:spPr>
            <a:xfrm>
              <a:off x="4514786" y="5860796"/>
              <a:ext cx="266890" cy="130746"/>
            </a:xfrm>
            <a:custGeom>
              <a:avLst/>
              <a:gdLst>
                <a:gd name="connsiteX0" fmla="*/ 35179 w 266890"/>
                <a:gd name="connsiteY0" fmla="*/ 0 h 130746"/>
                <a:gd name="connsiteX1" fmla="*/ 0 w 266890"/>
                <a:gd name="connsiteY1" fmla="*/ 35179 h 130746"/>
                <a:gd name="connsiteX2" fmla="*/ 0 w 266890"/>
                <a:gd name="connsiteY2" fmla="*/ 95567 h 130746"/>
                <a:gd name="connsiteX3" fmla="*/ 35179 w 266890"/>
                <a:gd name="connsiteY3" fmla="*/ 130746 h 130746"/>
                <a:gd name="connsiteX4" fmla="*/ 231711 w 266890"/>
                <a:gd name="connsiteY4" fmla="*/ 130746 h 130746"/>
                <a:gd name="connsiteX5" fmla="*/ 266891 w 266890"/>
                <a:gd name="connsiteY5" fmla="*/ 95567 h 130746"/>
                <a:gd name="connsiteX6" fmla="*/ 266891 w 266890"/>
                <a:gd name="connsiteY6" fmla="*/ 35179 h 130746"/>
                <a:gd name="connsiteX7" fmla="*/ 231711 w 266890"/>
                <a:gd name="connsiteY7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90" h="130746">
                  <a:moveTo>
                    <a:pt x="35179" y="0"/>
                  </a:moveTo>
                  <a:cubicBezTo>
                    <a:pt x="15748" y="0"/>
                    <a:pt x="0" y="15748"/>
                    <a:pt x="0" y="35179"/>
                  </a:cubicBezTo>
                  <a:lnTo>
                    <a:pt x="0" y="95567"/>
                  </a:lnTo>
                  <a:cubicBezTo>
                    <a:pt x="0" y="114998"/>
                    <a:pt x="15748" y="130746"/>
                    <a:pt x="35179" y="130746"/>
                  </a:cubicBezTo>
                  <a:lnTo>
                    <a:pt x="231711" y="130746"/>
                  </a:lnTo>
                  <a:cubicBezTo>
                    <a:pt x="251142" y="130746"/>
                    <a:pt x="266891" y="114998"/>
                    <a:pt x="266891" y="95567"/>
                  </a:cubicBezTo>
                  <a:lnTo>
                    <a:pt x="266891" y="35179"/>
                  </a:lnTo>
                  <a:cubicBezTo>
                    <a:pt x="266891" y="15748"/>
                    <a:pt x="251142" y="0"/>
                    <a:pt x="231711" y="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70BA8A6C-147E-DDAB-4466-74E528CC6442}"/>
                </a:ext>
              </a:extLst>
            </p:cNvPr>
            <p:cNvSpPr/>
            <p:nvPr/>
          </p:nvSpPr>
          <p:spPr>
            <a:xfrm>
              <a:off x="4647755" y="5267642"/>
              <a:ext cx="6350" cy="93725"/>
            </a:xfrm>
            <a:custGeom>
              <a:avLst/>
              <a:gdLst>
                <a:gd name="connsiteX0" fmla="*/ 0 w 6350"/>
                <a:gd name="connsiteY0" fmla="*/ 0 h 93725"/>
                <a:gd name="connsiteX1" fmla="*/ 0 w 6350"/>
                <a:gd name="connsiteY1" fmla="*/ 93726 h 9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93725">
                  <a:moveTo>
                    <a:pt x="0" y="0"/>
                  </a:moveTo>
                  <a:lnTo>
                    <a:pt x="0" y="93726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BC9780D0-BC88-A188-D9FB-6A73B89AA51E}"/>
                </a:ext>
              </a:extLst>
            </p:cNvPr>
            <p:cNvSpPr/>
            <p:nvPr/>
          </p:nvSpPr>
          <p:spPr>
            <a:xfrm>
              <a:off x="4751260" y="5740908"/>
              <a:ext cx="47180" cy="116077"/>
            </a:xfrm>
            <a:custGeom>
              <a:avLst/>
              <a:gdLst>
                <a:gd name="connsiteX0" fmla="*/ 47180 w 47180"/>
                <a:gd name="connsiteY0" fmla="*/ 0 h 116077"/>
                <a:gd name="connsiteX1" fmla="*/ 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47180" y="0"/>
                  </a:moveTo>
                  <a:cubicBezTo>
                    <a:pt x="47180" y="0"/>
                    <a:pt x="8318" y="43180"/>
                    <a:pt x="0" y="116078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FFA20F54-3628-7C11-26FA-71819CF02B62}"/>
                </a:ext>
              </a:extLst>
            </p:cNvPr>
            <p:cNvSpPr/>
            <p:nvPr/>
          </p:nvSpPr>
          <p:spPr>
            <a:xfrm>
              <a:off x="4497578" y="5740908"/>
              <a:ext cx="47180" cy="116077"/>
            </a:xfrm>
            <a:custGeom>
              <a:avLst/>
              <a:gdLst>
                <a:gd name="connsiteX0" fmla="*/ 0 w 47180"/>
                <a:gd name="connsiteY0" fmla="*/ 0 h 116077"/>
                <a:gd name="connsiteX1" fmla="*/ 4718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0" y="0"/>
                  </a:moveTo>
                  <a:cubicBezTo>
                    <a:pt x="0" y="0"/>
                    <a:pt x="38862" y="43180"/>
                    <a:pt x="47180" y="116078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7A6C65CF-4247-2D2C-FADF-41E5B6CE0A2F}"/>
              </a:ext>
            </a:extLst>
          </p:cNvPr>
          <p:cNvGrpSpPr/>
          <p:nvPr/>
        </p:nvGrpSpPr>
        <p:grpSpPr>
          <a:xfrm>
            <a:off x="5737415" y="2108517"/>
            <a:ext cx="577977" cy="560577"/>
            <a:chOff x="5737415" y="2108517"/>
            <a:chExt cx="577977" cy="560577"/>
          </a:xfrm>
        </p:grpSpPr>
        <p:grpSp>
          <p:nvGrpSpPr>
            <p:cNvPr id="94" name="Gráfico 4">
              <a:extLst>
                <a:ext uri="{FF2B5EF4-FFF2-40B4-BE49-F238E27FC236}">
                  <a16:creationId xmlns:a16="http://schemas.microsoft.com/office/drawing/2014/main" id="{BF8EE2C3-AFE4-A90D-6899-37C5D50EF6D5}"/>
                </a:ext>
              </a:extLst>
            </p:cNvPr>
            <p:cNvGrpSpPr/>
            <p:nvPr/>
          </p:nvGrpSpPr>
          <p:grpSpPr>
            <a:xfrm>
              <a:off x="6075362" y="2430716"/>
              <a:ext cx="150304" cy="160718"/>
              <a:chOff x="6075362" y="2430716"/>
              <a:chExt cx="150304" cy="160718"/>
            </a:xfrm>
            <a:noFill/>
          </p:grpSpPr>
          <p:sp>
            <p:nvSpPr>
              <p:cNvPr id="98" name="Forma libre 97">
                <a:extLst>
                  <a:ext uri="{FF2B5EF4-FFF2-40B4-BE49-F238E27FC236}">
                    <a16:creationId xmlns:a16="http://schemas.microsoft.com/office/drawing/2014/main" id="{569645D1-67D0-FFFA-B790-FE2624D01028}"/>
                  </a:ext>
                </a:extLst>
              </p:cNvPr>
              <p:cNvSpPr/>
              <p:nvPr/>
            </p:nvSpPr>
            <p:spPr>
              <a:xfrm>
                <a:off x="6209472" y="2430716"/>
                <a:ext cx="16194" cy="148399"/>
              </a:xfrm>
              <a:custGeom>
                <a:avLst/>
                <a:gdLst>
                  <a:gd name="connsiteX0" fmla="*/ 16194 w 16194"/>
                  <a:gd name="connsiteY0" fmla="*/ 0 h 148399"/>
                  <a:gd name="connsiteX1" fmla="*/ 14416 w 16194"/>
                  <a:gd name="connsiteY1" fmla="*/ 148399 h 14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194" h="148399">
                    <a:moveTo>
                      <a:pt x="16194" y="0"/>
                    </a:moveTo>
                    <a:cubicBezTo>
                      <a:pt x="-1586" y="45148"/>
                      <a:pt x="-8190" y="101854"/>
                      <a:pt x="14416" y="148399"/>
                    </a:cubicBez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99" name="Forma libre 98">
                <a:extLst>
                  <a:ext uri="{FF2B5EF4-FFF2-40B4-BE49-F238E27FC236}">
                    <a16:creationId xmlns:a16="http://schemas.microsoft.com/office/drawing/2014/main" id="{2177D836-55C9-3606-40ED-3C316E6C0F59}"/>
                  </a:ext>
                </a:extLst>
              </p:cNvPr>
              <p:cNvSpPr/>
              <p:nvPr/>
            </p:nvSpPr>
            <p:spPr>
              <a:xfrm>
                <a:off x="6075362" y="2569132"/>
                <a:ext cx="148526" cy="22302"/>
              </a:xfrm>
              <a:custGeom>
                <a:avLst/>
                <a:gdLst>
                  <a:gd name="connsiteX0" fmla="*/ 148527 w 148526"/>
                  <a:gd name="connsiteY0" fmla="*/ 9920 h 22302"/>
                  <a:gd name="connsiteX1" fmla="*/ 0 w 148526"/>
                  <a:gd name="connsiteY1" fmla="*/ 22303 h 22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526" h="22302">
                    <a:moveTo>
                      <a:pt x="148527" y="9920"/>
                    </a:moveTo>
                    <a:cubicBezTo>
                      <a:pt x="99251" y="-9130"/>
                      <a:pt x="42418" y="1602"/>
                      <a:pt x="0" y="22303"/>
                    </a:cubicBez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203C7441-24A4-9D50-9AA5-288FD29C574B}"/>
                </a:ext>
              </a:extLst>
            </p:cNvPr>
            <p:cNvSpPr/>
            <p:nvPr/>
          </p:nvSpPr>
          <p:spPr>
            <a:xfrm>
              <a:off x="5737415" y="2108517"/>
              <a:ext cx="498728" cy="498729"/>
            </a:xfrm>
            <a:custGeom>
              <a:avLst/>
              <a:gdLst>
                <a:gd name="connsiteX0" fmla="*/ 351282 w 498728"/>
                <a:gd name="connsiteY0" fmla="*/ 477012 h 498729"/>
                <a:gd name="connsiteX1" fmla="*/ 249364 w 498728"/>
                <a:gd name="connsiteY1" fmla="*/ 498729 h 498729"/>
                <a:gd name="connsiteX2" fmla="*/ 0 w 498728"/>
                <a:gd name="connsiteY2" fmla="*/ 249365 h 498729"/>
                <a:gd name="connsiteX3" fmla="*/ 249364 w 498728"/>
                <a:gd name="connsiteY3" fmla="*/ 0 h 498729"/>
                <a:gd name="connsiteX4" fmla="*/ 498729 w 498728"/>
                <a:gd name="connsiteY4" fmla="*/ 249365 h 498729"/>
                <a:gd name="connsiteX5" fmla="*/ 483997 w 498728"/>
                <a:gd name="connsiteY5" fmla="*/ 333947 h 4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728" h="498729">
                  <a:moveTo>
                    <a:pt x="351282" y="477012"/>
                  </a:moveTo>
                  <a:cubicBezTo>
                    <a:pt x="320167" y="490982"/>
                    <a:pt x="285623" y="498729"/>
                    <a:pt x="249364" y="498729"/>
                  </a:cubicBezTo>
                  <a:cubicBezTo>
                    <a:pt x="111633" y="498729"/>
                    <a:pt x="0" y="387096"/>
                    <a:pt x="0" y="249365"/>
                  </a:cubicBezTo>
                  <a:cubicBezTo>
                    <a:pt x="0" y="111633"/>
                    <a:pt x="111633" y="0"/>
                    <a:pt x="249364" y="0"/>
                  </a:cubicBezTo>
                  <a:cubicBezTo>
                    <a:pt x="387096" y="0"/>
                    <a:pt x="498729" y="111633"/>
                    <a:pt x="498729" y="249365"/>
                  </a:cubicBezTo>
                  <a:cubicBezTo>
                    <a:pt x="498729" y="279083"/>
                    <a:pt x="493522" y="307531"/>
                    <a:pt x="483997" y="333947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E583C972-ABCE-E1A6-D553-25E8FC398BF9}"/>
                </a:ext>
              </a:extLst>
            </p:cNvPr>
            <p:cNvSpPr/>
            <p:nvPr/>
          </p:nvSpPr>
          <p:spPr>
            <a:xfrm>
              <a:off x="6212205" y="2568892"/>
              <a:ext cx="103187" cy="100202"/>
            </a:xfrm>
            <a:custGeom>
              <a:avLst/>
              <a:gdLst>
                <a:gd name="connsiteX0" fmla="*/ 0 w 103187"/>
                <a:gd name="connsiteY0" fmla="*/ 0 h 100202"/>
                <a:gd name="connsiteX1" fmla="*/ 103187 w 103187"/>
                <a:gd name="connsiteY1" fmla="*/ 100203 h 10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187" h="100202">
                  <a:moveTo>
                    <a:pt x="0" y="0"/>
                  </a:moveTo>
                  <a:lnTo>
                    <a:pt x="103187" y="100203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D7F74E19-6A59-840F-76E3-E8DF6ED18B21}"/>
                </a:ext>
              </a:extLst>
            </p:cNvPr>
            <p:cNvSpPr/>
            <p:nvPr/>
          </p:nvSpPr>
          <p:spPr>
            <a:xfrm>
              <a:off x="5925058" y="2194986"/>
              <a:ext cx="218884" cy="120223"/>
            </a:xfrm>
            <a:custGeom>
              <a:avLst/>
              <a:gdLst>
                <a:gd name="connsiteX0" fmla="*/ 191833 w 218884"/>
                <a:gd name="connsiteY0" fmla="*/ 120224 h 120223"/>
                <a:gd name="connsiteX1" fmla="*/ 218884 w 218884"/>
                <a:gd name="connsiteY1" fmla="*/ 111715 h 120223"/>
                <a:gd name="connsiteX2" fmla="*/ 135953 w 218884"/>
                <a:gd name="connsiteY2" fmla="*/ 20402 h 120223"/>
                <a:gd name="connsiteX3" fmla="*/ 0 w 218884"/>
                <a:gd name="connsiteY3" fmla="*/ 8210 h 120223"/>
                <a:gd name="connsiteX4" fmla="*/ 8509 w 218884"/>
                <a:gd name="connsiteY4" fmla="*/ 35261 h 120223"/>
                <a:gd name="connsiteX5" fmla="*/ 122809 w 218884"/>
                <a:gd name="connsiteY5" fmla="*/ 45548 h 120223"/>
                <a:gd name="connsiteX6" fmla="*/ 191770 w 218884"/>
                <a:gd name="connsiteY6" fmla="*/ 120224 h 1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884" h="120223">
                  <a:moveTo>
                    <a:pt x="191833" y="120224"/>
                  </a:moveTo>
                  <a:lnTo>
                    <a:pt x="218884" y="111715"/>
                  </a:lnTo>
                  <a:cubicBezTo>
                    <a:pt x="203454" y="73297"/>
                    <a:pt x="174752" y="40658"/>
                    <a:pt x="135953" y="20402"/>
                  </a:cubicBezTo>
                  <a:cubicBezTo>
                    <a:pt x="93726" y="-1633"/>
                    <a:pt x="45466" y="-6014"/>
                    <a:pt x="0" y="8210"/>
                  </a:cubicBezTo>
                  <a:lnTo>
                    <a:pt x="8509" y="35261"/>
                  </a:lnTo>
                  <a:cubicBezTo>
                    <a:pt x="46736" y="23323"/>
                    <a:pt x="87313" y="27006"/>
                    <a:pt x="122809" y="45548"/>
                  </a:cubicBezTo>
                  <a:cubicBezTo>
                    <a:pt x="154686" y="62248"/>
                    <a:pt x="178562" y="88855"/>
                    <a:pt x="191770" y="120224"/>
                  </a:cubicBezTo>
                </a:path>
              </a:pathLst>
            </a:custGeom>
            <a:solidFill>
              <a:srgbClr val="001C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00" name="Forma libre 99">
            <a:extLst>
              <a:ext uri="{FF2B5EF4-FFF2-40B4-BE49-F238E27FC236}">
                <a16:creationId xmlns:a16="http://schemas.microsoft.com/office/drawing/2014/main" id="{2DF94581-592D-C28A-D59C-666F01EC7BC5}"/>
              </a:ext>
            </a:extLst>
          </p:cNvPr>
          <p:cNvSpPr/>
          <p:nvPr/>
        </p:nvSpPr>
        <p:spPr>
          <a:xfrm>
            <a:off x="4941113" y="449706"/>
            <a:ext cx="2310078" cy="446849"/>
          </a:xfrm>
          <a:custGeom>
            <a:avLst/>
            <a:gdLst>
              <a:gd name="connsiteX0" fmla="*/ 2309507 w 2310078"/>
              <a:gd name="connsiteY0" fmla="*/ 220980 h 446849"/>
              <a:gd name="connsiteX1" fmla="*/ 2309507 w 2310078"/>
              <a:gd name="connsiteY1" fmla="*/ 220980 h 446849"/>
              <a:gd name="connsiteX2" fmla="*/ 2309507 w 2310078"/>
              <a:gd name="connsiteY2" fmla="*/ 220917 h 446849"/>
              <a:gd name="connsiteX3" fmla="*/ 2307475 w 2310078"/>
              <a:gd name="connsiteY3" fmla="*/ 218440 h 446849"/>
              <a:gd name="connsiteX4" fmla="*/ 2306840 w 2310078"/>
              <a:gd name="connsiteY4" fmla="*/ 217996 h 446849"/>
              <a:gd name="connsiteX5" fmla="*/ 2306206 w 2310078"/>
              <a:gd name="connsiteY5" fmla="*/ 217551 h 446849"/>
              <a:gd name="connsiteX6" fmla="*/ 2228544 w 2310078"/>
              <a:gd name="connsiteY6" fmla="*/ 152146 h 446849"/>
              <a:gd name="connsiteX7" fmla="*/ 2212480 w 2310078"/>
              <a:gd name="connsiteY7" fmla="*/ 100330 h 446849"/>
              <a:gd name="connsiteX8" fmla="*/ 2212480 w 2310078"/>
              <a:gd name="connsiteY8" fmla="*/ 78740 h 446849"/>
              <a:gd name="connsiteX9" fmla="*/ 2133739 w 2310078"/>
              <a:gd name="connsiteY9" fmla="*/ 0 h 446849"/>
              <a:gd name="connsiteX10" fmla="*/ 176225 w 2310078"/>
              <a:gd name="connsiteY10" fmla="*/ 0 h 446849"/>
              <a:gd name="connsiteX11" fmla="*/ 97485 w 2310078"/>
              <a:gd name="connsiteY11" fmla="*/ 78740 h 446849"/>
              <a:gd name="connsiteX12" fmla="*/ 97485 w 2310078"/>
              <a:gd name="connsiteY12" fmla="*/ 100330 h 446849"/>
              <a:gd name="connsiteX13" fmla="*/ 81419 w 2310078"/>
              <a:gd name="connsiteY13" fmla="*/ 152146 h 446849"/>
              <a:gd name="connsiteX14" fmla="*/ 3758 w 2310078"/>
              <a:gd name="connsiteY14" fmla="*/ 217551 h 446849"/>
              <a:gd name="connsiteX15" fmla="*/ 3124 w 2310078"/>
              <a:gd name="connsiteY15" fmla="*/ 217996 h 446849"/>
              <a:gd name="connsiteX16" fmla="*/ 2489 w 2310078"/>
              <a:gd name="connsiteY16" fmla="*/ 218440 h 446849"/>
              <a:gd name="connsiteX17" fmla="*/ 457 w 2310078"/>
              <a:gd name="connsiteY17" fmla="*/ 220917 h 446849"/>
              <a:gd name="connsiteX18" fmla="*/ 457 w 2310078"/>
              <a:gd name="connsiteY18" fmla="*/ 220980 h 446849"/>
              <a:gd name="connsiteX19" fmla="*/ 457 w 2310078"/>
              <a:gd name="connsiteY19" fmla="*/ 220980 h 446849"/>
              <a:gd name="connsiteX20" fmla="*/ 12 w 2310078"/>
              <a:gd name="connsiteY20" fmla="*/ 223457 h 446849"/>
              <a:gd name="connsiteX21" fmla="*/ 520 w 2310078"/>
              <a:gd name="connsiteY21" fmla="*/ 225870 h 446849"/>
              <a:gd name="connsiteX22" fmla="*/ 520 w 2310078"/>
              <a:gd name="connsiteY22" fmla="*/ 225870 h 446849"/>
              <a:gd name="connsiteX23" fmla="*/ 838 w 2310078"/>
              <a:gd name="connsiteY23" fmla="*/ 226378 h 446849"/>
              <a:gd name="connsiteX24" fmla="*/ 1917 w 2310078"/>
              <a:gd name="connsiteY24" fmla="*/ 227902 h 446849"/>
              <a:gd name="connsiteX25" fmla="*/ 3124 w 2310078"/>
              <a:gd name="connsiteY25" fmla="*/ 228727 h 446849"/>
              <a:gd name="connsiteX26" fmla="*/ 3886 w 2310078"/>
              <a:gd name="connsiteY26" fmla="*/ 229235 h 446849"/>
              <a:gd name="connsiteX27" fmla="*/ 81483 w 2310078"/>
              <a:gd name="connsiteY27" fmla="*/ 294704 h 446849"/>
              <a:gd name="connsiteX28" fmla="*/ 97548 w 2310078"/>
              <a:gd name="connsiteY28" fmla="*/ 346520 h 446849"/>
              <a:gd name="connsiteX29" fmla="*/ 97548 w 2310078"/>
              <a:gd name="connsiteY29" fmla="*/ 368109 h 446849"/>
              <a:gd name="connsiteX30" fmla="*/ 176288 w 2310078"/>
              <a:gd name="connsiteY30" fmla="*/ 446850 h 446849"/>
              <a:gd name="connsiteX31" fmla="*/ 2133803 w 2310078"/>
              <a:gd name="connsiteY31" fmla="*/ 446850 h 446849"/>
              <a:gd name="connsiteX32" fmla="*/ 2212543 w 2310078"/>
              <a:gd name="connsiteY32" fmla="*/ 368109 h 446849"/>
              <a:gd name="connsiteX33" fmla="*/ 2212543 w 2310078"/>
              <a:gd name="connsiteY33" fmla="*/ 331343 h 446849"/>
              <a:gd name="connsiteX34" fmla="*/ 2216226 w 2310078"/>
              <a:gd name="connsiteY34" fmla="*/ 315722 h 446849"/>
              <a:gd name="connsiteX35" fmla="*/ 2306206 w 2310078"/>
              <a:gd name="connsiteY35" fmla="*/ 229235 h 446849"/>
              <a:gd name="connsiteX36" fmla="*/ 2306968 w 2310078"/>
              <a:gd name="connsiteY36" fmla="*/ 228727 h 446849"/>
              <a:gd name="connsiteX37" fmla="*/ 2308174 w 2310078"/>
              <a:gd name="connsiteY37" fmla="*/ 227902 h 446849"/>
              <a:gd name="connsiteX38" fmla="*/ 2309254 w 2310078"/>
              <a:gd name="connsiteY38" fmla="*/ 226378 h 446849"/>
              <a:gd name="connsiteX39" fmla="*/ 2309571 w 2310078"/>
              <a:gd name="connsiteY39" fmla="*/ 225870 h 446849"/>
              <a:gd name="connsiteX40" fmla="*/ 2309571 w 2310078"/>
              <a:gd name="connsiteY40" fmla="*/ 225870 h 446849"/>
              <a:gd name="connsiteX41" fmla="*/ 2310079 w 2310078"/>
              <a:gd name="connsiteY41" fmla="*/ 223457 h 446849"/>
              <a:gd name="connsiteX42" fmla="*/ 2309634 w 2310078"/>
              <a:gd name="connsiteY42" fmla="*/ 220980 h 44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310078" h="446849">
                <a:moveTo>
                  <a:pt x="2309507" y="220980"/>
                </a:moveTo>
                <a:cubicBezTo>
                  <a:pt x="2309507" y="220980"/>
                  <a:pt x="2309507" y="220980"/>
                  <a:pt x="2309507" y="220980"/>
                </a:cubicBezTo>
                <a:cubicBezTo>
                  <a:pt x="2309507" y="220980"/>
                  <a:pt x="2309507" y="220980"/>
                  <a:pt x="2309507" y="220917"/>
                </a:cubicBezTo>
                <a:cubicBezTo>
                  <a:pt x="2309063" y="219900"/>
                  <a:pt x="2308364" y="219139"/>
                  <a:pt x="2307475" y="218440"/>
                </a:cubicBezTo>
                <a:cubicBezTo>
                  <a:pt x="2307285" y="218250"/>
                  <a:pt x="2307030" y="218122"/>
                  <a:pt x="2306840" y="217996"/>
                </a:cubicBezTo>
                <a:cubicBezTo>
                  <a:pt x="2306650" y="217868"/>
                  <a:pt x="2306459" y="217678"/>
                  <a:pt x="2306206" y="217551"/>
                </a:cubicBezTo>
                <a:cubicBezTo>
                  <a:pt x="2276742" y="204851"/>
                  <a:pt x="2247785" y="179896"/>
                  <a:pt x="2228544" y="152146"/>
                </a:cubicBezTo>
                <a:cubicBezTo>
                  <a:pt x="2218004" y="136970"/>
                  <a:pt x="2212480" y="118808"/>
                  <a:pt x="2212480" y="100330"/>
                </a:cubicBezTo>
                <a:lnTo>
                  <a:pt x="2212480" y="78740"/>
                </a:lnTo>
                <a:cubicBezTo>
                  <a:pt x="2212480" y="35243"/>
                  <a:pt x="2177237" y="0"/>
                  <a:pt x="2133739" y="0"/>
                </a:cubicBezTo>
                <a:lnTo>
                  <a:pt x="176225" y="0"/>
                </a:lnTo>
                <a:cubicBezTo>
                  <a:pt x="132727" y="0"/>
                  <a:pt x="97485" y="35243"/>
                  <a:pt x="97485" y="78740"/>
                </a:cubicBezTo>
                <a:lnTo>
                  <a:pt x="97485" y="100330"/>
                </a:lnTo>
                <a:cubicBezTo>
                  <a:pt x="97485" y="118808"/>
                  <a:pt x="91960" y="136970"/>
                  <a:pt x="81419" y="152146"/>
                </a:cubicBezTo>
                <a:cubicBezTo>
                  <a:pt x="62179" y="179896"/>
                  <a:pt x="33223" y="204851"/>
                  <a:pt x="3758" y="217551"/>
                </a:cubicBezTo>
                <a:cubicBezTo>
                  <a:pt x="3505" y="217678"/>
                  <a:pt x="3377" y="217868"/>
                  <a:pt x="3124" y="217996"/>
                </a:cubicBezTo>
                <a:cubicBezTo>
                  <a:pt x="2870" y="218122"/>
                  <a:pt x="2679" y="218313"/>
                  <a:pt x="2489" y="218440"/>
                </a:cubicBezTo>
                <a:cubicBezTo>
                  <a:pt x="1600" y="219139"/>
                  <a:pt x="838" y="219900"/>
                  <a:pt x="457" y="220917"/>
                </a:cubicBezTo>
                <a:cubicBezTo>
                  <a:pt x="457" y="220917"/>
                  <a:pt x="457" y="220917"/>
                  <a:pt x="457" y="220980"/>
                </a:cubicBezTo>
                <a:cubicBezTo>
                  <a:pt x="457" y="220980"/>
                  <a:pt x="457" y="220980"/>
                  <a:pt x="457" y="220980"/>
                </a:cubicBezTo>
                <a:cubicBezTo>
                  <a:pt x="139" y="221742"/>
                  <a:pt x="-51" y="222568"/>
                  <a:pt x="12" y="223457"/>
                </a:cubicBezTo>
                <a:cubicBezTo>
                  <a:pt x="12" y="224282"/>
                  <a:pt x="202" y="225107"/>
                  <a:pt x="520" y="225870"/>
                </a:cubicBezTo>
                <a:cubicBezTo>
                  <a:pt x="520" y="225870"/>
                  <a:pt x="520" y="225870"/>
                  <a:pt x="520" y="225870"/>
                </a:cubicBezTo>
                <a:cubicBezTo>
                  <a:pt x="583" y="226060"/>
                  <a:pt x="774" y="226187"/>
                  <a:pt x="838" y="226378"/>
                </a:cubicBezTo>
                <a:cubicBezTo>
                  <a:pt x="1155" y="226949"/>
                  <a:pt x="1473" y="227457"/>
                  <a:pt x="1917" y="227902"/>
                </a:cubicBezTo>
                <a:cubicBezTo>
                  <a:pt x="2298" y="228282"/>
                  <a:pt x="2743" y="228473"/>
                  <a:pt x="3124" y="228727"/>
                </a:cubicBezTo>
                <a:cubicBezTo>
                  <a:pt x="3377" y="228918"/>
                  <a:pt x="3632" y="229108"/>
                  <a:pt x="3886" y="229235"/>
                </a:cubicBezTo>
                <a:cubicBezTo>
                  <a:pt x="32969" y="241173"/>
                  <a:pt x="61925" y="266256"/>
                  <a:pt x="81483" y="294704"/>
                </a:cubicBezTo>
                <a:cubicBezTo>
                  <a:pt x="91960" y="309944"/>
                  <a:pt x="97548" y="328041"/>
                  <a:pt x="97548" y="346520"/>
                </a:cubicBezTo>
                <a:lnTo>
                  <a:pt x="97548" y="368109"/>
                </a:lnTo>
                <a:cubicBezTo>
                  <a:pt x="97548" y="411607"/>
                  <a:pt x="132791" y="446850"/>
                  <a:pt x="176288" y="446850"/>
                </a:cubicBezTo>
                <a:lnTo>
                  <a:pt x="2133803" y="446850"/>
                </a:lnTo>
                <a:cubicBezTo>
                  <a:pt x="2177300" y="446850"/>
                  <a:pt x="2212543" y="411607"/>
                  <a:pt x="2212543" y="368109"/>
                </a:cubicBezTo>
                <a:lnTo>
                  <a:pt x="2212543" y="331343"/>
                </a:lnTo>
                <a:cubicBezTo>
                  <a:pt x="2212543" y="325946"/>
                  <a:pt x="2213813" y="320612"/>
                  <a:pt x="2216226" y="315722"/>
                </a:cubicBezTo>
                <a:cubicBezTo>
                  <a:pt x="2234133" y="279146"/>
                  <a:pt x="2270137" y="244031"/>
                  <a:pt x="2306206" y="229235"/>
                </a:cubicBezTo>
                <a:cubicBezTo>
                  <a:pt x="2306523" y="229108"/>
                  <a:pt x="2306713" y="228854"/>
                  <a:pt x="2306968" y="228727"/>
                </a:cubicBezTo>
                <a:cubicBezTo>
                  <a:pt x="2307412" y="228473"/>
                  <a:pt x="2307856" y="228282"/>
                  <a:pt x="2308174" y="227902"/>
                </a:cubicBezTo>
                <a:cubicBezTo>
                  <a:pt x="2308618" y="227457"/>
                  <a:pt x="2308936" y="226949"/>
                  <a:pt x="2309254" y="226378"/>
                </a:cubicBezTo>
                <a:cubicBezTo>
                  <a:pt x="2309381" y="226187"/>
                  <a:pt x="2309507" y="226060"/>
                  <a:pt x="2309571" y="225870"/>
                </a:cubicBezTo>
                <a:cubicBezTo>
                  <a:pt x="2309571" y="225870"/>
                  <a:pt x="2309571" y="225870"/>
                  <a:pt x="2309571" y="225870"/>
                </a:cubicBezTo>
                <a:cubicBezTo>
                  <a:pt x="2309888" y="225107"/>
                  <a:pt x="2310079" y="224282"/>
                  <a:pt x="2310079" y="223457"/>
                </a:cubicBezTo>
                <a:cubicBezTo>
                  <a:pt x="2310079" y="222631"/>
                  <a:pt x="2309888" y="221806"/>
                  <a:pt x="2309634" y="22098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01" name="Gráfico 4">
            <a:extLst>
              <a:ext uri="{FF2B5EF4-FFF2-40B4-BE49-F238E27FC236}">
                <a16:creationId xmlns:a16="http://schemas.microsoft.com/office/drawing/2014/main" id="{00FF713B-6D15-E3E9-F803-99C9320C3381}"/>
              </a:ext>
            </a:extLst>
          </p:cNvPr>
          <p:cNvGrpSpPr/>
          <p:nvPr/>
        </p:nvGrpSpPr>
        <p:grpSpPr>
          <a:xfrm>
            <a:off x="5652897" y="5379910"/>
            <a:ext cx="734060" cy="589962"/>
            <a:chOff x="5652897" y="5379910"/>
            <a:chExt cx="734060" cy="589962"/>
          </a:xfrm>
          <a:noFill/>
        </p:grpSpPr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EB56E0AC-FB4E-40EC-3B16-1DD270B938BC}"/>
                </a:ext>
              </a:extLst>
            </p:cNvPr>
            <p:cNvSpPr/>
            <p:nvPr/>
          </p:nvSpPr>
          <p:spPr>
            <a:xfrm>
              <a:off x="5652897" y="5379910"/>
              <a:ext cx="734060" cy="480250"/>
            </a:xfrm>
            <a:custGeom>
              <a:avLst/>
              <a:gdLst>
                <a:gd name="connsiteX0" fmla="*/ 695833 w 734060"/>
                <a:gd name="connsiteY0" fmla="*/ 0 h 480250"/>
                <a:gd name="connsiteX1" fmla="*/ 734060 w 734060"/>
                <a:gd name="connsiteY1" fmla="*/ 38227 h 480250"/>
                <a:gd name="connsiteX2" fmla="*/ 734060 w 734060"/>
                <a:gd name="connsiteY2" fmla="*/ 442024 h 480250"/>
                <a:gd name="connsiteX3" fmla="*/ 695833 w 734060"/>
                <a:gd name="connsiteY3" fmla="*/ 480251 h 480250"/>
                <a:gd name="connsiteX4" fmla="*/ 38227 w 734060"/>
                <a:gd name="connsiteY4" fmla="*/ 480251 h 480250"/>
                <a:gd name="connsiteX5" fmla="*/ 0 w 734060"/>
                <a:gd name="connsiteY5" fmla="*/ 442024 h 480250"/>
                <a:gd name="connsiteX6" fmla="*/ 0 w 734060"/>
                <a:gd name="connsiteY6" fmla="*/ 38227 h 480250"/>
                <a:gd name="connsiteX7" fmla="*/ 38227 w 734060"/>
                <a:gd name="connsiteY7" fmla="*/ 0 h 48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4060" h="480250">
                  <a:moveTo>
                    <a:pt x="695833" y="0"/>
                  </a:moveTo>
                  <a:cubicBezTo>
                    <a:pt x="716945" y="0"/>
                    <a:pt x="734060" y="17115"/>
                    <a:pt x="734060" y="38227"/>
                  </a:cubicBezTo>
                  <a:lnTo>
                    <a:pt x="734060" y="442024"/>
                  </a:lnTo>
                  <a:cubicBezTo>
                    <a:pt x="734060" y="463136"/>
                    <a:pt x="716945" y="480251"/>
                    <a:pt x="695833" y="480251"/>
                  </a:cubicBezTo>
                  <a:lnTo>
                    <a:pt x="38227" y="480251"/>
                  </a:lnTo>
                  <a:cubicBezTo>
                    <a:pt x="17115" y="480251"/>
                    <a:pt x="0" y="463136"/>
                    <a:pt x="0" y="442024"/>
                  </a:cubicBezTo>
                  <a:lnTo>
                    <a:pt x="0" y="38227"/>
                  </a:lnTo>
                  <a:cubicBezTo>
                    <a:pt x="0" y="17115"/>
                    <a:pt x="17115" y="0"/>
                    <a:pt x="38227" y="0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60874714-33D8-095C-5194-849DA4E0471D}"/>
                </a:ext>
              </a:extLst>
            </p:cNvPr>
            <p:cNvSpPr/>
            <p:nvPr/>
          </p:nvSpPr>
          <p:spPr>
            <a:xfrm>
              <a:off x="5655817" y="5931153"/>
              <a:ext cx="728154" cy="38719"/>
            </a:xfrm>
            <a:custGeom>
              <a:avLst/>
              <a:gdLst>
                <a:gd name="connsiteX0" fmla="*/ 728154 w 728154"/>
                <a:gd name="connsiteY0" fmla="*/ 0 h 38719"/>
                <a:gd name="connsiteX1" fmla="*/ 277178 w 728154"/>
                <a:gd name="connsiteY1" fmla="*/ 0 h 38719"/>
                <a:gd name="connsiteX2" fmla="*/ 273622 w 728154"/>
                <a:gd name="connsiteY2" fmla="*/ 254 h 38719"/>
                <a:gd name="connsiteX3" fmla="*/ 258763 w 728154"/>
                <a:gd name="connsiteY3" fmla="*/ 2858 h 38719"/>
                <a:gd name="connsiteX4" fmla="*/ 257747 w 728154"/>
                <a:gd name="connsiteY4" fmla="*/ 3175 h 38719"/>
                <a:gd name="connsiteX5" fmla="*/ 225870 w 728154"/>
                <a:gd name="connsiteY5" fmla="*/ 38291 h 38719"/>
                <a:gd name="connsiteX6" fmla="*/ 224599 w 728154"/>
                <a:gd name="connsiteY6" fmla="*/ 38291 h 38719"/>
                <a:gd name="connsiteX7" fmla="*/ 192278 w 728154"/>
                <a:gd name="connsiteY7" fmla="*/ 2985 h 38719"/>
                <a:gd name="connsiteX8" fmla="*/ 192278 w 728154"/>
                <a:gd name="connsiteY8" fmla="*/ 2985 h 38719"/>
                <a:gd name="connsiteX9" fmla="*/ 188023 w 728154"/>
                <a:gd name="connsiteY9" fmla="*/ 1905 h 38719"/>
                <a:gd name="connsiteX10" fmla="*/ 177355 w 728154"/>
                <a:gd name="connsiteY10" fmla="*/ 508 h 38719"/>
                <a:gd name="connsiteX11" fmla="*/ 173546 w 728154"/>
                <a:gd name="connsiteY11" fmla="*/ 254 h 38719"/>
                <a:gd name="connsiteX12" fmla="*/ 170434 w 728154"/>
                <a:gd name="connsiteY12" fmla="*/ 0 h 38719"/>
                <a:gd name="connsiteX13" fmla="*/ 170243 w 728154"/>
                <a:gd name="connsiteY13" fmla="*/ 0 h 38719"/>
                <a:gd name="connsiteX14" fmla="*/ 0 w 728154"/>
                <a:gd name="connsiteY14" fmla="*/ 0 h 38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28154" h="38719">
                  <a:moveTo>
                    <a:pt x="728154" y="0"/>
                  </a:moveTo>
                  <a:lnTo>
                    <a:pt x="277178" y="0"/>
                  </a:lnTo>
                  <a:cubicBezTo>
                    <a:pt x="276035" y="64"/>
                    <a:pt x="274828" y="127"/>
                    <a:pt x="273622" y="254"/>
                  </a:cubicBezTo>
                  <a:cubicBezTo>
                    <a:pt x="268605" y="572"/>
                    <a:pt x="263589" y="1524"/>
                    <a:pt x="258763" y="2858"/>
                  </a:cubicBezTo>
                  <a:cubicBezTo>
                    <a:pt x="258445" y="2985"/>
                    <a:pt x="258128" y="3048"/>
                    <a:pt x="257747" y="3175"/>
                  </a:cubicBezTo>
                  <a:cubicBezTo>
                    <a:pt x="237046" y="10668"/>
                    <a:pt x="228155" y="31814"/>
                    <a:pt x="225870" y="38291"/>
                  </a:cubicBezTo>
                  <a:cubicBezTo>
                    <a:pt x="225679" y="38862"/>
                    <a:pt x="224854" y="38862"/>
                    <a:pt x="224599" y="38291"/>
                  </a:cubicBezTo>
                  <a:cubicBezTo>
                    <a:pt x="222314" y="31750"/>
                    <a:pt x="213297" y="10351"/>
                    <a:pt x="192278" y="2985"/>
                  </a:cubicBezTo>
                  <a:cubicBezTo>
                    <a:pt x="192278" y="2985"/>
                    <a:pt x="192278" y="2985"/>
                    <a:pt x="192278" y="2985"/>
                  </a:cubicBezTo>
                  <a:cubicBezTo>
                    <a:pt x="190881" y="2604"/>
                    <a:pt x="189484" y="2223"/>
                    <a:pt x="188023" y="1905"/>
                  </a:cubicBezTo>
                  <a:cubicBezTo>
                    <a:pt x="184531" y="1143"/>
                    <a:pt x="180911" y="762"/>
                    <a:pt x="177355" y="508"/>
                  </a:cubicBezTo>
                  <a:cubicBezTo>
                    <a:pt x="176085" y="445"/>
                    <a:pt x="174816" y="318"/>
                    <a:pt x="173546" y="254"/>
                  </a:cubicBezTo>
                  <a:cubicBezTo>
                    <a:pt x="172529" y="191"/>
                    <a:pt x="171450" y="64"/>
                    <a:pt x="170434" y="0"/>
                  </a:cubicBezTo>
                  <a:cubicBezTo>
                    <a:pt x="170434" y="0"/>
                    <a:pt x="170307" y="0"/>
                    <a:pt x="170243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4" name="Gráfico 4">
            <a:extLst>
              <a:ext uri="{FF2B5EF4-FFF2-40B4-BE49-F238E27FC236}">
                <a16:creationId xmlns:a16="http://schemas.microsoft.com/office/drawing/2014/main" id="{E2C07200-3748-1AE7-B776-7EA76CF6303E}"/>
              </a:ext>
            </a:extLst>
          </p:cNvPr>
          <p:cNvGrpSpPr/>
          <p:nvPr/>
        </p:nvGrpSpPr>
        <p:grpSpPr>
          <a:xfrm>
            <a:off x="6926135" y="2080767"/>
            <a:ext cx="519874" cy="588327"/>
            <a:chOff x="6926135" y="2080767"/>
            <a:chExt cx="519874" cy="588327"/>
          </a:xfrm>
          <a:noFill/>
        </p:grpSpPr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3A48CC4C-8864-BF2A-2C28-8F020066C636}"/>
                </a:ext>
              </a:extLst>
            </p:cNvPr>
            <p:cNvSpPr/>
            <p:nvPr/>
          </p:nvSpPr>
          <p:spPr>
            <a:xfrm>
              <a:off x="6926135" y="2080767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4 w 519874"/>
                <a:gd name="connsiteY7" fmla="*/ 583184 h 588327"/>
                <a:gd name="connsiteX8" fmla="*/ 251841 w 519874"/>
                <a:gd name="connsiteY8" fmla="*/ 583755 h 588327"/>
                <a:gd name="connsiteX9" fmla="*/ 254254 w 519874"/>
                <a:gd name="connsiteY9" fmla="*/ 585915 h 588327"/>
                <a:gd name="connsiteX10" fmla="*/ 254509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7 h 588327"/>
                <a:gd name="connsiteX14" fmla="*/ 261810 w 519874"/>
                <a:gd name="connsiteY14" fmla="*/ 588327 h 588327"/>
                <a:gd name="connsiteX15" fmla="*/ 261810 w 519874"/>
                <a:gd name="connsiteY15" fmla="*/ 588327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7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7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4" y="583184"/>
                  </a:cubicBezTo>
                  <a:cubicBezTo>
                    <a:pt x="251523" y="583375"/>
                    <a:pt x="251651" y="583565"/>
                    <a:pt x="251841" y="583755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5" y="586042"/>
                    <a:pt x="254509" y="586105"/>
                  </a:cubicBezTo>
                  <a:cubicBezTo>
                    <a:pt x="255270" y="586613"/>
                    <a:pt x="256096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7"/>
                  </a:cubicBezTo>
                  <a:cubicBezTo>
                    <a:pt x="261810" y="588327"/>
                    <a:pt x="261810" y="588327"/>
                    <a:pt x="261810" y="588327"/>
                  </a:cubicBezTo>
                  <a:lnTo>
                    <a:pt x="261810" y="588327"/>
                  </a:lnTo>
                  <a:cubicBezTo>
                    <a:pt x="262954" y="588327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20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7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7D58AF73-F397-EA4F-504F-F76F70ADCABE}"/>
                </a:ext>
              </a:extLst>
            </p:cNvPr>
            <p:cNvSpPr/>
            <p:nvPr/>
          </p:nvSpPr>
          <p:spPr>
            <a:xfrm>
              <a:off x="7185977" y="2196909"/>
              <a:ext cx="6350" cy="294385"/>
            </a:xfrm>
            <a:custGeom>
              <a:avLst/>
              <a:gdLst>
                <a:gd name="connsiteX0" fmla="*/ 0 w 6350"/>
                <a:gd name="connsiteY0" fmla="*/ 0 h 294385"/>
                <a:gd name="connsiteX1" fmla="*/ 0 w 6350"/>
                <a:gd name="connsiteY1" fmla="*/ 294386 h 29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4385">
                  <a:moveTo>
                    <a:pt x="0" y="0"/>
                  </a:moveTo>
                  <a:lnTo>
                    <a:pt x="0" y="294386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C5E9E4C4-107E-A6B5-0ECE-7D4EFCEC3770}"/>
                </a:ext>
              </a:extLst>
            </p:cNvPr>
            <p:cNvSpPr/>
            <p:nvPr/>
          </p:nvSpPr>
          <p:spPr>
            <a:xfrm>
              <a:off x="7038784" y="2344102"/>
              <a:ext cx="294322" cy="6350"/>
            </a:xfrm>
            <a:custGeom>
              <a:avLst/>
              <a:gdLst>
                <a:gd name="connsiteX0" fmla="*/ 294322 w 294322"/>
                <a:gd name="connsiteY0" fmla="*/ 0 h 6350"/>
                <a:gd name="connsiteX1" fmla="*/ 0 w 29432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4322" h="6350">
                  <a:moveTo>
                    <a:pt x="294322" y="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8" name="Gráfico 4">
            <a:extLst>
              <a:ext uri="{FF2B5EF4-FFF2-40B4-BE49-F238E27FC236}">
                <a16:creationId xmlns:a16="http://schemas.microsoft.com/office/drawing/2014/main" id="{6BDC9720-DC7B-492B-D156-969F04EF6B10}"/>
              </a:ext>
            </a:extLst>
          </p:cNvPr>
          <p:cNvGrpSpPr/>
          <p:nvPr/>
        </p:nvGrpSpPr>
        <p:grpSpPr>
          <a:xfrm>
            <a:off x="6820598" y="4078732"/>
            <a:ext cx="730631" cy="730567"/>
            <a:chOff x="6820598" y="4078732"/>
            <a:chExt cx="730631" cy="730567"/>
          </a:xfrm>
          <a:noFill/>
        </p:grpSpPr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91A3986B-58A8-09CF-247C-F5BDABD590E0}"/>
                </a:ext>
              </a:extLst>
            </p:cNvPr>
            <p:cNvSpPr/>
            <p:nvPr/>
          </p:nvSpPr>
          <p:spPr>
            <a:xfrm>
              <a:off x="6820598" y="4078732"/>
              <a:ext cx="730631" cy="730567"/>
            </a:xfrm>
            <a:custGeom>
              <a:avLst/>
              <a:gdLst>
                <a:gd name="connsiteX0" fmla="*/ 404305 w 730631"/>
                <a:gd name="connsiteY0" fmla="*/ 730567 h 730567"/>
                <a:gd name="connsiteX1" fmla="*/ 326390 w 730631"/>
                <a:gd name="connsiteY1" fmla="*/ 730567 h 730567"/>
                <a:gd name="connsiteX2" fmla="*/ 299021 w 730631"/>
                <a:gd name="connsiteY2" fmla="*/ 703199 h 730567"/>
                <a:gd name="connsiteX3" fmla="*/ 299021 w 730631"/>
                <a:gd name="connsiteY3" fmla="*/ 669989 h 730567"/>
                <a:gd name="connsiteX4" fmla="*/ 273685 w 730631"/>
                <a:gd name="connsiteY4" fmla="*/ 634809 h 730567"/>
                <a:gd name="connsiteX5" fmla="*/ 238887 w 730631"/>
                <a:gd name="connsiteY5" fmla="*/ 620268 h 730567"/>
                <a:gd name="connsiteX6" fmla="*/ 197548 w 730631"/>
                <a:gd name="connsiteY6" fmla="*/ 626809 h 730567"/>
                <a:gd name="connsiteX7" fmla="*/ 173292 w 730631"/>
                <a:gd name="connsiteY7" fmla="*/ 651065 h 730567"/>
                <a:gd name="connsiteX8" fmla="*/ 134620 w 730631"/>
                <a:gd name="connsiteY8" fmla="*/ 651065 h 730567"/>
                <a:gd name="connsiteX9" fmla="*/ 79502 w 730631"/>
                <a:gd name="connsiteY9" fmla="*/ 596011 h 730567"/>
                <a:gd name="connsiteX10" fmla="*/ 79502 w 730631"/>
                <a:gd name="connsiteY10" fmla="*/ 557276 h 730567"/>
                <a:gd name="connsiteX11" fmla="*/ 104077 w 730631"/>
                <a:gd name="connsiteY11" fmla="*/ 532702 h 730567"/>
                <a:gd name="connsiteX12" fmla="*/ 110681 w 730631"/>
                <a:gd name="connsiteY12" fmla="*/ 491490 h 730567"/>
                <a:gd name="connsiteX13" fmla="*/ 96266 w 730631"/>
                <a:gd name="connsiteY13" fmla="*/ 456692 h 730567"/>
                <a:gd name="connsiteX14" fmla="*/ 61532 w 730631"/>
                <a:gd name="connsiteY14" fmla="*/ 431546 h 730567"/>
                <a:gd name="connsiteX15" fmla="*/ 27369 w 730631"/>
                <a:gd name="connsiteY15" fmla="*/ 431546 h 730567"/>
                <a:gd name="connsiteX16" fmla="*/ 0 w 730631"/>
                <a:gd name="connsiteY16" fmla="*/ 404177 h 730567"/>
                <a:gd name="connsiteX17" fmla="*/ 0 w 730631"/>
                <a:gd name="connsiteY17" fmla="*/ 326263 h 730567"/>
                <a:gd name="connsiteX18" fmla="*/ 27369 w 730631"/>
                <a:gd name="connsiteY18" fmla="*/ 298895 h 730567"/>
                <a:gd name="connsiteX19" fmla="*/ 62167 w 730631"/>
                <a:gd name="connsiteY19" fmla="*/ 298895 h 730567"/>
                <a:gd name="connsiteX20" fmla="*/ 96901 w 730631"/>
                <a:gd name="connsiteY20" fmla="*/ 273939 h 730567"/>
                <a:gd name="connsiteX21" fmla="*/ 111252 w 730631"/>
                <a:gd name="connsiteY21" fmla="*/ 239776 h 730567"/>
                <a:gd name="connsiteX22" fmla="*/ 104711 w 730631"/>
                <a:gd name="connsiteY22" fmla="*/ 198374 h 730567"/>
                <a:gd name="connsiteX23" fmla="*/ 79502 w 730631"/>
                <a:gd name="connsiteY23" fmla="*/ 173165 h 730567"/>
                <a:gd name="connsiteX24" fmla="*/ 71501 w 730631"/>
                <a:gd name="connsiteY24" fmla="*/ 153797 h 730567"/>
                <a:gd name="connsiteX25" fmla="*/ 79502 w 730631"/>
                <a:gd name="connsiteY25" fmla="*/ 134429 h 730567"/>
                <a:gd name="connsiteX26" fmla="*/ 134620 w 730631"/>
                <a:gd name="connsiteY26" fmla="*/ 79375 h 730567"/>
                <a:gd name="connsiteX27" fmla="*/ 173292 w 730631"/>
                <a:gd name="connsiteY27" fmla="*/ 79375 h 730567"/>
                <a:gd name="connsiteX28" fmla="*/ 198755 w 730631"/>
                <a:gd name="connsiteY28" fmla="*/ 104902 h 730567"/>
                <a:gd name="connsiteX29" fmla="*/ 240030 w 730631"/>
                <a:gd name="connsiteY29" fmla="*/ 111506 h 730567"/>
                <a:gd name="connsiteX30" fmla="*/ 274257 w 730631"/>
                <a:gd name="connsiteY30" fmla="*/ 97346 h 730567"/>
                <a:gd name="connsiteX31" fmla="*/ 299021 w 730631"/>
                <a:gd name="connsiteY31" fmla="*/ 63055 h 730567"/>
                <a:gd name="connsiteX32" fmla="*/ 299021 w 730631"/>
                <a:gd name="connsiteY32" fmla="*/ 27368 h 730567"/>
                <a:gd name="connsiteX33" fmla="*/ 326390 w 730631"/>
                <a:gd name="connsiteY33" fmla="*/ 0 h 730567"/>
                <a:gd name="connsiteX34" fmla="*/ 404305 w 730631"/>
                <a:gd name="connsiteY34" fmla="*/ 0 h 730567"/>
                <a:gd name="connsiteX35" fmla="*/ 431673 w 730631"/>
                <a:gd name="connsiteY35" fmla="*/ 27368 h 730567"/>
                <a:gd name="connsiteX36" fmla="*/ 431673 w 730631"/>
                <a:gd name="connsiteY36" fmla="*/ 63055 h 730567"/>
                <a:gd name="connsiteX37" fmla="*/ 456438 w 730631"/>
                <a:gd name="connsiteY37" fmla="*/ 97346 h 730567"/>
                <a:gd name="connsiteX38" fmla="*/ 490665 w 730631"/>
                <a:gd name="connsiteY38" fmla="*/ 111506 h 730567"/>
                <a:gd name="connsiteX39" fmla="*/ 531940 w 730631"/>
                <a:gd name="connsiteY39" fmla="*/ 104902 h 730567"/>
                <a:gd name="connsiteX40" fmla="*/ 557403 w 730631"/>
                <a:gd name="connsiteY40" fmla="*/ 79375 h 730567"/>
                <a:gd name="connsiteX41" fmla="*/ 596138 w 730631"/>
                <a:gd name="connsiteY41" fmla="*/ 79375 h 730567"/>
                <a:gd name="connsiteX42" fmla="*/ 651193 w 730631"/>
                <a:gd name="connsiteY42" fmla="*/ 134493 h 730567"/>
                <a:gd name="connsiteX43" fmla="*/ 659194 w 730631"/>
                <a:gd name="connsiteY43" fmla="*/ 153860 h 730567"/>
                <a:gd name="connsiteX44" fmla="*/ 651193 w 730631"/>
                <a:gd name="connsiteY44" fmla="*/ 173228 h 730567"/>
                <a:gd name="connsiteX45" fmla="*/ 625983 w 730631"/>
                <a:gd name="connsiteY45" fmla="*/ 198374 h 730567"/>
                <a:gd name="connsiteX46" fmla="*/ 619443 w 730631"/>
                <a:gd name="connsiteY46" fmla="*/ 239776 h 730567"/>
                <a:gd name="connsiteX47" fmla="*/ 633730 w 730631"/>
                <a:gd name="connsiteY47" fmla="*/ 273939 h 730567"/>
                <a:gd name="connsiteX48" fmla="*/ 668465 w 730631"/>
                <a:gd name="connsiteY48" fmla="*/ 298895 h 730567"/>
                <a:gd name="connsiteX49" fmla="*/ 703263 w 730631"/>
                <a:gd name="connsiteY49" fmla="*/ 298895 h 730567"/>
                <a:gd name="connsiteX50" fmla="*/ 730631 w 730631"/>
                <a:gd name="connsiteY50" fmla="*/ 326263 h 730567"/>
                <a:gd name="connsiteX51" fmla="*/ 730631 w 730631"/>
                <a:gd name="connsiteY51" fmla="*/ 404177 h 730567"/>
                <a:gd name="connsiteX52" fmla="*/ 703263 w 730631"/>
                <a:gd name="connsiteY52" fmla="*/ 431546 h 730567"/>
                <a:gd name="connsiteX53" fmla="*/ 669100 w 730631"/>
                <a:gd name="connsiteY53" fmla="*/ 431546 h 730567"/>
                <a:gd name="connsiteX54" fmla="*/ 634365 w 730631"/>
                <a:gd name="connsiteY54" fmla="*/ 456692 h 730567"/>
                <a:gd name="connsiteX55" fmla="*/ 619951 w 730631"/>
                <a:gd name="connsiteY55" fmla="*/ 491490 h 730567"/>
                <a:gd name="connsiteX56" fmla="*/ 626555 w 730631"/>
                <a:gd name="connsiteY56" fmla="*/ 532702 h 730567"/>
                <a:gd name="connsiteX57" fmla="*/ 651129 w 730631"/>
                <a:gd name="connsiteY57" fmla="*/ 557276 h 730567"/>
                <a:gd name="connsiteX58" fmla="*/ 651129 w 730631"/>
                <a:gd name="connsiteY58" fmla="*/ 596011 h 730567"/>
                <a:gd name="connsiteX59" fmla="*/ 596075 w 730631"/>
                <a:gd name="connsiteY59" fmla="*/ 651065 h 730567"/>
                <a:gd name="connsiteX60" fmla="*/ 557340 w 730631"/>
                <a:gd name="connsiteY60" fmla="*/ 651065 h 730567"/>
                <a:gd name="connsiteX61" fmla="*/ 533083 w 730631"/>
                <a:gd name="connsiteY61" fmla="*/ 626809 h 730567"/>
                <a:gd name="connsiteX62" fmla="*/ 491744 w 730631"/>
                <a:gd name="connsiteY62" fmla="*/ 620268 h 730567"/>
                <a:gd name="connsiteX63" fmla="*/ 456946 w 730631"/>
                <a:gd name="connsiteY63" fmla="*/ 634809 h 730567"/>
                <a:gd name="connsiteX64" fmla="*/ 431609 w 730631"/>
                <a:gd name="connsiteY64" fmla="*/ 669989 h 730567"/>
                <a:gd name="connsiteX65" fmla="*/ 431609 w 730631"/>
                <a:gd name="connsiteY65" fmla="*/ 703199 h 730567"/>
                <a:gd name="connsiteX66" fmla="*/ 404241 w 730631"/>
                <a:gd name="connsiteY66" fmla="*/ 730567 h 730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0631" h="730567">
                  <a:moveTo>
                    <a:pt x="404305" y="730567"/>
                  </a:moveTo>
                  <a:lnTo>
                    <a:pt x="326390" y="730567"/>
                  </a:lnTo>
                  <a:cubicBezTo>
                    <a:pt x="311277" y="730567"/>
                    <a:pt x="299021" y="718312"/>
                    <a:pt x="299021" y="703199"/>
                  </a:cubicBezTo>
                  <a:lnTo>
                    <a:pt x="299021" y="669989"/>
                  </a:lnTo>
                  <a:cubicBezTo>
                    <a:pt x="299021" y="654114"/>
                    <a:pt x="288861" y="640016"/>
                    <a:pt x="273685" y="634809"/>
                  </a:cubicBezTo>
                  <a:cubicBezTo>
                    <a:pt x="261874" y="630746"/>
                    <a:pt x="250127" y="625856"/>
                    <a:pt x="238887" y="620268"/>
                  </a:cubicBezTo>
                  <a:cubicBezTo>
                    <a:pt x="224981" y="613346"/>
                    <a:pt x="208407" y="616014"/>
                    <a:pt x="197548" y="626809"/>
                  </a:cubicBezTo>
                  <a:lnTo>
                    <a:pt x="173292" y="651065"/>
                  </a:lnTo>
                  <a:cubicBezTo>
                    <a:pt x="162941" y="661416"/>
                    <a:pt x="144907" y="661416"/>
                    <a:pt x="134620" y="651065"/>
                  </a:cubicBezTo>
                  <a:lnTo>
                    <a:pt x="79502" y="596011"/>
                  </a:lnTo>
                  <a:cubicBezTo>
                    <a:pt x="68834" y="585343"/>
                    <a:pt x="68834" y="568008"/>
                    <a:pt x="79502" y="557276"/>
                  </a:cubicBezTo>
                  <a:lnTo>
                    <a:pt x="104077" y="532702"/>
                  </a:lnTo>
                  <a:cubicBezTo>
                    <a:pt x="114871" y="521907"/>
                    <a:pt x="117539" y="505333"/>
                    <a:pt x="110681" y="491490"/>
                  </a:cubicBezTo>
                  <a:cubicBezTo>
                    <a:pt x="105156" y="480251"/>
                    <a:pt x="100267" y="468566"/>
                    <a:pt x="96266" y="456692"/>
                  </a:cubicBezTo>
                  <a:cubicBezTo>
                    <a:pt x="91186" y="441642"/>
                    <a:pt x="77216" y="431546"/>
                    <a:pt x="61532" y="431546"/>
                  </a:cubicBezTo>
                  <a:lnTo>
                    <a:pt x="27369" y="431546"/>
                  </a:lnTo>
                  <a:cubicBezTo>
                    <a:pt x="12256" y="431546"/>
                    <a:pt x="0" y="419290"/>
                    <a:pt x="0" y="404177"/>
                  </a:cubicBezTo>
                  <a:lnTo>
                    <a:pt x="0" y="326263"/>
                  </a:lnTo>
                  <a:cubicBezTo>
                    <a:pt x="0" y="311150"/>
                    <a:pt x="12256" y="298895"/>
                    <a:pt x="27369" y="298895"/>
                  </a:cubicBezTo>
                  <a:lnTo>
                    <a:pt x="62167" y="298895"/>
                  </a:lnTo>
                  <a:cubicBezTo>
                    <a:pt x="77788" y="298895"/>
                    <a:pt x="91758" y="288861"/>
                    <a:pt x="96901" y="273939"/>
                  </a:cubicBezTo>
                  <a:cubicBezTo>
                    <a:pt x="100902" y="262319"/>
                    <a:pt x="105728" y="250825"/>
                    <a:pt x="111252" y="239776"/>
                  </a:cubicBezTo>
                  <a:cubicBezTo>
                    <a:pt x="118173" y="225870"/>
                    <a:pt x="115570" y="209233"/>
                    <a:pt x="104711" y="198374"/>
                  </a:cubicBezTo>
                  <a:lnTo>
                    <a:pt x="79502" y="173165"/>
                  </a:lnTo>
                  <a:cubicBezTo>
                    <a:pt x="74358" y="168021"/>
                    <a:pt x="71501" y="161099"/>
                    <a:pt x="71501" y="153797"/>
                  </a:cubicBezTo>
                  <a:cubicBezTo>
                    <a:pt x="71501" y="146495"/>
                    <a:pt x="74358" y="139636"/>
                    <a:pt x="79502" y="134429"/>
                  </a:cubicBezTo>
                  <a:lnTo>
                    <a:pt x="134620" y="79375"/>
                  </a:lnTo>
                  <a:cubicBezTo>
                    <a:pt x="144907" y="69024"/>
                    <a:pt x="162941" y="69024"/>
                    <a:pt x="173292" y="79375"/>
                  </a:cubicBezTo>
                  <a:lnTo>
                    <a:pt x="198755" y="104902"/>
                  </a:lnTo>
                  <a:cubicBezTo>
                    <a:pt x="209550" y="115697"/>
                    <a:pt x="226123" y="118364"/>
                    <a:pt x="240030" y="111506"/>
                  </a:cubicBezTo>
                  <a:cubicBezTo>
                    <a:pt x="251079" y="106045"/>
                    <a:pt x="262636" y="101283"/>
                    <a:pt x="274257" y="97346"/>
                  </a:cubicBezTo>
                  <a:cubicBezTo>
                    <a:pt x="289052" y="92329"/>
                    <a:pt x="299021" y="78549"/>
                    <a:pt x="299021" y="63055"/>
                  </a:cubicBezTo>
                  <a:lnTo>
                    <a:pt x="299021" y="27368"/>
                  </a:lnTo>
                  <a:cubicBezTo>
                    <a:pt x="299021" y="12255"/>
                    <a:pt x="311277" y="0"/>
                    <a:pt x="326390" y="0"/>
                  </a:cubicBezTo>
                  <a:lnTo>
                    <a:pt x="404305" y="0"/>
                  </a:lnTo>
                  <a:cubicBezTo>
                    <a:pt x="419418" y="0"/>
                    <a:pt x="431673" y="12255"/>
                    <a:pt x="431673" y="27368"/>
                  </a:cubicBezTo>
                  <a:lnTo>
                    <a:pt x="431673" y="63055"/>
                  </a:lnTo>
                  <a:cubicBezTo>
                    <a:pt x="431673" y="78549"/>
                    <a:pt x="441643" y="92329"/>
                    <a:pt x="456438" y="97346"/>
                  </a:cubicBezTo>
                  <a:cubicBezTo>
                    <a:pt x="468058" y="101283"/>
                    <a:pt x="479552" y="106045"/>
                    <a:pt x="490665" y="111506"/>
                  </a:cubicBezTo>
                  <a:cubicBezTo>
                    <a:pt x="504571" y="118364"/>
                    <a:pt x="521145" y="115697"/>
                    <a:pt x="531940" y="104902"/>
                  </a:cubicBezTo>
                  <a:lnTo>
                    <a:pt x="557403" y="79375"/>
                  </a:lnTo>
                  <a:cubicBezTo>
                    <a:pt x="568071" y="68707"/>
                    <a:pt x="585407" y="68707"/>
                    <a:pt x="596138" y="79375"/>
                  </a:cubicBezTo>
                  <a:lnTo>
                    <a:pt x="651193" y="134493"/>
                  </a:lnTo>
                  <a:cubicBezTo>
                    <a:pt x="656336" y="139636"/>
                    <a:pt x="659194" y="146558"/>
                    <a:pt x="659194" y="153860"/>
                  </a:cubicBezTo>
                  <a:cubicBezTo>
                    <a:pt x="659194" y="161163"/>
                    <a:pt x="656336" y="168021"/>
                    <a:pt x="651193" y="173228"/>
                  </a:cubicBezTo>
                  <a:lnTo>
                    <a:pt x="625983" y="198374"/>
                  </a:lnTo>
                  <a:cubicBezTo>
                    <a:pt x="615125" y="209233"/>
                    <a:pt x="612521" y="225870"/>
                    <a:pt x="619443" y="239776"/>
                  </a:cubicBezTo>
                  <a:cubicBezTo>
                    <a:pt x="624967" y="250825"/>
                    <a:pt x="629793" y="262319"/>
                    <a:pt x="633730" y="273939"/>
                  </a:cubicBezTo>
                  <a:cubicBezTo>
                    <a:pt x="638873" y="288861"/>
                    <a:pt x="652844" y="298895"/>
                    <a:pt x="668465" y="298895"/>
                  </a:cubicBezTo>
                  <a:lnTo>
                    <a:pt x="703263" y="298895"/>
                  </a:lnTo>
                  <a:cubicBezTo>
                    <a:pt x="718376" y="298895"/>
                    <a:pt x="730631" y="311150"/>
                    <a:pt x="730631" y="326263"/>
                  </a:cubicBezTo>
                  <a:lnTo>
                    <a:pt x="730631" y="404177"/>
                  </a:lnTo>
                  <a:cubicBezTo>
                    <a:pt x="730631" y="419290"/>
                    <a:pt x="718376" y="431546"/>
                    <a:pt x="703263" y="431546"/>
                  </a:cubicBezTo>
                  <a:lnTo>
                    <a:pt x="669100" y="431546"/>
                  </a:lnTo>
                  <a:cubicBezTo>
                    <a:pt x="653415" y="431546"/>
                    <a:pt x="639445" y="441642"/>
                    <a:pt x="634365" y="456692"/>
                  </a:cubicBezTo>
                  <a:cubicBezTo>
                    <a:pt x="630365" y="468566"/>
                    <a:pt x="625539" y="480251"/>
                    <a:pt x="619951" y="491490"/>
                  </a:cubicBezTo>
                  <a:cubicBezTo>
                    <a:pt x="613093" y="505333"/>
                    <a:pt x="615759" y="521907"/>
                    <a:pt x="626555" y="532702"/>
                  </a:cubicBezTo>
                  <a:lnTo>
                    <a:pt x="651129" y="557276"/>
                  </a:lnTo>
                  <a:cubicBezTo>
                    <a:pt x="661797" y="567944"/>
                    <a:pt x="661797" y="585279"/>
                    <a:pt x="651129" y="596011"/>
                  </a:cubicBezTo>
                  <a:lnTo>
                    <a:pt x="596075" y="651065"/>
                  </a:lnTo>
                  <a:cubicBezTo>
                    <a:pt x="585407" y="661734"/>
                    <a:pt x="568071" y="661734"/>
                    <a:pt x="557340" y="651065"/>
                  </a:cubicBezTo>
                  <a:lnTo>
                    <a:pt x="533083" y="626809"/>
                  </a:lnTo>
                  <a:cubicBezTo>
                    <a:pt x="522224" y="615950"/>
                    <a:pt x="505587" y="613346"/>
                    <a:pt x="491744" y="620268"/>
                  </a:cubicBezTo>
                  <a:cubicBezTo>
                    <a:pt x="480505" y="625856"/>
                    <a:pt x="468820" y="630746"/>
                    <a:pt x="456946" y="634809"/>
                  </a:cubicBezTo>
                  <a:cubicBezTo>
                    <a:pt x="441770" y="640016"/>
                    <a:pt x="431609" y="654114"/>
                    <a:pt x="431609" y="669989"/>
                  </a:cubicBezTo>
                  <a:lnTo>
                    <a:pt x="431609" y="703199"/>
                  </a:lnTo>
                  <a:cubicBezTo>
                    <a:pt x="431609" y="718312"/>
                    <a:pt x="419354" y="730567"/>
                    <a:pt x="404241" y="73056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614376D7-3960-2E5E-6306-34C128A82A34}"/>
                </a:ext>
              </a:extLst>
            </p:cNvPr>
            <p:cNvSpPr/>
            <p:nvPr/>
          </p:nvSpPr>
          <p:spPr>
            <a:xfrm>
              <a:off x="7034085" y="4296854"/>
              <a:ext cx="303974" cy="343789"/>
            </a:xfrm>
            <a:custGeom>
              <a:avLst/>
              <a:gdLst>
                <a:gd name="connsiteX0" fmla="*/ 303784 w 303974"/>
                <a:gd name="connsiteY0" fmla="*/ 151892 h 343789"/>
                <a:gd name="connsiteX1" fmla="*/ 151892 w 303974"/>
                <a:gd name="connsiteY1" fmla="*/ 0 h 343789"/>
                <a:gd name="connsiteX2" fmla="*/ 0 w 303974"/>
                <a:gd name="connsiteY2" fmla="*/ 151892 h 343789"/>
                <a:gd name="connsiteX3" fmla="*/ 92456 w 303974"/>
                <a:gd name="connsiteY3" fmla="*/ 291655 h 343789"/>
                <a:gd name="connsiteX4" fmla="*/ 94171 w 303974"/>
                <a:gd name="connsiteY4" fmla="*/ 292608 h 343789"/>
                <a:gd name="connsiteX5" fmla="*/ 145859 w 303974"/>
                <a:gd name="connsiteY5" fmla="*/ 339027 h 343789"/>
                <a:gd name="connsiteX6" fmla="*/ 145859 w 303974"/>
                <a:gd name="connsiteY6" fmla="*/ 339090 h 343789"/>
                <a:gd name="connsiteX7" fmla="*/ 146939 w 303974"/>
                <a:gd name="connsiteY7" fmla="*/ 340868 h 343789"/>
                <a:gd name="connsiteX8" fmla="*/ 147257 w 303974"/>
                <a:gd name="connsiteY8" fmla="*/ 341186 h 343789"/>
                <a:gd name="connsiteX9" fmla="*/ 148654 w 303974"/>
                <a:gd name="connsiteY9" fmla="*/ 342455 h 343789"/>
                <a:gd name="connsiteX10" fmla="*/ 148781 w 303974"/>
                <a:gd name="connsiteY10" fmla="*/ 342583 h 343789"/>
                <a:gd name="connsiteX11" fmla="*/ 150241 w 303974"/>
                <a:gd name="connsiteY11" fmla="*/ 343345 h 343789"/>
                <a:gd name="connsiteX12" fmla="*/ 150495 w 303974"/>
                <a:gd name="connsiteY12" fmla="*/ 343345 h 343789"/>
                <a:gd name="connsiteX13" fmla="*/ 153035 w 303974"/>
                <a:gd name="connsiteY13" fmla="*/ 343789 h 343789"/>
                <a:gd name="connsiteX14" fmla="*/ 153035 w 303974"/>
                <a:gd name="connsiteY14" fmla="*/ 343789 h 343789"/>
                <a:gd name="connsiteX15" fmla="*/ 153035 w 303974"/>
                <a:gd name="connsiteY15" fmla="*/ 343789 h 343789"/>
                <a:gd name="connsiteX16" fmla="*/ 155067 w 303974"/>
                <a:gd name="connsiteY16" fmla="*/ 343472 h 343789"/>
                <a:gd name="connsiteX17" fmla="*/ 155511 w 303974"/>
                <a:gd name="connsiteY17" fmla="*/ 343345 h 343789"/>
                <a:gd name="connsiteX18" fmla="*/ 155956 w 303974"/>
                <a:gd name="connsiteY18" fmla="*/ 343217 h 343789"/>
                <a:gd name="connsiteX19" fmla="*/ 157417 w 303974"/>
                <a:gd name="connsiteY19" fmla="*/ 342455 h 343789"/>
                <a:gd name="connsiteX20" fmla="*/ 157480 w 303974"/>
                <a:gd name="connsiteY20" fmla="*/ 342455 h 343789"/>
                <a:gd name="connsiteX21" fmla="*/ 158941 w 303974"/>
                <a:gd name="connsiteY21" fmla="*/ 341122 h 343789"/>
                <a:gd name="connsiteX22" fmla="*/ 159259 w 303974"/>
                <a:gd name="connsiteY22" fmla="*/ 340805 h 343789"/>
                <a:gd name="connsiteX23" fmla="*/ 160338 w 303974"/>
                <a:gd name="connsiteY23" fmla="*/ 338963 h 343789"/>
                <a:gd name="connsiteX24" fmla="*/ 160338 w 303974"/>
                <a:gd name="connsiteY24" fmla="*/ 338899 h 343789"/>
                <a:gd name="connsiteX25" fmla="*/ 208597 w 303974"/>
                <a:gd name="connsiteY25" fmla="*/ 292799 h 343789"/>
                <a:gd name="connsiteX26" fmla="*/ 303974 w 303974"/>
                <a:gd name="connsiteY26" fmla="*/ 151829 h 34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3974" h="343789">
                  <a:moveTo>
                    <a:pt x="303784" y="151892"/>
                  </a:moveTo>
                  <a:cubicBezTo>
                    <a:pt x="303784" y="68136"/>
                    <a:pt x="235648" y="0"/>
                    <a:pt x="151892" y="0"/>
                  </a:cubicBezTo>
                  <a:cubicBezTo>
                    <a:pt x="68135" y="0"/>
                    <a:pt x="0" y="68136"/>
                    <a:pt x="0" y="151892"/>
                  </a:cubicBezTo>
                  <a:cubicBezTo>
                    <a:pt x="0" y="213487"/>
                    <a:pt x="37465" y="268224"/>
                    <a:pt x="92456" y="291655"/>
                  </a:cubicBezTo>
                  <a:cubicBezTo>
                    <a:pt x="92964" y="292036"/>
                    <a:pt x="93535" y="292354"/>
                    <a:pt x="94171" y="292608"/>
                  </a:cubicBezTo>
                  <a:cubicBezTo>
                    <a:pt x="118555" y="301942"/>
                    <a:pt x="137858" y="319278"/>
                    <a:pt x="145859" y="339027"/>
                  </a:cubicBezTo>
                  <a:cubicBezTo>
                    <a:pt x="145859" y="339027"/>
                    <a:pt x="145859" y="339027"/>
                    <a:pt x="145859" y="339090"/>
                  </a:cubicBezTo>
                  <a:cubicBezTo>
                    <a:pt x="146114" y="339725"/>
                    <a:pt x="146495" y="340297"/>
                    <a:pt x="146939" y="340868"/>
                  </a:cubicBezTo>
                  <a:cubicBezTo>
                    <a:pt x="147003" y="340995"/>
                    <a:pt x="147130" y="341122"/>
                    <a:pt x="147257" y="341186"/>
                  </a:cubicBezTo>
                  <a:cubicBezTo>
                    <a:pt x="147638" y="341630"/>
                    <a:pt x="148146" y="342074"/>
                    <a:pt x="148654" y="342455"/>
                  </a:cubicBezTo>
                  <a:cubicBezTo>
                    <a:pt x="148654" y="342455"/>
                    <a:pt x="148717" y="342519"/>
                    <a:pt x="148781" y="342583"/>
                  </a:cubicBezTo>
                  <a:cubicBezTo>
                    <a:pt x="149225" y="342900"/>
                    <a:pt x="149734" y="343154"/>
                    <a:pt x="150241" y="343345"/>
                  </a:cubicBezTo>
                  <a:cubicBezTo>
                    <a:pt x="150305" y="343345"/>
                    <a:pt x="150432" y="343345"/>
                    <a:pt x="150495" y="343345"/>
                  </a:cubicBezTo>
                  <a:cubicBezTo>
                    <a:pt x="151321" y="343599"/>
                    <a:pt x="152146" y="343789"/>
                    <a:pt x="153035" y="343789"/>
                  </a:cubicBezTo>
                  <a:cubicBezTo>
                    <a:pt x="153035" y="343789"/>
                    <a:pt x="153035" y="343789"/>
                    <a:pt x="153035" y="343789"/>
                  </a:cubicBezTo>
                  <a:lnTo>
                    <a:pt x="153035" y="343789"/>
                  </a:lnTo>
                  <a:cubicBezTo>
                    <a:pt x="153733" y="343789"/>
                    <a:pt x="154369" y="343662"/>
                    <a:pt x="155067" y="343472"/>
                  </a:cubicBezTo>
                  <a:cubicBezTo>
                    <a:pt x="155194" y="343472"/>
                    <a:pt x="155384" y="343408"/>
                    <a:pt x="155511" y="343345"/>
                  </a:cubicBezTo>
                  <a:cubicBezTo>
                    <a:pt x="155639" y="343345"/>
                    <a:pt x="155766" y="343281"/>
                    <a:pt x="155956" y="343217"/>
                  </a:cubicBezTo>
                  <a:cubicBezTo>
                    <a:pt x="156464" y="343027"/>
                    <a:pt x="156972" y="342773"/>
                    <a:pt x="157417" y="342455"/>
                  </a:cubicBezTo>
                  <a:cubicBezTo>
                    <a:pt x="157417" y="342455"/>
                    <a:pt x="157417" y="342455"/>
                    <a:pt x="157480" y="342455"/>
                  </a:cubicBezTo>
                  <a:cubicBezTo>
                    <a:pt x="158052" y="342074"/>
                    <a:pt x="158496" y="341630"/>
                    <a:pt x="158941" y="341122"/>
                  </a:cubicBezTo>
                  <a:cubicBezTo>
                    <a:pt x="159068" y="340995"/>
                    <a:pt x="159131" y="340868"/>
                    <a:pt x="159259" y="340805"/>
                  </a:cubicBezTo>
                  <a:cubicBezTo>
                    <a:pt x="159703" y="340233"/>
                    <a:pt x="160020" y="339661"/>
                    <a:pt x="160338" y="338963"/>
                  </a:cubicBezTo>
                  <a:cubicBezTo>
                    <a:pt x="160338" y="338963"/>
                    <a:pt x="160338" y="338963"/>
                    <a:pt x="160338" y="338899"/>
                  </a:cubicBezTo>
                  <a:cubicBezTo>
                    <a:pt x="168910" y="316611"/>
                    <a:pt x="190309" y="300736"/>
                    <a:pt x="208597" y="292799"/>
                  </a:cubicBezTo>
                  <a:cubicBezTo>
                    <a:pt x="265684" y="270066"/>
                    <a:pt x="303974" y="214948"/>
                    <a:pt x="303974" y="15182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1" name="Gráfico 4">
            <a:extLst>
              <a:ext uri="{FF2B5EF4-FFF2-40B4-BE49-F238E27FC236}">
                <a16:creationId xmlns:a16="http://schemas.microsoft.com/office/drawing/2014/main" id="{EF033783-2558-691B-FE65-3B946A6F593D}"/>
              </a:ext>
            </a:extLst>
          </p:cNvPr>
          <p:cNvGrpSpPr/>
          <p:nvPr/>
        </p:nvGrpSpPr>
        <p:grpSpPr>
          <a:xfrm>
            <a:off x="6926135" y="3100197"/>
            <a:ext cx="519874" cy="588327"/>
            <a:chOff x="6926135" y="3100197"/>
            <a:chExt cx="519874" cy="588327"/>
          </a:xfrm>
          <a:noFill/>
        </p:grpSpPr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926537E7-1631-5C94-0A68-E083075AAED3}"/>
                </a:ext>
              </a:extLst>
            </p:cNvPr>
            <p:cNvSpPr/>
            <p:nvPr/>
          </p:nvSpPr>
          <p:spPr>
            <a:xfrm>
              <a:off x="6926135" y="3100197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0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4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4 h 588327"/>
                <a:gd name="connsiteX10" fmla="*/ 254509 w 519874"/>
                <a:gd name="connsiteY10" fmla="*/ 586105 h 588327"/>
                <a:gd name="connsiteX11" fmla="*/ 257048 w 519874"/>
                <a:gd name="connsiteY11" fmla="*/ 587438 h 588327"/>
                <a:gd name="connsiteX12" fmla="*/ 257493 w 519874"/>
                <a:gd name="connsiteY12" fmla="*/ 587502 h 588327"/>
                <a:gd name="connsiteX13" fmla="*/ 261810 w 519874"/>
                <a:gd name="connsiteY13" fmla="*/ 588327 h 588327"/>
                <a:gd name="connsiteX14" fmla="*/ 261810 w 519874"/>
                <a:gd name="connsiteY14" fmla="*/ 588327 h 588327"/>
                <a:gd name="connsiteX15" fmla="*/ 261810 w 519874"/>
                <a:gd name="connsiteY15" fmla="*/ 588327 h 588327"/>
                <a:gd name="connsiteX16" fmla="*/ 265303 w 519874"/>
                <a:gd name="connsiteY16" fmla="*/ 587819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0 h 588327"/>
                <a:gd name="connsiteX23" fmla="*/ 274193 w 519874"/>
                <a:gd name="connsiteY23" fmla="*/ 580009 h 588327"/>
                <a:gd name="connsiteX24" fmla="*/ 274257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8"/>
                    <a:pt x="64135" y="458787"/>
                    <a:pt x="158115" y="498983"/>
                  </a:cubicBezTo>
                  <a:cubicBezTo>
                    <a:pt x="159004" y="499618"/>
                    <a:pt x="159957" y="500189"/>
                    <a:pt x="161036" y="500570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1"/>
                    <a:pt x="251334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4"/>
                  </a:cubicBezTo>
                  <a:cubicBezTo>
                    <a:pt x="254318" y="585914"/>
                    <a:pt x="254445" y="586042"/>
                    <a:pt x="254509" y="586105"/>
                  </a:cubicBezTo>
                  <a:cubicBezTo>
                    <a:pt x="255270" y="586613"/>
                    <a:pt x="256096" y="587057"/>
                    <a:pt x="257048" y="587438"/>
                  </a:cubicBezTo>
                  <a:cubicBezTo>
                    <a:pt x="257175" y="587438"/>
                    <a:pt x="257302" y="587438"/>
                    <a:pt x="257493" y="587502"/>
                  </a:cubicBezTo>
                  <a:cubicBezTo>
                    <a:pt x="258890" y="588010"/>
                    <a:pt x="260286" y="588264"/>
                    <a:pt x="261810" y="588327"/>
                  </a:cubicBezTo>
                  <a:cubicBezTo>
                    <a:pt x="261810" y="588327"/>
                    <a:pt x="261810" y="588327"/>
                    <a:pt x="261810" y="588327"/>
                  </a:cubicBezTo>
                  <a:lnTo>
                    <a:pt x="261810" y="588327"/>
                  </a:lnTo>
                  <a:cubicBezTo>
                    <a:pt x="262954" y="588327"/>
                    <a:pt x="264096" y="588137"/>
                    <a:pt x="265303" y="587819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8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20" y="585343"/>
                    <a:pt x="271145" y="584518"/>
                    <a:pt x="271907" y="583692"/>
                  </a:cubicBezTo>
                  <a:cubicBezTo>
                    <a:pt x="272097" y="583501"/>
                    <a:pt x="272224" y="583311"/>
                    <a:pt x="272415" y="583120"/>
                  </a:cubicBezTo>
                  <a:cubicBezTo>
                    <a:pt x="273177" y="582168"/>
                    <a:pt x="273748" y="581088"/>
                    <a:pt x="274193" y="580009"/>
                  </a:cubicBezTo>
                  <a:cubicBezTo>
                    <a:pt x="274193" y="580009"/>
                    <a:pt x="274193" y="579945"/>
                    <a:pt x="274257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C3C4B7CB-12CF-7255-BBDA-A0A82E572F6D}"/>
                </a:ext>
              </a:extLst>
            </p:cNvPr>
            <p:cNvSpPr/>
            <p:nvPr/>
          </p:nvSpPr>
          <p:spPr>
            <a:xfrm>
              <a:off x="7081901" y="3259454"/>
              <a:ext cx="208152" cy="208153"/>
            </a:xfrm>
            <a:custGeom>
              <a:avLst/>
              <a:gdLst>
                <a:gd name="connsiteX0" fmla="*/ 208153 w 208152"/>
                <a:gd name="connsiteY0" fmla="*/ 0 h 208153"/>
                <a:gd name="connsiteX1" fmla="*/ 0 w 208152"/>
                <a:gd name="connsiteY1" fmla="*/ 208153 h 2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52" h="208153">
                  <a:moveTo>
                    <a:pt x="208153" y="0"/>
                  </a:moveTo>
                  <a:lnTo>
                    <a:pt x="0" y="208153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EE1805CE-3445-F4E0-A4A3-1505609D0FA0}"/>
                </a:ext>
              </a:extLst>
            </p:cNvPr>
            <p:cNvSpPr/>
            <p:nvPr/>
          </p:nvSpPr>
          <p:spPr>
            <a:xfrm>
              <a:off x="7081901" y="3259454"/>
              <a:ext cx="208152" cy="208153"/>
            </a:xfrm>
            <a:custGeom>
              <a:avLst/>
              <a:gdLst>
                <a:gd name="connsiteX0" fmla="*/ 208153 w 208152"/>
                <a:gd name="connsiteY0" fmla="*/ 208153 h 208153"/>
                <a:gd name="connsiteX1" fmla="*/ 0 w 208152"/>
                <a:gd name="connsiteY1" fmla="*/ 0 h 2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52" h="208153">
                  <a:moveTo>
                    <a:pt x="208153" y="208153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5" name="Gráfico 4">
            <a:extLst>
              <a:ext uri="{FF2B5EF4-FFF2-40B4-BE49-F238E27FC236}">
                <a16:creationId xmlns:a16="http://schemas.microsoft.com/office/drawing/2014/main" id="{3F8A37A5-4836-D45E-662C-45EFD86CDC4F}"/>
              </a:ext>
            </a:extLst>
          </p:cNvPr>
          <p:cNvGrpSpPr/>
          <p:nvPr/>
        </p:nvGrpSpPr>
        <p:grpSpPr>
          <a:xfrm>
            <a:off x="6814184" y="5224652"/>
            <a:ext cx="743457" cy="718185"/>
            <a:chOff x="6814184" y="5224652"/>
            <a:chExt cx="743457" cy="718185"/>
          </a:xfrm>
          <a:noFill/>
        </p:grpSpPr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542CCC3A-C781-8CF0-2263-BEB286D17961}"/>
                </a:ext>
              </a:extLst>
            </p:cNvPr>
            <p:cNvSpPr/>
            <p:nvPr/>
          </p:nvSpPr>
          <p:spPr>
            <a:xfrm>
              <a:off x="6814184" y="5224652"/>
              <a:ext cx="743457" cy="718185"/>
            </a:xfrm>
            <a:custGeom>
              <a:avLst/>
              <a:gdLst>
                <a:gd name="connsiteX0" fmla="*/ 446722 w 743457"/>
                <a:gd name="connsiteY0" fmla="*/ 460946 h 718185"/>
                <a:gd name="connsiteX1" fmla="*/ 473393 w 743457"/>
                <a:gd name="connsiteY1" fmla="*/ 487617 h 718185"/>
                <a:gd name="connsiteX2" fmla="*/ 473393 w 743457"/>
                <a:gd name="connsiteY2" fmla="*/ 708343 h 718185"/>
                <a:gd name="connsiteX3" fmla="*/ 483235 w 743457"/>
                <a:gd name="connsiteY3" fmla="*/ 718185 h 718185"/>
                <a:gd name="connsiteX4" fmla="*/ 632334 w 743457"/>
                <a:gd name="connsiteY4" fmla="*/ 718185 h 718185"/>
                <a:gd name="connsiteX5" fmla="*/ 642176 w 743457"/>
                <a:gd name="connsiteY5" fmla="*/ 708343 h 718185"/>
                <a:gd name="connsiteX6" fmla="*/ 642176 w 743457"/>
                <a:gd name="connsiteY6" fmla="*/ 399351 h 718185"/>
                <a:gd name="connsiteX7" fmla="*/ 660019 w 743457"/>
                <a:gd name="connsiteY7" fmla="*/ 381508 h 718185"/>
                <a:gd name="connsiteX8" fmla="*/ 733489 w 743457"/>
                <a:gd name="connsiteY8" fmla="*/ 381508 h 718185"/>
                <a:gd name="connsiteX9" fmla="*/ 733679 w 743457"/>
                <a:gd name="connsiteY9" fmla="*/ 381508 h 718185"/>
                <a:gd name="connsiteX10" fmla="*/ 740601 w 743457"/>
                <a:gd name="connsiteY10" fmla="*/ 378650 h 718185"/>
                <a:gd name="connsiteX11" fmla="*/ 740601 w 743457"/>
                <a:gd name="connsiteY11" fmla="*/ 364744 h 718185"/>
                <a:gd name="connsiteX12" fmla="*/ 378714 w 743457"/>
                <a:gd name="connsiteY12" fmla="*/ 2857 h 718185"/>
                <a:gd name="connsiteX13" fmla="*/ 364808 w 743457"/>
                <a:gd name="connsiteY13" fmla="*/ 2857 h 718185"/>
                <a:gd name="connsiteX14" fmla="*/ 2858 w 743457"/>
                <a:gd name="connsiteY14" fmla="*/ 364807 h 718185"/>
                <a:gd name="connsiteX15" fmla="*/ 2858 w 743457"/>
                <a:gd name="connsiteY15" fmla="*/ 378714 h 718185"/>
                <a:gd name="connsiteX16" fmla="*/ 8827 w 743457"/>
                <a:gd name="connsiteY16" fmla="*/ 381381 h 718185"/>
                <a:gd name="connsiteX17" fmla="*/ 9589 w 743457"/>
                <a:gd name="connsiteY17" fmla="*/ 381508 h 718185"/>
                <a:gd name="connsiteX18" fmla="*/ 10033 w 743457"/>
                <a:gd name="connsiteY18" fmla="*/ 381508 h 718185"/>
                <a:gd name="connsiteX19" fmla="*/ 83503 w 743457"/>
                <a:gd name="connsiteY19" fmla="*/ 381508 h 718185"/>
                <a:gd name="connsiteX20" fmla="*/ 101347 w 743457"/>
                <a:gd name="connsiteY20" fmla="*/ 399351 h 718185"/>
                <a:gd name="connsiteX21" fmla="*/ 101347 w 743457"/>
                <a:gd name="connsiteY21" fmla="*/ 708343 h 718185"/>
                <a:gd name="connsiteX22" fmla="*/ 111189 w 743457"/>
                <a:gd name="connsiteY22" fmla="*/ 718185 h 718185"/>
                <a:gd name="connsiteX23" fmla="*/ 260604 w 743457"/>
                <a:gd name="connsiteY23" fmla="*/ 718185 h 718185"/>
                <a:gd name="connsiteX24" fmla="*/ 270446 w 743457"/>
                <a:gd name="connsiteY24" fmla="*/ 708343 h 718185"/>
                <a:gd name="connsiteX25" fmla="*/ 270446 w 743457"/>
                <a:gd name="connsiteY25" fmla="*/ 487617 h 718185"/>
                <a:gd name="connsiteX26" fmla="*/ 297117 w 743457"/>
                <a:gd name="connsiteY26" fmla="*/ 460946 h 71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43457" h="718185">
                  <a:moveTo>
                    <a:pt x="446722" y="460946"/>
                  </a:moveTo>
                  <a:cubicBezTo>
                    <a:pt x="461455" y="460946"/>
                    <a:pt x="473393" y="472885"/>
                    <a:pt x="473393" y="487617"/>
                  </a:cubicBezTo>
                  <a:lnTo>
                    <a:pt x="473393" y="708343"/>
                  </a:lnTo>
                  <a:cubicBezTo>
                    <a:pt x="473393" y="713740"/>
                    <a:pt x="477774" y="718185"/>
                    <a:pt x="483235" y="718185"/>
                  </a:cubicBezTo>
                  <a:lnTo>
                    <a:pt x="632334" y="718185"/>
                  </a:lnTo>
                  <a:cubicBezTo>
                    <a:pt x="637731" y="718185"/>
                    <a:pt x="642176" y="713804"/>
                    <a:pt x="642176" y="708343"/>
                  </a:cubicBezTo>
                  <a:lnTo>
                    <a:pt x="642176" y="399351"/>
                  </a:lnTo>
                  <a:cubicBezTo>
                    <a:pt x="642176" y="389509"/>
                    <a:pt x="650177" y="381508"/>
                    <a:pt x="660019" y="381508"/>
                  </a:cubicBezTo>
                  <a:lnTo>
                    <a:pt x="733489" y="381508"/>
                  </a:lnTo>
                  <a:cubicBezTo>
                    <a:pt x="733489" y="381508"/>
                    <a:pt x="733616" y="381508"/>
                    <a:pt x="733679" y="381508"/>
                  </a:cubicBezTo>
                  <a:cubicBezTo>
                    <a:pt x="736219" y="381508"/>
                    <a:pt x="738696" y="380556"/>
                    <a:pt x="740601" y="378650"/>
                  </a:cubicBezTo>
                  <a:cubicBezTo>
                    <a:pt x="744410" y="374841"/>
                    <a:pt x="744410" y="368618"/>
                    <a:pt x="740601" y="364744"/>
                  </a:cubicBezTo>
                  <a:lnTo>
                    <a:pt x="378714" y="2857"/>
                  </a:lnTo>
                  <a:cubicBezTo>
                    <a:pt x="374904" y="-952"/>
                    <a:pt x="368618" y="-952"/>
                    <a:pt x="364808" y="2857"/>
                  </a:cubicBezTo>
                  <a:lnTo>
                    <a:pt x="2858" y="364807"/>
                  </a:lnTo>
                  <a:cubicBezTo>
                    <a:pt x="-953" y="368618"/>
                    <a:pt x="-953" y="374841"/>
                    <a:pt x="2858" y="378714"/>
                  </a:cubicBezTo>
                  <a:cubicBezTo>
                    <a:pt x="4509" y="380365"/>
                    <a:pt x="6668" y="381191"/>
                    <a:pt x="8827" y="381381"/>
                  </a:cubicBezTo>
                  <a:lnTo>
                    <a:pt x="9589" y="381508"/>
                  </a:lnTo>
                  <a:cubicBezTo>
                    <a:pt x="9589" y="381508"/>
                    <a:pt x="9843" y="381508"/>
                    <a:pt x="10033" y="381508"/>
                  </a:cubicBezTo>
                  <a:lnTo>
                    <a:pt x="83503" y="381508"/>
                  </a:lnTo>
                  <a:cubicBezTo>
                    <a:pt x="93345" y="381508"/>
                    <a:pt x="101347" y="389509"/>
                    <a:pt x="101347" y="399351"/>
                  </a:cubicBezTo>
                  <a:lnTo>
                    <a:pt x="101347" y="708343"/>
                  </a:lnTo>
                  <a:cubicBezTo>
                    <a:pt x="101347" y="713740"/>
                    <a:pt x="105728" y="718185"/>
                    <a:pt x="111189" y="718185"/>
                  </a:cubicBezTo>
                  <a:lnTo>
                    <a:pt x="260604" y="718185"/>
                  </a:lnTo>
                  <a:cubicBezTo>
                    <a:pt x="266002" y="718185"/>
                    <a:pt x="270446" y="713804"/>
                    <a:pt x="270446" y="708343"/>
                  </a:cubicBezTo>
                  <a:lnTo>
                    <a:pt x="270446" y="487617"/>
                  </a:lnTo>
                  <a:cubicBezTo>
                    <a:pt x="270446" y="472885"/>
                    <a:pt x="282384" y="460946"/>
                    <a:pt x="297117" y="460946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2C06DD3D-E5EB-FA7E-B397-3776788B7D09}"/>
                </a:ext>
              </a:extLst>
            </p:cNvPr>
            <p:cNvSpPr/>
            <p:nvPr/>
          </p:nvSpPr>
          <p:spPr>
            <a:xfrm>
              <a:off x="7108317" y="5636831"/>
              <a:ext cx="155384" cy="49212"/>
            </a:xfrm>
            <a:custGeom>
              <a:avLst/>
              <a:gdLst>
                <a:gd name="connsiteX0" fmla="*/ 155384 w 155384"/>
                <a:gd name="connsiteY0" fmla="*/ 49213 h 49212"/>
                <a:gd name="connsiteX1" fmla="*/ 133667 w 155384"/>
                <a:gd name="connsiteY1" fmla="*/ 49213 h 49212"/>
                <a:gd name="connsiteX2" fmla="*/ 129984 w 155384"/>
                <a:gd name="connsiteY2" fmla="*/ 48895 h 49212"/>
                <a:gd name="connsiteX3" fmla="*/ 114490 w 155384"/>
                <a:gd name="connsiteY3" fmla="*/ 45593 h 49212"/>
                <a:gd name="connsiteX4" fmla="*/ 113474 w 155384"/>
                <a:gd name="connsiteY4" fmla="*/ 45212 h 49212"/>
                <a:gd name="connsiteX5" fmla="*/ 80264 w 155384"/>
                <a:gd name="connsiteY5" fmla="*/ 572 h 49212"/>
                <a:gd name="connsiteX6" fmla="*/ 78994 w 155384"/>
                <a:gd name="connsiteY6" fmla="*/ 572 h 49212"/>
                <a:gd name="connsiteX7" fmla="*/ 45339 w 155384"/>
                <a:gd name="connsiteY7" fmla="*/ 45403 h 49212"/>
                <a:gd name="connsiteX8" fmla="*/ 45339 w 155384"/>
                <a:gd name="connsiteY8" fmla="*/ 45403 h 49212"/>
                <a:gd name="connsiteX9" fmla="*/ 40894 w 155384"/>
                <a:gd name="connsiteY9" fmla="*/ 46800 h 49212"/>
                <a:gd name="connsiteX10" fmla="*/ 29781 w 155384"/>
                <a:gd name="connsiteY10" fmla="*/ 48578 h 49212"/>
                <a:gd name="connsiteX11" fmla="*/ 25844 w 155384"/>
                <a:gd name="connsiteY11" fmla="*/ 48895 h 49212"/>
                <a:gd name="connsiteX12" fmla="*/ 22606 w 155384"/>
                <a:gd name="connsiteY12" fmla="*/ 49213 h 49212"/>
                <a:gd name="connsiteX13" fmla="*/ 22415 w 155384"/>
                <a:gd name="connsiteY13" fmla="*/ 49213 h 49212"/>
                <a:gd name="connsiteX14" fmla="*/ 0 w 155384"/>
                <a:gd name="connsiteY14" fmla="*/ 49213 h 4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5384" h="49212">
                  <a:moveTo>
                    <a:pt x="155384" y="49213"/>
                  </a:moveTo>
                  <a:lnTo>
                    <a:pt x="133667" y="49213"/>
                  </a:lnTo>
                  <a:cubicBezTo>
                    <a:pt x="132461" y="49085"/>
                    <a:pt x="131190" y="49022"/>
                    <a:pt x="129984" y="48895"/>
                  </a:cubicBezTo>
                  <a:cubicBezTo>
                    <a:pt x="124777" y="48514"/>
                    <a:pt x="119570" y="47308"/>
                    <a:pt x="114490" y="45593"/>
                  </a:cubicBezTo>
                  <a:cubicBezTo>
                    <a:pt x="114173" y="45466"/>
                    <a:pt x="113792" y="45339"/>
                    <a:pt x="113474" y="45212"/>
                  </a:cubicBezTo>
                  <a:cubicBezTo>
                    <a:pt x="91948" y="35751"/>
                    <a:pt x="82676" y="8827"/>
                    <a:pt x="80264" y="572"/>
                  </a:cubicBezTo>
                  <a:cubicBezTo>
                    <a:pt x="80073" y="-191"/>
                    <a:pt x="79184" y="-191"/>
                    <a:pt x="78994" y="572"/>
                  </a:cubicBezTo>
                  <a:cubicBezTo>
                    <a:pt x="76581" y="8827"/>
                    <a:pt x="67183" y="36132"/>
                    <a:pt x="45339" y="45403"/>
                  </a:cubicBezTo>
                  <a:cubicBezTo>
                    <a:pt x="45339" y="45403"/>
                    <a:pt x="45339" y="45403"/>
                    <a:pt x="45339" y="45403"/>
                  </a:cubicBezTo>
                  <a:cubicBezTo>
                    <a:pt x="43878" y="45910"/>
                    <a:pt x="42418" y="46355"/>
                    <a:pt x="40894" y="46800"/>
                  </a:cubicBezTo>
                  <a:cubicBezTo>
                    <a:pt x="37211" y="47752"/>
                    <a:pt x="33527" y="48260"/>
                    <a:pt x="29781" y="48578"/>
                  </a:cubicBezTo>
                  <a:cubicBezTo>
                    <a:pt x="28448" y="48704"/>
                    <a:pt x="27114" y="48768"/>
                    <a:pt x="25844" y="48895"/>
                  </a:cubicBezTo>
                  <a:cubicBezTo>
                    <a:pt x="24764" y="48959"/>
                    <a:pt x="23685" y="49085"/>
                    <a:pt x="22606" y="49213"/>
                  </a:cubicBezTo>
                  <a:cubicBezTo>
                    <a:pt x="22606" y="49213"/>
                    <a:pt x="22478" y="49213"/>
                    <a:pt x="22415" y="49213"/>
                  </a:cubicBezTo>
                  <a:lnTo>
                    <a:pt x="0" y="49213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8" name="Gráfico 4">
            <a:extLst>
              <a:ext uri="{FF2B5EF4-FFF2-40B4-BE49-F238E27FC236}">
                <a16:creationId xmlns:a16="http://schemas.microsoft.com/office/drawing/2014/main" id="{45B75C1C-80FE-22CE-1C8C-DC7AA5FA0E03}"/>
              </a:ext>
            </a:extLst>
          </p:cNvPr>
          <p:cNvGrpSpPr/>
          <p:nvPr/>
        </p:nvGrpSpPr>
        <p:grpSpPr>
          <a:xfrm>
            <a:off x="8056562" y="2072195"/>
            <a:ext cx="519874" cy="588327"/>
            <a:chOff x="8056562" y="2072195"/>
            <a:chExt cx="519874" cy="588327"/>
          </a:xfrm>
          <a:noFill/>
        </p:grpSpPr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C43B44FB-FC6E-4EFC-2956-764630AB616F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120" name="Gráfico 4">
              <a:extLst>
                <a:ext uri="{FF2B5EF4-FFF2-40B4-BE49-F238E27FC236}">
                  <a16:creationId xmlns:a16="http://schemas.microsoft.com/office/drawing/2014/main" id="{A04CF0E9-A1A4-CF30-B861-3D5507E71BDC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121" name="Forma libre 120">
                <a:extLst>
                  <a:ext uri="{FF2B5EF4-FFF2-40B4-BE49-F238E27FC236}">
                    <a16:creationId xmlns:a16="http://schemas.microsoft.com/office/drawing/2014/main" id="{6EF712BD-1909-497F-02A7-7A051176FB29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2" name="Forma libre 121">
                <a:extLst>
                  <a:ext uri="{FF2B5EF4-FFF2-40B4-BE49-F238E27FC236}">
                    <a16:creationId xmlns:a16="http://schemas.microsoft.com/office/drawing/2014/main" id="{3D66AB33-6D65-1DA0-0C66-FBB795FA3D30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3" name="Forma libre 122">
                <a:extLst>
                  <a:ext uri="{FF2B5EF4-FFF2-40B4-BE49-F238E27FC236}">
                    <a16:creationId xmlns:a16="http://schemas.microsoft.com/office/drawing/2014/main" id="{882357B6-35DB-64B5-67A2-55839C6A76EC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FAB30577-2BFB-5EED-B8C0-AB37787DA0EB}"/>
              </a:ext>
            </a:extLst>
          </p:cNvPr>
          <p:cNvGrpSpPr/>
          <p:nvPr/>
        </p:nvGrpSpPr>
        <p:grpSpPr>
          <a:xfrm>
            <a:off x="7958772" y="4113085"/>
            <a:ext cx="690054" cy="683831"/>
            <a:chOff x="7958772" y="4113085"/>
            <a:chExt cx="690054" cy="683831"/>
          </a:xfrm>
        </p:grpSpPr>
        <p:grpSp>
          <p:nvGrpSpPr>
            <p:cNvPr id="125" name="Gráfico 4">
              <a:extLst>
                <a:ext uri="{FF2B5EF4-FFF2-40B4-BE49-F238E27FC236}">
                  <a16:creationId xmlns:a16="http://schemas.microsoft.com/office/drawing/2014/main" id="{495EF1E2-073E-9AB5-44A4-80BA74F8AA38}"/>
                </a:ext>
              </a:extLst>
            </p:cNvPr>
            <p:cNvGrpSpPr/>
            <p:nvPr/>
          </p:nvGrpSpPr>
          <p:grpSpPr>
            <a:xfrm>
              <a:off x="7958772" y="4113085"/>
              <a:ext cx="690054" cy="683831"/>
              <a:chOff x="7958772" y="4113085"/>
              <a:chExt cx="690054" cy="683831"/>
            </a:xfrm>
            <a:noFill/>
          </p:grpSpPr>
          <p:sp>
            <p:nvSpPr>
              <p:cNvPr id="134" name="Forma libre 133">
                <a:extLst>
                  <a:ext uri="{FF2B5EF4-FFF2-40B4-BE49-F238E27FC236}">
                    <a16:creationId xmlns:a16="http://schemas.microsoft.com/office/drawing/2014/main" id="{3C827E9E-078F-83C9-2846-2A70A46A5C0D}"/>
                  </a:ext>
                </a:extLst>
              </p:cNvPr>
              <p:cNvSpPr/>
              <p:nvPr/>
            </p:nvSpPr>
            <p:spPr>
              <a:xfrm>
                <a:off x="7958772" y="4230115"/>
                <a:ext cx="690054" cy="169783"/>
              </a:xfrm>
              <a:custGeom>
                <a:avLst/>
                <a:gdLst>
                  <a:gd name="connsiteX0" fmla="*/ 0 w 690054"/>
                  <a:gd name="connsiteY0" fmla="*/ 4064 h 169783"/>
                  <a:gd name="connsiteX1" fmla="*/ 0 w 690054"/>
                  <a:gd name="connsiteY1" fmla="*/ 4255 h 169783"/>
                  <a:gd name="connsiteX2" fmla="*/ 166053 w 690054"/>
                  <a:gd name="connsiteY2" fmla="*/ 114173 h 169783"/>
                  <a:gd name="connsiteX3" fmla="*/ 165862 w 690054"/>
                  <a:gd name="connsiteY3" fmla="*/ 114173 h 169783"/>
                  <a:gd name="connsiteX4" fmla="*/ 166180 w 690054"/>
                  <a:gd name="connsiteY4" fmla="*/ 114173 h 169783"/>
                  <a:gd name="connsiteX5" fmla="*/ 171197 w 690054"/>
                  <a:gd name="connsiteY5" fmla="*/ 114554 h 169783"/>
                  <a:gd name="connsiteX6" fmla="*/ 177292 w 690054"/>
                  <a:gd name="connsiteY6" fmla="*/ 114935 h 169783"/>
                  <a:gd name="connsiteX7" fmla="*/ 285179 w 690054"/>
                  <a:gd name="connsiteY7" fmla="*/ 116904 h 169783"/>
                  <a:gd name="connsiteX8" fmla="*/ 292036 w 690054"/>
                  <a:gd name="connsiteY8" fmla="*/ 118428 h 169783"/>
                  <a:gd name="connsiteX9" fmla="*/ 292164 w 690054"/>
                  <a:gd name="connsiteY9" fmla="*/ 118428 h 169783"/>
                  <a:gd name="connsiteX10" fmla="*/ 344043 w 690054"/>
                  <a:gd name="connsiteY10" fmla="*/ 169164 h 169783"/>
                  <a:gd name="connsiteX11" fmla="*/ 346075 w 690054"/>
                  <a:gd name="connsiteY11" fmla="*/ 169164 h 169783"/>
                  <a:gd name="connsiteX12" fmla="*/ 397129 w 690054"/>
                  <a:gd name="connsiteY12" fmla="*/ 118682 h 169783"/>
                  <a:gd name="connsiteX13" fmla="*/ 398780 w 690054"/>
                  <a:gd name="connsiteY13" fmla="*/ 118237 h 169783"/>
                  <a:gd name="connsiteX14" fmla="*/ 422656 w 690054"/>
                  <a:gd name="connsiteY14" fmla="*/ 114872 h 169783"/>
                  <a:gd name="connsiteX15" fmla="*/ 519049 w 690054"/>
                  <a:gd name="connsiteY15" fmla="*/ 114554 h 169783"/>
                  <a:gd name="connsiteX16" fmla="*/ 690055 w 690054"/>
                  <a:gd name="connsiteY16" fmla="*/ 0 h 169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90054" h="169783">
                    <a:moveTo>
                      <a:pt x="0" y="4064"/>
                    </a:moveTo>
                    <a:lnTo>
                      <a:pt x="0" y="4255"/>
                    </a:lnTo>
                    <a:cubicBezTo>
                      <a:pt x="3810" y="70993"/>
                      <a:pt x="-25273" y="114173"/>
                      <a:pt x="166053" y="114173"/>
                    </a:cubicBezTo>
                    <a:lnTo>
                      <a:pt x="165862" y="114173"/>
                    </a:lnTo>
                    <a:cubicBezTo>
                      <a:pt x="165862" y="114173"/>
                      <a:pt x="166053" y="114173"/>
                      <a:pt x="166180" y="114173"/>
                    </a:cubicBezTo>
                    <a:cubicBezTo>
                      <a:pt x="167831" y="114300"/>
                      <a:pt x="169545" y="114427"/>
                      <a:pt x="171197" y="114554"/>
                    </a:cubicBezTo>
                    <a:cubicBezTo>
                      <a:pt x="173228" y="114681"/>
                      <a:pt x="175260" y="114808"/>
                      <a:pt x="177292" y="114935"/>
                    </a:cubicBezTo>
                    <a:cubicBezTo>
                      <a:pt x="183071" y="115253"/>
                      <a:pt x="279527" y="115824"/>
                      <a:pt x="285179" y="116904"/>
                    </a:cubicBezTo>
                    <a:cubicBezTo>
                      <a:pt x="287528" y="117348"/>
                      <a:pt x="289814" y="117920"/>
                      <a:pt x="292036" y="118428"/>
                    </a:cubicBezTo>
                    <a:cubicBezTo>
                      <a:pt x="292036" y="118428"/>
                      <a:pt x="292100" y="118428"/>
                      <a:pt x="292164" y="118428"/>
                    </a:cubicBezTo>
                    <a:cubicBezTo>
                      <a:pt x="325882" y="128905"/>
                      <a:pt x="340360" y="159766"/>
                      <a:pt x="344043" y="169164"/>
                    </a:cubicBezTo>
                    <a:cubicBezTo>
                      <a:pt x="344360" y="169990"/>
                      <a:pt x="345694" y="169990"/>
                      <a:pt x="346075" y="169164"/>
                    </a:cubicBezTo>
                    <a:cubicBezTo>
                      <a:pt x="349759" y="159830"/>
                      <a:pt x="364046" y="129413"/>
                      <a:pt x="397129" y="118682"/>
                    </a:cubicBezTo>
                    <a:cubicBezTo>
                      <a:pt x="397701" y="118555"/>
                      <a:pt x="398272" y="118364"/>
                      <a:pt x="398780" y="118237"/>
                    </a:cubicBezTo>
                    <a:cubicBezTo>
                      <a:pt x="406591" y="116332"/>
                      <a:pt x="414592" y="115316"/>
                      <a:pt x="422656" y="114872"/>
                    </a:cubicBezTo>
                    <a:cubicBezTo>
                      <a:pt x="424561" y="114745"/>
                      <a:pt x="517144" y="114554"/>
                      <a:pt x="519049" y="114554"/>
                    </a:cubicBezTo>
                    <a:cubicBezTo>
                      <a:pt x="690055" y="114554"/>
                      <a:pt x="689801" y="70993"/>
                      <a:pt x="690055" y="0"/>
                    </a:cubicBez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5" name="Forma libre 134">
                <a:extLst>
                  <a:ext uri="{FF2B5EF4-FFF2-40B4-BE49-F238E27FC236}">
                    <a16:creationId xmlns:a16="http://schemas.microsoft.com/office/drawing/2014/main" id="{6318234E-7DD2-DCF5-E9D1-BF4145D25555}"/>
                  </a:ext>
                </a:extLst>
              </p:cNvPr>
              <p:cNvSpPr/>
              <p:nvPr/>
            </p:nvSpPr>
            <p:spPr>
              <a:xfrm>
                <a:off x="7958772" y="4162933"/>
                <a:ext cx="689991" cy="633984"/>
              </a:xfrm>
              <a:custGeom>
                <a:avLst/>
                <a:gdLst>
                  <a:gd name="connsiteX0" fmla="*/ 645985 w 689991"/>
                  <a:gd name="connsiteY0" fmla="*/ 0 h 633984"/>
                  <a:gd name="connsiteX1" fmla="*/ 689991 w 689991"/>
                  <a:gd name="connsiteY1" fmla="*/ 44006 h 633984"/>
                  <a:gd name="connsiteX2" fmla="*/ 689991 w 689991"/>
                  <a:gd name="connsiteY2" fmla="*/ 589978 h 633984"/>
                  <a:gd name="connsiteX3" fmla="*/ 645985 w 689991"/>
                  <a:gd name="connsiteY3" fmla="*/ 633984 h 633984"/>
                  <a:gd name="connsiteX4" fmla="*/ 44005 w 689991"/>
                  <a:gd name="connsiteY4" fmla="*/ 633984 h 633984"/>
                  <a:gd name="connsiteX5" fmla="*/ -1 w 689991"/>
                  <a:gd name="connsiteY5" fmla="*/ 589978 h 633984"/>
                  <a:gd name="connsiteX6" fmla="*/ -1 w 689991"/>
                  <a:gd name="connsiteY6" fmla="*/ 44006 h 633984"/>
                  <a:gd name="connsiteX7" fmla="*/ 44005 w 689991"/>
                  <a:gd name="connsiteY7" fmla="*/ 0 h 633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9991" h="633984">
                    <a:moveTo>
                      <a:pt x="645985" y="0"/>
                    </a:moveTo>
                    <a:cubicBezTo>
                      <a:pt x="670289" y="0"/>
                      <a:pt x="689991" y="19702"/>
                      <a:pt x="689991" y="44006"/>
                    </a:cubicBezTo>
                    <a:lnTo>
                      <a:pt x="689991" y="589978"/>
                    </a:lnTo>
                    <a:cubicBezTo>
                      <a:pt x="689991" y="614282"/>
                      <a:pt x="670289" y="633984"/>
                      <a:pt x="645985" y="633984"/>
                    </a:cubicBezTo>
                    <a:lnTo>
                      <a:pt x="44005" y="633984"/>
                    </a:lnTo>
                    <a:cubicBezTo>
                      <a:pt x="19701" y="633984"/>
                      <a:pt x="-1" y="614282"/>
                      <a:pt x="-1" y="589978"/>
                    </a:cubicBezTo>
                    <a:lnTo>
                      <a:pt x="-1" y="44006"/>
                    </a:lnTo>
                    <a:cubicBezTo>
                      <a:pt x="-1" y="19702"/>
                      <a:pt x="19701" y="0"/>
                      <a:pt x="44005" y="0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6" name="Forma libre 135">
                <a:extLst>
                  <a:ext uri="{FF2B5EF4-FFF2-40B4-BE49-F238E27FC236}">
                    <a16:creationId xmlns:a16="http://schemas.microsoft.com/office/drawing/2014/main" id="{49E3B6BE-763A-A085-9B75-5E8EB05A397A}"/>
                  </a:ext>
                </a:extLst>
              </p:cNvPr>
              <p:cNvSpPr/>
              <p:nvPr/>
            </p:nvSpPr>
            <p:spPr>
              <a:xfrm>
                <a:off x="8119808" y="4113085"/>
                <a:ext cx="6350" cy="110743"/>
              </a:xfrm>
              <a:custGeom>
                <a:avLst/>
                <a:gdLst>
                  <a:gd name="connsiteX0" fmla="*/ 0 w 6350"/>
                  <a:gd name="connsiteY0" fmla="*/ 110744 h 110743"/>
                  <a:gd name="connsiteX1" fmla="*/ 0 w 6350"/>
                  <a:gd name="connsiteY1" fmla="*/ 0 h 11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10743">
                    <a:moveTo>
                      <a:pt x="0" y="1107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7" name="Forma libre 136">
                <a:extLst>
                  <a:ext uri="{FF2B5EF4-FFF2-40B4-BE49-F238E27FC236}">
                    <a16:creationId xmlns:a16="http://schemas.microsoft.com/office/drawing/2014/main" id="{F9828948-930D-4A4C-2F82-21670EB0CFD9}"/>
                  </a:ext>
                </a:extLst>
              </p:cNvPr>
              <p:cNvSpPr/>
              <p:nvPr/>
            </p:nvSpPr>
            <p:spPr>
              <a:xfrm>
                <a:off x="8487727" y="4113085"/>
                <a:ext cx="6350" cy="110743"/>
              </a:xfrm>
              <a:custGeom>
                <a:avLst/>
                <a:gdLst>
                  <a:gd name="connsiteX0" fmla="*/ 0 w 6350"/>
                  <a:gd name="connsiteY0" fmla="*/ 110744 h 110743"/>
                  <a:gd name="connsiteX1" fmla="*/ 0 w 6350"/>
                  <a:gd name="connsiteY1" fmla="*/ 0 h 11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10743">
                    <a:moveTo>
                      <a:pt x="0" y="1107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6D846EA1-F97A-FC51-E529-12955DAF38BD}"/>
                </a:ext>
              </a:extLst>
            </p:cNvPr>
            <p:cNvSpPr/>
            <p:nvPr/>
          </p:nvSpPr>
          <p:spPr>
            <a:xfrm>
              <a:off x="8044497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1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1" y="64958"/>
                    <a:pt x="1" y="41846"/>
                  </a:cubicBezTo>
                  <a:cubicBezTo>
                    <a:pt x="1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076140CF-DF90-2E9F-33EF-1510F356344A}"/>
                </a:ext>
              </a:extLst>
            </p:cNvPr>
            <p:cNvSpPr/>
            <p:nvPr/>
          </p:nvSpPr>
          <p:spPr>
            <a:xfrm>
              <a:off x="8189976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6 w 83692"/>
                <a:gd name="connsiteY1" fmla="*/ 83693 h 83693"/>
                <a:gd name="connsiteX2" fmla="*/ 0 w 83692"/>
                <a:gd name="connsiteY2" fmla="*/ 41846 h 83693"/>
                <a:gd name="connsiteX3" fmla="*/ 41846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7" y="83693"/>
                    <a:pt x="41846" y="83693"/>
                  </a:cubicBezTo>
                  <a:cubicBezTo>
                    <a:pt x="18735" y="83693"/>
                    <a:pt x="0" y="64958"/>
                    <a:pt x="0" y="41846"/>
                  </a:cubicBezTo>
                  <a:cubicBezTo>
                    <a:pt x="0" y="18735"/>
                    <a:pt x="18735" y="0"/>
                    <a:pt x="41846" y="0"/>
                  </a:cubicBezTo>
                  <a:cubicBezTo>
                    <a:pt x="64957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9B213969-B26F-E330-60D6-A96F4B48CC9B}"/>
                </a:ext>
              </a:extLst>
            </p:cNvPr>
            <p:cNvSpPr/>
            <p:nvPr/>
          </p:nvSpPr>
          <p:spPr>
            <a:xfrm>
              <a:off x="8335454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3B07BF83-794F-B7DA-C083-4E7E95B0208B}"/>
                </a:ext>
              </a:extLst>
            </p:cNvPr>
            <p:cNvSpPr/>
            <p:nvPr/>
          </p:nvSpPr>
          <p:spPr>
            <a:xfrm>
              <a:off x="8480869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65624D18-8201-63FF-0DD3-DF23BE9D1715}"/>
                </a:ext>
              </a:extLst>
            </p:cNvPr>
            <p:cNvSpPr/>
            <p:nvPr/>
          </p:nvSpPr>
          <p:spPr>
            <a:xfrm>
              <a:off x="8044497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1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1" y="64958"/>
                    <a:pt x="1" y="41846"/>
                  </a:cubicBezTo>
                  <a:cubicBezTo>
                    <a:pt x="1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C97ED66F-0537-7748-9DCF-1842359FC99C}"/>
                </a:ext>
              </a:extLst>
            </p:cNvPr>
            <p:cNvSpPr/>
            <p:nvPr/>
          </p:nvSpPr>
          <p:spPr>
            <a:xfrm>
              <a:off x="8189976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6 w 83692"/>
                <a:gd name="connsiteY1" fmla="*/ 83693 h 83693"/>
                <a:gd name="connsiteX2" fmla="*/ 0 w 83692"/>
                <a:gd name="connsiteY2" fmla="*/ 41846 h 83693"/>
                <a:gd name="connsiteX3" fmla="*/ 41846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7" y="83693"/>
                    <a:pt x="41846" y="83693"/>
                  </a:cubicBezTo>
                  <a:cubicBezTo>
                    <a:pt x="18735" y="83693"/>
                    <a:pt x="0" y="64958"/>
                    <a:pt x="0" y="41846"/>
                  </a:cubicBezTo>
                  <a:cubicBezTo>
                    <a:pt x="0" y="18735"/>
                    <a:pt x="18735" y="0"/>
                    <a:pt x="41846" y="0"/>
                  </a:cubicBezTo>
                  <a:cubicBezTo>
                    <a:pt x="64957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E1BB8FD0-E8F4-7AF8-85C3-96158C24B49F}"/>
                </a:ext>
              </a:extLst>
            </p:cNvPr>
            <p:cNvSpPr/>
            <p:nvPr/>
          </p:nvSpPr>
          <p:spPr>
            <a:xfrm>
              <a:off x="8335454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A986AFF7-F13F-79F9-65A9-6839C3390B58}"/>
                </a:ext>
              </a:extLst>
            </p:cNvPr>
            <p:cNvSpPr/>
            <p:nvPr/>
          </p:nvSpPr>
          <p:spPr>
            <a:xfrm>
              <a:off x="8480869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38" name="Gráfico 4">
            <a:extLst>
              <a:ext uri="{FF2B5EF4-FFF2-40B4-BE49-F238E27FC236}">
                <a16:creationId xmlns:a16="http://schemas.microsoft.com/office/drawing/2014/main" id="{D2E75255-2FBB-6298-2424-40B63E000023}"/>
              </a:ext>
            </a:extLst>
          </p:cNvPr>
          <p:cNvGrpSpPr/>
          <p:nvPr/>
        </p:nvGrpSpPr>
        <p:grpSpPr>
          <a:xfrm>
            <a:off x="8049514" y="3100323"/>
            <a:ext cx="508507" cy="565213"/>
            <a:chOff x="8049514" y="3100323"/>
            <a:chExt cx="508507" cy="565213"/>
          </a:xfrm>
          <a:noFill/>
        </p:grpSpPr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685E81D9-3A20-A70F-8082-54B7C28C306B}"/>
                </a:ext>
              </a:extLst>
            </p:cNvPr>
            <p:cNvSpPr/>
            <p:nvPr/>
          </p:nvSpPr>
          <p:spPr>
            <a:xfrm>
              <a:off x="8069453" y="3215068"/>
              <a:ext cx="468629" cy="450469"/>
            </a:xfrm>
            <a:custGeom>
              <a:avLst/>
              <a:gdLst>
                <a:gd name="connsiteX0" fmla="*/ 468630 w 468629"/>
                <a:gd name="connsiteY0" fmla="*/ 0 h 450469"/>
                <a:gd name="connsiteX1" fmla="*/ 428942 w 468629"/>
                <a:gd name="connsiteY1" fmla="*/ 419862 h 450469"/>
                <a:gd name="connsiteX2" fmla="*/ 395288 w 468629"/>
                <a:gd name="connsiteY2" fmla="*/ 450469 h 450469"/>
                <a:gd name="connsiteX3" fmla="*/ 73342 w 468629"/>
                <a:gd name="connsiteY3" fmla="*/ 450469 h 450469"/>
                <a:gd name="connsiteX4" fmla="*/ 39688 w 468629"/>
                <a:gd name="connsiteY4" fmla="*/ 419862 h 450469"/>
                <a:gd name="connsiteX5" fmla="*/ 0 w 468629"/>
                <a:gd name="connsiteY5" fmla="*/ 0 h 45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629" h="450469">
                  <a:moveTo>
                    <a:pt x="468630" y="0"/>
                  </a:moveTo>
                  <a:lnTo>
                    <a:pt x="428942" y="419862"/>
                  </a:lnTo>
                  <a:cubicBezTo>
                    <a:pt x="427291" y="437261"/>
                    <a:pt x="412686" y="450469"/>
                    <a:pt x="395288" y="450469"/>
                  </a:cubicBezTo>
                  <a:lnTo>
                    <a:pt x="73342" y="450469"/>
                  </a:lnTo>
                  <a:cubicBezTo>
                    <a:pt x="55880" y="450469"/>
                    <a:pt x="41339" y="437197"/>
                    <a:pt x="39688" y="419862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A8771567-6209-DA6D-31F9-05A47189AB42}"/>
                </a:ext>
              </a:extLst>
            </p:cNvPr>
            <p:cNvSpPr/>
            <p:nvPr/>
          </p:nvSpPr>
          <p:spPr>
            <a:xfrm>
              <a:off x="8401621" y="3366642"/>
              <a:ext cx="19939" cy="211073"/>
            </a:xfrm>
            <a:custGeom>
              <a:avLst/>
              <a:gdLst>
                <a:gd name="connsiteX0" fmla="*/ 19939 w 19939"/>
                <a:gd name="connsiteY0" fmla="*/ 0 h 211073"/>
                <a:gd name="connsiteX1" fmla="*/ 0 w 19939"/>
                <a:gd name="connsiteY1" fmla="*/ 211074 h 21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39" h="211073">
                  <a:moveTo>
                    <a:pt x="19939" y="0"/>
                  </a:moveTo>
                  <a:lnTo>
                    <a:pt x="0" y="211074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A811CA01-7884-2AFE-1EC2-202A854F8CEB}"/>
                </a:ext>
              </a:extLst>
            </p:cNvPr>
            <p:cNvSpPr/>
            <p:nvPr/>
          </p:nvSpPr>
          <p:spPr>
            <a:xfrm>
              <a:off x="8049514" y="3100323"/>
              <a:ext cx="508507" cy="168846"/>
            </a:xfrm>
            <a:custGeom>
              <a:avLst/>
              <a:gdLst>
                <a:gd name="connsiteX0" fmla="*/ 508508 w 508507"/>
                <a:gd name="connsiteY0" fmla="*/ 44006 h 168846"/>
                <a:gd name="connsiteX1" fmla="*/ 382524 w 508507"/>
                <a:gd name="connsiteY1" fmla="*/ 128461 h 168846"/>
                <a:gd name="connsiteX2" fmla="*/ 311467 w 508507"/>
                <a:gd name="connsiteY2" fmla="*/ 128715 h 168846"/>
                <a:gd name="connsiteX3" fmla="*/ 293878 w 508507"/>
                <a:gd name="connsiteY3" fmla="*/ 131191 h 168846"/>
                <a:gd name="connsiteX4" fmla="*/ 292671 w 508507"/>
                <a:gd name="connsiteY4" fmla="*/ 131572 h 168846"/>
                <a:gd name="connsiteX5" fmla="*/ 255016 w 508507"/>
                <a:gd name="connsiteY5" fmla="*/ 168847 h 168846"/>
                <a:gd name="connsiteX6" fmla="*/ 253619 w 508507"/>
                <a:gd name="connsiteY6" fmla="*/ 168847 h 168846"/>
                <a:gd name="connsiteX7" fmla="*/ 215329 w 508507"/>
                <a:gd name="connsiteY7" fmla="*/ 131382 h 168846"/>
                <a:gd name="connsiteX8" fmla="*/ 215265 w 508507"/>
                <a:gd name="connsiteY8" fmla="*/ 131382 h 168846"/>
                <a:gd name="connsiteX9" fmla="*/ 210185 w 508507"/>
                <a:gd name="connsiteY9" fmla="*/ 130239 h 168846"/>
                <a:gd name="connsiteX10" fmla="*/ 130683 w 508507"/>
                <a:gd name="connsiteY10" fmla="*/ 128778 h 168846"/>
                <a:gd name="connsiteX11" fmla="*/ 126174 w 508507"/>
                <a:gd name="connsiteY11" fmla="*/ 128524 h 168846"/>
                <a:gd name="connsiteX12" fmla="*/ 122492 w 508507"/>
                <a:gd name="connsiteY12" fmla="*/ 128270 h 168846"/>
                <a:gd name="connsiteX13" fmla="*/ 122238 w 508507"/>
                <a:gd name="connsiteY13" fmla="*/ 128270 h 168846"/>
                <a:gd name="connsiteX14" fmla="*/ 122365 w 508507"/>
                <a:gd name="connsiteY14" fmla="*/ 128270 h 168846"/>
                <a:gd name="connsiteX15" fmla="*/ 0 w 508507"/>
                <a:gd name="connsiteY15" fmla="*/ 47308 h 168846"/>
                <a:gd name="connsiteX16" fmla="*/ 0 w 508507"/>
                <a:gd name="connsiteY16" fmla="*/ 47181 h 168846"/>
                <a:gd name="connsiteX17" fmla="*/ 0 w 508507"/>
                <a:gd name="connsiteY17" fmla="*/ 32703 h 168846"/>
                <a:gd name="connsiteX18" fmla="*/ 32703 w 508507"/>
                <a:gd name="connsiteY18" fmla="*/ 0 h 168846"/>
                <a:gd name="connsiteX19" fmla="*/ 475805 w 508507"/>
                <a:gd name="connsiteY19" fmla="*/ 0 h 168846"/>
                <a:gd name="connsiteX20" fmla="*/ 508508 w 508507"/>
                <a:gd name="connsiteY20" fmla="*/ 32703 h 168846"/>
                <a:gd name="connsiteX21" fmla="*/ 508508 w 508507"/>
                <a:gd name="connsiteY21" fmla="*/ 44133 h 16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8507" h="168846">
                  <a:moveTo>
                    <a:pt x="508508" y="44006"/>
                  </a:moveTo>
                  <a:cubicBezTo>
                    <a:pt x="508317" y="96330"/>
                    <a:pt x="508508" y="128461"/>
                    <a:pt x="382524" y="128461"/>
                  </a:cubicBezTo>
                  <a:cubicBezTo>
                    <a:pt x="381127" y="128461"/>
                    <a:pt x="312865" y="128651"/>
                    <a:pt x="311467" y="128715"/>
                  </a:cubicBezTo>
                  <a:cubicBezTo>
                    <a:pt x="305562" y="129032"/>
                    <a:pt x="299593" y="129794"/>
                    <a:pt x="293878" y="131191"/>
                  </a:cubicBezTo>
                  <a:cubicBezTo>
                    <a:pt x="293497" y="131318"/>
                    <a:pt x="293053" y="131445"/>
                    <a:pt x="292671" y="131572"/>
                  </a:cubicBezTo>
                  <a:cubicBezTo>
                    <a:pt x="268160" y="139510"/>
                    <a:pt x="257683" y="162052"/>
                    <a:pt x="255016" y="168847"/>
                  </a:cubicBezTo>
                  <a:lnTo>
                    <a:pt x="253619" y="168847"/>
                  </a:lnTo>
                  <a:cubicBezTo>
                    <a:pt x="250952" y="161989"/>
                    <a:pt x="240284" y="139192"/>
                    <a:pt x="215329" y="131382"/>
                  </a:cubicBezTo>
                  <a:cubicBezTo>
                    <a:pt x="215329" y="131382"/>
                    <a:pt x="215329" y="131382"/>
                    <a:pt x="215265" y="131382"/>
                  </a:cubicBezTo>
                  <a:cubicBezTo>
                    <a:pt x="213614" y="131001"/>
                    <a:pt x="211963" y="130556"/>
                    <a:pt x="210185" y="130239"/>
                  </a:cubicBezTo>
                  <a:cubicBezTo>
                    <a:pt x="206057" y="129413"/>
                    <a:pt x="134938" y="129032"/>
                    <a:pt x="130683" y="128778"/>
                  </a:cubicBezTo>
                  <a:cubicBezTo>
                    <a:pt x="129159" y="128715"/>
                    <a:pt x="127698" y="128588"/>
                    <a:pt x="126174" y="128524"/>
                  </a:cubicBezTo>
                  <a:cubicBezTo>
                    <a:pt x="124968" y="128461"/>
                    <a:pt x="123698" y="128334"/>
                    <a:pt x="122492" y="128270"/>
                  </a:cubicBezTo>
                  <a:cubicBezTo>
                    <a:pt x="122428" y="128270"/>
                    <a:pt x="122365" y="128270"/>
                    <a:pt x="122238" y="128270"/>
                  </a:cubicBezTo>
                  <a:lnTo>
                    <a:pt x="122365" y="128270"/>
                  </a:lnTo>
                  <a:cubicBezTo>
                    <a:pt x="-18606" y="128270"/>
                    <a:pt x="2794" y="96457"/>
                    <a:pt x="0" y="47308"/>
                  </a:cubicBezTo>
                  <a:lnTo>
                    <a:pt x="0" y="47181"/>
                  </a:lnTo>
                  <a:cubicBezTo>
                    <a:pt x="0" y="47181"/>
                    <a:pt x="0" y="32703"/>
                    <a:pt x="0" y="32703"/>
                  </a:cubicBezTo>
                  <a:cubicBezTo>
                    <a:pt x="0" y="14605"/>
                    <a:pt x="14668" y="0"/>
                    <a:pt x="32703" y="0"/>
                  </a:cubicBezTo>
                  <a:lnTo>
                    <a:pt x="475805" y="0"/>
                  </a:lnTo>
                  <a:cubicBezTo>
                    <a:pt x="493903" y="0"/>
                    <a:pt x="508508" y="14668"/>
                    <a:pt x="508508" y="32703"/>
                  </a:cubicBezTo>
                  <a:lnTo>
                    <a:pt x="508508" y="44133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AAA713A9-550F-CE1C-192B-5CDF33BDDBD3}"/>
                </a:ext>
              </a:extLst>
            </p:cNvPr>
            <p:cNvSpPr/>
            <p:nvPr/>
          </p:nvSpPr>
          <p:spPr>
            <a:xfrm>
              <a:off x="8303768" y="3366642"/>
              <a:ext cx="6350" cy="211137"/>
            </a:xfrm>
            <a:custGeom>
              <a:avLst/>
              <a:gdLst>
                <a:gd name="connsiteX0" fmla="*/ 0 w 6350"/>
                <a:gd name="connsiteY0" fmla="*/ 0 h 211137"/>
                <a:gd name="connsiteX1" fmla="*/ 0 w 6350"/>
                <a:gd name="connsiteY1" fmla="*/ 211137 h 21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11137">
                  <a:moveTo>
                    <a:pt x="0" y="0"/>
                  </a:moveTo>
                  <a:lnTo>
                    <a:pt x="0" y="211137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BCE0058F-EFE1-E246-5C39-716EFF8F3132}"/>
                </a:ext>
              </a:extLst>
            </p:cNvPr>
            <p:cNvSpPr/>
            <p:nvPr/>
          </p:nvSpPr>
          <p:spPr>
            <a:xfrm>
              <a:off x="8185975" y="3366706"/>
              <a:ext cx="19939" cy="211073"/>
            </a:xfrm>
            <a:custGeom>
              <a:avLst/>
              <a:gdLst>
                <a:gd name="connsiteX0" fmla="*/ 19939 w 19939"/>
                <a:gd name="connsiteY0" fmla="*/ 211074 h 211073"/>
                <a:gd name="connsiteX1" fmla="*/ 0 w 19939"/>
                <a:gd name="connsiteY1" fmla="*/ 0 h 21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39" h="211073">
                  <a:moveTo>
                    <a:pt x="19939" y="211074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44" name="Gráfico 4">
            <a:extLst>
              <a:ext uri="{FF2B5EF4-FFF2-40B4-BE49-F238E27FC236}">
                <a16:creationId xmlns:a16="http://schemas.microsoft.com/office/drawing/2014/main" id="{D0367CF5-4F43-DD22-E6F5-D74C5616C998}"/>
              </a:ext>
            </a:extLst>
          </p:cNvPr>
          <p:cNvGrpSpPr/>
          <p:nvPr/>
        </p:nvGrpSpPr>
        <p:grpSpPr>
          <a:xfrm>
            <a:off x="8084629" y="5224716"/>
            <a:ext cx="501522" cy="718185"/>
            <a:chOff x="8084629" y="5224716"/>
            <a:chExt cx="501522" cy="718185"/>
          </a:xfrm>
          <a:noFill/>
        </p:grpSpPr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5EEF1177-7229-CF8C-FDBB-3C09A7F46C51}"/>
                </a:ext>
              </a:extLst>
            </p:cNvPr>
            <p:cNvSpPr/>
            <p:nvPr/>
          </p:nvSpPr>
          <p:spPr>
            <a:xfrm>
              <a:off x="8225853" y="5353113"/>
              <a:ext cx="219138" cy="247903"/>
            </a:xfrm>
            <a:custGeom>
              <a:avLst/>
              <a:gdLst>
                <a:gd name="connsiteX0" fmla="*/ 219139 w 219138"/>
                <a:gd name="connsiteY0" fmla="*/ 109538 h 247903"/>
                <a:gd name="connsiteX1" fmla="*/ 109538 w 219138"/>
                <a:gd name="connsiteY1" fmla="*/ 0 h 247903"/>
                <a:gd name="connsiteX2" fmla="*/ 0 w 219138"/>
                <a:gd name="connsiteY2" fmla="*/ 109538 h 247903"/>
                <a:gd name="connsiteX3" fmla="*/ 66675 w 219138"/>
                <a:gd name="connsiteY3" fmla="*/ 210376 h 247903"/>
                <a:gd name="connsiteX4" fmla="*/ 67881 w 219138"/>
                <a:gd name="connsiteY4" fmla="*/ 211074 h 247903"/>
                <a:gd name="connsiteX5" fmla="*/ 105156 w 219138"/>
                <a:gd name="connsiteY5" fmla="*/ 244539 h 247903"/>
                <a:gd name="connsiteX6" fmla="*/ 105156 w 219138"/>
                <a:gd name="connsiteY6" fmla="*/ 244539 h 247903"/>
                <a:gd name="connsiteX7" fmla="*/ 105918 w 219138"/>
                <a:gd name="connsiteY7" fmla="*/ 245808 h 247903"/>
                <a:gd name="connsiteX8" fmla="*/ 106108 w 219138"/>
                <a:gd name="connsiteY8" fmla="*/ 246063 h 247903"/>
                <a:gd name="connsiteX9" fmla="*/ 107124 w 219138"/>
                <a:gd name="connsiteY9" fmla="*/ 246952 h 247903"/>
                <a:gd name="connsiteX10" fmla="*/ 107252 w 219138"/>
                <a:gd name="connsiteY10" fmla="*/ 247015 h 247903"/>
                <a:gd name="connsiteX11" fmla="*/ 108331 w 219138"/>
                <a:gd name="connsiteY11" fmla="*/ 247586 h 247903"/>
                <a:gd name="connsiteX12" fmla="*/ 108521 w 219138"/>
                <a:gd name="connsiteY12" fmla="*/ 247586 h 247903"/>
                <a:gd name="connsiteX13" fmla="*/ 110363 w 219138"/>
                <a:gd name="connsiteY13" fmla="*/ 247904 h 247903"/>
                <a:gd name="connsiteX14" fmla="*/ 110363 w 219138"/>
                <a:gd name="connsiteY14" fmla="*/ 247904 h 247903"/>
                <a:gd name="connsiteX15" fmla="*/ 110363 w 219138"/>
                <a:gd name="connsiteY15" fmla="*/ 247904 h 247903"/>
                <a:gd name="connsiteX16" fmla="*/ 111823 w 219138"/>
                <a:gd name="connsiteY16" fmla="*/ 247714 h 247903"/>
                <a:gd name="connsiteX17" fmla="*/ 112140 w 219138"/>
                <a:gd name="connsiteY17" fmla="*/ 247586 h 247903"/>
                <a:gd name="connsiteX18" fmla="*/ 112458 w 219138"/>
                <a:gd name="connsiteY18" fmla="*/ 247523 h 247903"/>
                <a:gd name="connsiteX19" fmla="*/ 113474 w 219138"/>
                <a:gd name="connsiteY19" fmla="*/ 246952 h 247903"/>
                <a:gd name="connsiteX20" fmla="*/ 113474 w 219138"/>
                <a:gd name="connsiteY20" fmla="*/ 246952 h 247903"/>
                <a:gd name="connsiteX21" fmla="*/ 114553 w 219138"/>
                <a:gd name="connsiteY21" fmla="*/ 245999 h 247903"/>
                <a:gd name="connsiteX22" fmla="*/ 114744 w 219138"/>
                <a:gd name="connsiteY22" fmla="*/ 245745 h 247903"/>
                <a:gd name="connsiteX23" fmla="*/ 115506 w 219138"/>
                <a:gd name="connsiteY23" fmla="*/ 244411 h 247903"/>
                <a:gd name="connsiteX24" fmla="*/ 115506 w 219138"/>
                <a:gd name="connsiteY24" fmla="*/ 244411 h 247903"/>
                <a:gd name="connsiteX25" fmla="*/ 150304 w 219138"/>
                <a:gd name="connsiteY25" fmla="*/ 211201 h 247903"/>
                <a:gd name="connsiteX26" fmla="*/ 219075 w 219138"/>
                <a:gd name="connsiteY26" fmla="*/ 109538 h 24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9138" h="247903">
                  <a:moveTo>
                    <a:pt x="219139" y="109538"/>
                  </a:moveTo>
                  <a:cubicBezTo>
                    <a:pt x="219139" y="49149"/>
                    <a:pt x="169990" y="0"/>
                    <a:pt x="109538" y="0"/>
                  </a:cubicBezTo>
                  <a:cubicBezTo>
                    <a:pt x="49085" y="0"/>
                    <a:pt x="0" y="49149"/>
                    <a:pt x="0" y="109538"/>
                  </a:cubicBezTo>
                  <a:cubicBezTo>
                    <a:pt x="0" y="153924"/>
                    <a:pt x="27051" y="193421"/>
                    <a:pt x="66675" y="210376"/>
                  </a:cubicBezTo>
                  <a:cubicBezTo>
                    <a:pt x="67056" y="210629"/>
                    <a:pt x="67437" y="210883"/>
                    <a:pt x="67881" y="211074"/>
                  </a:cubicBezTo>
                  <a:cubicBezTo>
                    <a:pt x="85471" y="217805"/>
                    <a:pt x="99378" y="230315"/>
                    <a:pt x="105156" y="244539"/>
                  </a:cubicBezTo>
                  <a:cubicBezTo>
                    <a:pt x="105156" y="244539"/>
                    <a:pt x="105156" y="244539"/>
                    <a:pt x="105156" y="244539"/>
                  </a:cubicBezTo>
                  <a:cubicBezTo>
                    <a:pt x="105346" y="244983"/>
                    <a:pt x="105601" y="245427"/>
                    <a:pt x="105918" y="245808"/>
                  </a:cubicBezTo>
                  <a:cubicBezTo>
                    <a:pt x="105981" y="245872"/>
                    <a:pt x="106045" y="245999"/>
                    <a:pt x="106108" y="246063"/>
                  </a:cubicBezTo>
                  <a:cubicBezTo>
                    <a:pt x="106426" y="246380"/>
                    <a:pt x="106743" y="246697"/>
                    <a:pt x="107124" y="246952"/>
                  </a:cubicBezTo>
                  <a:cubicBezTo>
                    <a:pt x="107124" y="246952"/>
                    <a:pt x="107188" y="246952"/>
                    <a:pt x="107252" y="247015"/>
                  </a:cubicBezTo>
                  <a:cubicBezTo>
                    <a:pt x="107569" y="247205"/>
                    <a:pt x="107950" y="247396"/>
                    <a:pt x="108331" y="247586"/>
                  </a:cubicBezTo>
                  <a:cubicBezTo>
                    <a:pt x="108331" y="247586"/>
                    <a:pt x="108458" y="247586"/>
                    <a:pt x="108521" y="247586"/>
                  </a:cubicBezTo>
                  <a:cubicBezTo>
                    <a:pt x="109093" y="247777"/>
                    <a:pt x="109727" y="247904"/>
                    <a:pt x="110363" y="247904"/>
                  </a:cubicBezTo>
                  <a:cubicBezTo>
                    <a:pt x="110363" y="247904"/>
                    <a:pt x="110363" y="247904"/>
                    <a:pt x="110363" y="247904"/>
                  </a:cubicBezTo>
                  <a:lnTo>
                    <a:pt x="110363" y="247904"/>
                  </a:lnTo>
                  <a:cubicBezTo>
                    <a:pt x="110871" y="247904"/>
                    <a:pt x="111315" y="247840"/>
                    <a:pt x="111823" y="247714"/>
                  </a:cubicBezTo>
                  <a:cubicBezTo>
                    <a:pt x="111951" y="247714"/>
                    <a:pt x="112014" y="247714"/>
                    <a:pt x="112140" y="247586"/>
                  </a:cubicBezTo>
                  <a:cubicBezTo>
                    <a:pt x="112268" y="247586"/>
                    <a:pt x="112331" y="247586"/>
                    <a:pt x="112458" y="247523"/>
                  </a:cubicBezTo>
                  <a:cubicBezTo>
                    <a:pt x="112840" y="247396"/>
                    <a:pt x="113157" y="247205"/>
                    <a:pt x="113474" y="246952"/>
                  </a:cubicBezTo>
                  <a:cubicBezTo>
                    <a:pt x="113474" y="246952"/>
                    <a:pt x="113474" y="246952"/>
                    <a:pt x="113474" y="246952"/>
                  </a:cubicBezTo>
                  <a:cubicBezTo>
                    <a:pt x="113855" y="246697"/>
                    <a:pt x="114236" y="246316"/>
                    <a:pt x="114553" y="245999"/>
                  </a:cubicBezTo>
                  <a:cubicBezTo>
                    <a:pt x="114617" y="245935"/>
                    <a:pt x="114681" y="245808"/>
                    <a:pt x="114744" y="245745"/>
                  </a:cubicBezTo>
                  <a:cubicBezTo>
                    <a:pt x="115062" y="245364"/>
                    <a:pt x="115315" y="244920"/>
                    <a:pt x="115506" y="244411"/>
                  </a:cubicBezTo>
                  <a:cubicBezTo>
                    <a:pt x="115506" y="244411"/>
                    <a:pt x="115506" y="244411"/>
                    <a:pt x="115506" y="244411"/>
                  </a:cubicBezTo>
                  <a:cubicBezTo>
                    <a:pt x="121665" y="228346"/>
                    <a:pt x="137160" y="216916"/>
                    <a:pt x="150304" y="211201"/>
                  </a:cubicBezTo>
                  <a:cubicBezTo>
                    <a:pt x="191453" y="194818"/>
                    <a:pt x="219075" y="155067"/>
                    <a:pt x="219075" y="109538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50DE4D78-C388-BEF9-C676-EB4118E807DE}"/>
                </a:ext>
              </a:extLst>
            </p:cNvPr>
            <p:cNvSpPr/>
            <p:nvPr/>
          </p:nvSpPr>
          <p:spPr>
            <a:xfrm>
              <a:off x="8084629" y="5224716"/>
              <a:ext cx="501522" cy="718185"/>
            </a:xfrm>
            <a:custGeom>
              <a:avLst/>
              <a:gdLst>
                <a:gd name="connsiteX0" fmla="*/ 486092 w 501522"/>
                <a:gd name="connsiteY0" fmla="*/ 337630 h 718185"/>
                <a:gd name="connsiteX1" fmla="*/ 485775 w 501522"/>
                <a:gd name="connsiteY1" fmla="*/ 337630 h 718185"/>
                <a:gd name="connsiteX2" fmla="*/ 501523 w 501522"/>
                <a:gd name="connsiteY2" fmla="*/ 250762 h 718185"/>
                <a:gd name="connsiteX3" fmla="*/ 250761 w 501522"/>
                <a:gd name="connsiteY3" fmla="*/ 0 h 718185"/>
                <a:gd name="connsiteX4" fmla="*/ 0 w 501522"/>
                <a:gd name="connsiteY4" fmla="*/ 250762 h 718185"/>
                <a:gd name="connsiteX5" fmla="*/ 15748 w 501522"/>
                <a:gd name="connsiteY5" fmla="*/ 337630 h 718185"/>
                <a:gd name="connsiteX6" fmla="*/ 15430 w 501522"/>
                <a:gd name="connsiteY6" fmla="*/ 337630 h 718185"/>
                <a:gd name="connsiteX7" fmla="*/ 16319 w 501522"/>
                <a:gd name="connsiteY7" fmla="*/ 339217 h 718185"/>
                <a:gd name="connsiteX8" fmla="*/ 216726 w 501522"/>
                <a:gd name="connsiteY8" fmla="*/ 698183 h 718185"/>
                <a:gd name="connsiteX9" fmla="*/ 284797 w 501522"/>
                <a:gd name="connsiteY9" fmla="*/ 698183 h 718185"/>
                <a:gd name="connsiteX10" fmla="*/ 485203 w 501522"/>
                <a:gd name="connsiteY10" fmla="*/ 339217 h 718185"/>
                <a:gd name="connsiteX11" fmla="*/ 486092 w 501522"/>
                <a:gd name="connsiteY11" fmla="*/ 337630 h 71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1522" h="718185">
                  <a:moveTo>
                    <a:pt x="486092" y="337630"/>
                  </a:moveTo>
                  <a:lnTo>
                    <a:pt x="485775" y="337630"/>
                  </a:lnTo>
                  <a:cubicBezTo>
                    <a:pt x="495808" y="310515"/>
                    <a:pt x="501523" y="281369"/>
                    <a:pt x="501523" y="250762"/>
                  </a:cubicBezTo>
                  <a:cubicBezTo>
                    <a:pt x="501523" y="112268"/>
                    <a:pt x="389255" y="0"/>
                    <a:pt x="250761" y="0"/>
                  </a:cubicBezTo>
                  <a:cubicBezTo>
                    <a:pt x="112268" y="0"/>
                    <a:pt x="0" y="112268"/>
                    <a:pt x="0" y="250762"/>
                  </a:cubicBezTo>
                  <a:cubicBezTo>
                    <a:pt x="0" y="281369"/>
                    <a:pt x="5778" y="310515"/>
                    <a:pt x="15748" y="337630"/>
                  </a:cubicBezTo>
                  <a:lnTo>
                    <a:pt x="15430" y="337630"/>
                  </a:lnTo>
                  <a:lnTo>
                    <a:pt x="16319" y="339217"/>
                  </a:lnTo>
                  <a:cubicBezTo>
                    <a:pt x="25146" y="362585"/>
                    <a:pt x="216726" y="698183"/>
                    <a:pt x="216726" y="698183"/>
                  </a:cubicBezTo>
                  <a:cubicBezTo>
                    <a:pt x="231584" y="724853"/>
                    <a:pt x="269939" y="724853"/>
                    <a:pt x="284797" y="698183"/>
                  </a:cubicBezTo>
                  <a:cubicBezTo>
                    <a:pt x="284797" y="698183"/>
                    <a:pt x="476376" y="362585"/>
                    <a:pt x="485203" y="339217"/>
                  </a:cubicBezTo>
                  <a:lnTo>
                    <a:pt x="486092" y="337630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47" name="Gráfico 4">
            <a:extLst>
              <a:ext uri="{FF2B5EF4-FFF2-40B4-BE49-F238E27FC236}">
                <a16:creationId xmlns:a16="http://schemas.microsoft.com/office/drawing/2014/main" id="{FE648E89-2319-9D11-4794-2ADC857DF8AA}"/>
              </a:ext>
            </a:extLst>
          </p:cNvPr>
          <p:cNvGrpSpPr/>
          <p:nvPr/>
        </p:nvGrpSpPr>
        <p:grpSpPr>
          <a:xfrm>
            <a:off x="9231693" y="3100133"/>
            <a:ext cx="355980" cy="565848"/>
            <a:chOff x="9231693" y="3100133"/>
            <a:chExt cx="355980" cy="565848"/>
          </a:xfrm>
          <a:noFill/>
        </p:grpSpPr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8C233C72-5D68-B152-2959-E10C88647824}"/>
                </a:ext>
              </a:extLst>
            </p:cNvPr>
            <p:cNvSpPr/>
            <p:nvPr/>
          </p:nvSpPr>
          <p:spPr>
            <a:xfrm>
              <a:off x="9526270" y="3543109"/>
              <a:ext cx="6350" cy="122872"/>
            </a:xfrm>
            <a:custGeom>
              <a:avLst/>
              <a:gdLst>
                <a:gd name="connsiteX0" fmla="*/ 0 w 6350"/>
                <a:gd name="connsiteY0" fmla="*/ 0 h 122872"/>
                <a:gd name="connsiteX1" fmla="*/ 0 w 6350"/>
                <a:gd name="connsiteY1" fmla="*/ 122873 h 12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22872">
                  <a:moveTo>
                    <a:pt x="0" y="0"/>
                  </a:moveTo>
                  <a:lnTo>
                    <a:pt x="0" y="122873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0E18D405-3245-F93F-3F0A-09F1D75E98C3}"/>
                </a:ext>
              </a:extLst>
            </p:cNvPr>
            <p:cNvSpPr/>
            <p:nvPr/>
          </p:nvSpPr>
          <p:spPr>
            <a:xfrm>
              <a:off x="9464802" y="3604577"/>
              <a:ext cx="122872" cy="6350"/>
            </a:xfrm>
            <a:custGeom>
              <a:avLst/>
              <a:gdLst>
                <a:gd name="connsiteX0" fmla="*/ 122872 w 122872"/>
                <a:gd name="connsiteY0" fmla="*/ 0 h 6350"/>
                <a:gd name="connsiteX1" fmla="*/ 0 w 12287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872" h="6350">
                  <a:moveTo>
                    <a:pt x="122872" y="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5C295408-53C6-AADC-0BE2-B932DABE9D43}"/>
                </a:ext>
              </a:extLst>
            </p:cNvPr>
            <p:cNvSpPr/>
            <p:nvPr/>
          </p:nvSpPr>
          <p:spPr>
            <a:xfrm>
              <a:off x="9256585" y="3100133"/>
              <a:ext cx="244729" cy="276987"/>
            </a:xfrm>
            <a:custGeom>
              <a:avLst/>
              <a:gdLst>
                <a:gd name="connsiteX0" fmla="*/ 244729 w 244729"/>
                <a:gd name="connsiteY0" fmla="*/ 122365 h 276987"/>
                <a:gd name="connsiteX1" fmla="*/ 122365 w 244729"/>
                <a:gd name="connsiteY1" fmla="*/ 0 h 276987"/>
                <a:gd name="connsiteX2" fmla="*/ 0 w 244729"/>
                <a:gd name="connsiteY2" fmla="*/ 122365 h 276987"/>
                <a:gd name="connsiteX3" fmla="*/ 74422 w 244729"/>
                <a:gd name="connsiteY3" fmla="*/ 234950 h 276987"/>
                <a:gd name="connsiteX4" fmla="*/ 75819 w 244729"/>
                <a:gd name="connsiteY4" fmla="*/ 235712 h 276987"/>
                <a:gd name="connsiteX5" fmla="*/ 117411 w 244729"/>
                <a:gd name="connsiteY5" fmla="*/ 273113 h 276987"/>
                <a:gd name="connsiteX6" fmla="*/ 117411 w 244729"/>
                <a:gd name="connsiteY6" fmla="*/ 273177 h 276987"/>
                <a:gd name="connsiteX7" fmla="*/ 118237 w 244729"/>
                <a:gd name="connsiteY7" fmla="*/ 274638 h 276987"/>
                <a:gd name="connsiteX8" fmla="*/ 118491 w 244729"/>
                <a:gd name="connsiteY8" fmla="*/ 274892 h 276987"/>
                <a:gd name="connsiteX9" fmla="*/ 119634 w 244729"/>
                <a:gd name="connsiteY9" fmla="*/ 275907 h 276987"/>
                <a:gd name="connsiteX10" fmla="*/ 119761 w 244729"/>
                <a:gd name="connsiteY10" fmla="*/ 275971 h 276987"/>
                <a:gd name="connsiteX11" fmla="*/ 120968 w 244729"/>
                <a:gd name="connsiteY11" fmla="*/ 276606 h 276987"/>
                <a:gd name="connsiteX12" fmla="*/ 121159 w 244729"/>
                <a:gd name="connsiteY12" fmla="*/ 276606 h 276987"/>
                <a:gd name="connsiteX13" fmla="*/ 123190 w 244729"/>
                <a:gd name="connsiteY13" fmla="*/ 276987 h 276987"/>
                <a:gd name="connsiteX14" fmla="*/ 123190 w 244729"/>
                <a:gd name="connsiteY14" fmla="*/ 276987 h 276987"/>
                <a:gd name="connsiteX15" fmla="*/ 123190 w 244729"/>
                <a:gd name="connsiteY15" fmla="*/ 276987 h 276987"/>
                <a:gd name="connsiteX16" fmla="*/ 124841 w 244729"/>
                <a:gd name="connsiteY16" fmla="*/ 276733 h 276987"/>
                <a:gd name="connsiteX17" fmla="*/ 125222 w 244729"/>
                <a:gd name="connsiteY17" fmla="*/ 276606 h 276987"/>
                <a:gd name="connsiteX18" fmla="*/ 125540 w 244729"/>
                <a:gd name="connsiteY18" fmla="*/ 276479 h 276987"/>
                <a:gd name="connsiteX19" fmla="*/ 126683 w 244729"/>
                <a:gd name="connsiteY19" fmla="*/ 275844 h 276987"/>
                <a:gd name="connsiteX20" fmla="*/ 126683 w 244729"/>
                <a:gd name="connsiteY20" fmla="*/ 275844 h 276987"/>
                <a:gd name="connsiteX21" fmla="*/ 127889 w 244729"/>
                <a:gd name="connsiteY21" fmla="*/ 274764 h 276987"/>
                <a:gd name="connsiteX22" fmla="*/ 128143 w 244729"/>
                <a:gd name="connsiteY22" fmla="*/ 274511 h 276987"/>
                <a:gd name="connsiteX23" fmla="*/ 128969 w 244729"/>
                <a:gd name="connsiteY23" fmla="*/ 273050 h 276987"/>
                <a:gd name="connsiteX24" fmla="*/ 128969 w 244729"/>
                <a:gd name="connsiteY24" fmla="*/ 272987 h 276987"/>
                <a:gd name="connsiteX25" fmla="*/ 167831 w 244729"/>
                <a:gd name="connsiteY25" fmla="*/ 235902 h 276987"/>
                <a:gd name="connsiteX26" fmla="*/ 244602 w 244729"/>
                <a:gd name="connsiteY26" fmla="*/ 122428 h 27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4729" h="276987">
                  <a:moveTo>
                    <a:pt x="244729" y="122365"/>
                  </a:moveTo>
                  <a:cubicBezTo>
                    <a:pt x="244729" y="54927"/>
                    <a:pt x="189865" y="0"/>
                    <a:pt x="122365" y="0"/>
                  </a:cubicBezTo>
                  <a:cubicBezTo>
                    <a:pt x="54864" y="0"/>
                    <a:pt x="0" y="54864"/>
                    <a:pt x="0" y="122365"/>
                  </a:cubicBezTo>
                  <a:cubicBezTo>
                    <a:pt x="0" y="171958"/>
                    <a:pt x="30163" y="216027"/>
                    <a:pt x="74422" y="234950"/>
                  </a:cubicBezTo>
                  <a:cubicBezTo>
                    <a:pt x="74867" y="235268"/>
                    <a:pt x="75311" y="235521"/>
                    <a:pt x="75819" y="235712"/>
                  </a:cubicBezTo>
                  <a:cubicBezTo>
                    <a:pt x="95441" y="243205"/>
                    <a:pt x="110998" y="257175"/>
                    <a:pt x="117411" y="273113"/>
                  </a:cubicBezTo>
                  <a:cubicBezTo>
                    <a:pt x="117411" y="273113"/>
                    <a:pt x="117411" y="273113"/>
                    <a:pt x="117411" y="273177"/>
                  </a:cubicBezTo>
                  <a:cubicBezTo>
                    <a:pt x="117602" y="273685"/>
                    <a:pt x="117920" y="274193"/>
                    <a:pt x="118237" y="274638"/>
                  </a:cubicBezTo>
                  <a:cubicBezTo>
                    <a:pt x="118301" y="274764"/>
                    <a:pt x="118364" y="274828"/>
                    <a:pt x="118491" y="274892"/>
                  </a:cubicBezTo>
                  <a:cubicBezTo>
                    <a:pt x="118808" y="275273"/>
                    <a:pt x="119190" y="275590"/>
                    <a:pt x="119634" y="275907"/>
                  </a:cubicBezTo>
                  <a:cubicBezTo>
                    <a:pt x="119634" y="275907"/>
                    <a:pt x="119697" y="275971"/>
                    <a:pt x="119761" y="275971"/>
                  </a:cubicBezTo>
                  <a:cubicBezTo>
                    <a:pt x="120142" y="276225"/>
                    <a:pt x="120523" y="276416"/>
                    <a:pt x="120968" y="276606"/>
                  </a:cubicBezTo>
                  <a:cubicBezTo>
                    <a:pt x="121031" y="276606"/>
                    <a:pt x="121095" y="276606"/>
                    <a:pt x="121159" y="276606"/>
                  </a:cubicBezTo>
                  <a:cubicBezTo>
                    <a:pt x="121793" y="276860"/>
                    <a:pt x="122492" y="276987"/>
                    <a:pt x="123190" y="276987"/>
                  </a:cubicBezTo>
                  <a:cubicBezTo>
                    <a:pt x="123190" y="276987"/>
                    <a:pt x="123190" y="276987"/>
                    <a:pt x="123190" y="276987"/>
                  </a:cubicBezTo>
                  <a:lnTo>
                    <a:pt x="123190" y="276987"/>
                  </a:lnTo>
                  <a:cubicBezTo>
                    <a:pt x="123761" y="276987"/>
                    <a:pt x="124270" y="276860"/>
                    <a:pt x="124841" y="276733"/>
                  </a:cubicBezTo>
                  <a:cubicBezTo>
                    <a:pt x="124968" y="276733"/>
                    <a:pt x="125095" y="276670"/>
                    <a:pt x="125222" y="276606"/>
                  </a:cubicBezTo>
                  <a:cubicBezTo>
                    <a:pt x="125349" y="276606"/>
                    <a:pt x="125476" y="276606"/>
                    <a:pt x="125540" y="276479"/>
                  </a:cubicBezTo>
                  <a:cubicBezTo>
                    <a:pt x="125984" y="276288"/>
                    <a:pt x="126365" y="276098"/>
                    <a:pt x="126683" y="275844"/>
                  </a:cubicBezTo>
                  <a:cubicBezTo>
                    <a:pt x="126683" y="275844"/>
                    <a:pt x="126683" y="275844"/>
                    <a:pt x="126683" y="275844"/>
                  </a:cubicBezTo>
                  <a:cubicBezTo>
                    <a:pt x="127127" y="275526"/>
                    <a:pt x="127509" y="275145"/>
                    <a:pt x="127889" y="274764"/>
                  </a:cubicBezTo>
                  <a:cubicBezTo>
                    <a:pt x="127953" y="274701"/>
                    <a:pt x="128016" y="274574"/>
                    <a:pt x="128143" y="274511"/>
                  </a:cubicBezTo>
                  <a:cubicBezTo>
                    <a:pt x="128460" y="274066"/>
                    <a:pt x="128778" y="273558"/>
                    <a:pt x="128969" y="273050"/>
                  </a:cubicBezTo>
                  <a:cubicBezTo>
                    <a:pt x="128969" y="273050"/>
                    <a:pt x="128969" y="273050"/>
                    <a:pt x="128969" y="272987"/>
                  </a:cubicBezTo>
                  <a:cubicBezTo>
                    <a:pt x="135890" y="255016"/>
                    <a:pt x="153098" y="242252"/>
                    <a:pt x="167831" y="235902"/>
                  </a:cubicBezTo>
                  <a:cubicBezTo>
                    <a:pt x="213805" y="217614"/>
                    <a:pt x="244602" y="173228"/>
                    <a:pt x="244602" y="122428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C5A9BCC1-5FEA-A004-64AC-10E6CF4DE8B2}"/>
                </a:ext>
              </a:extLst>
            </p:cNvPr>
            <p:cNvSpPr/>
            <p:nvPr/>
          </p:nvSpPr>
          <p:spPr>
            <a:xfrm>
              <a:off x="9231693" y="3345878"/>
              <a:ext cx="235774" cy="320103"/>
            </a:xfrm>
            <a:custGeom>
              <a:avLst/>
              <a:gdLst>
                <a:gd name="connsiteX0" fmla="*/ 235775 w 235774"/>
                <a:gd name="connsiteY0" fmla="*/ 320104 h 320103"/>
                <a:gd name="connsiteX1" fmla="*/ 32512 w 235774"/>
                <a:gd name="connsiteY1" fmla="*/ 320104 h 320103"/>
                <a:gd name="connsiteX2" fmla="*/ 0 w 235774"/>
                <a:gd name="connsiteY2" fmla="*/ 287592 h 320103"/>
                <a:gd name="connsiteX3" fmla="*/ 0 w 235774"/>
                <a:gd name="connsiteY3" fmla="*/ 144272 h 320103"/>
                <a:gd name="connsiteX4" fmla="*/ 117601 w 235774"/>
                <a:gd name="connsiteY4" fmla="*/ 0 h 320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74" h="320103">
                  <a:moveTo>
                    <a:pt x="235775" y="320104"/>
                  </a:moveTo>
                  <a:lnTo>
                    <a:pt x="32512" y="320104"/>
                  </a:lnTo>
                  <a:cubicBezTo>
                    <a:pt x="14541" y="320104"/>
                    <a:pt x="0" y="305562"/>
                    <a:pt x="0" y="287592"/>
                  </a:cubicBezTo>
                  <a:lnTo>
                    <a:pt x="0" y="144272"/>
                  </a:lnTo>
                  <a:cubicBezTo>
                    <a:pt x="0" y="73089"/>
                    <a:pt x="50482" y="13716"/>
                    <a:pt x="117601" y="0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5B599A37-8E52-7C19-E1A6-103E08591153}"/>
                </a:ext>
              </a:extLst>
            </p:cNvPr>
            <p:cNvSpPr/>
            <p:nvPr/>
          </p:nvSpPr>
          <p:spPr>
            <a:xfrm>
              <a:off x="9408668" y="3345878"/>
              <a:ext cx="117601" cy="144272"/>
            </a:xfrm>
            <a:custGeom>
              <a:avLst/>
              <a:gdLst>
                <a:gd name="connsiteX0" fmla="*/ 0 w 117601"/>
                <a:gd name="connsiteY0" fmla="*/ 0 h 144272"/>
                <a:gd name="connsiteX1" fmla="*/ 117601 w 117601"/>
                <a:gd name="connsiteY1" fmla="*/ 144272 h 144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601" h="144272">
                  <a:moveTo>
                    <a:pt x="0" y="0"/>
                  </a:moveTo>
                  <a:cubicBezTo>
                    <a:pt x="67119" y="13716"/>
                    <a:pt x="117601" y="73152"/>
                    <a:pt x="117601" y="144272"/>
                  </a:cubicBez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3" name="Gráfico 4">
            <a:extLst>
              <a:ext uri="{FF2B5EF4-FFF2-40B4-BE49-F238E27FC236}">
                <a16:creationId xmlns:a16="http://schemas.microsoft.com/office/drawing/2014/main" id="{C0A5986E-AAF1-FC10-CD1C-3156FABA0C3A}"/>
              </a:ext>
            </a:extLst>
          </p:cNvPr>
          <p:cNvGrpSpPr/>
          <p:nvPr/>
        </p:nvGrpSpPr>
        <p:grpSpPr>
          <a:xfrm>
            <a:off x="9045892" y="2072216"/>
            <a:ext cx="666195" cy="611437"/>
            <a:chOff x="9045892" y="2072216"/>
            <a:chExt cx="666195" cy="611437"/>
          </a:xfrm>
          <a:noFill/>
        </p:grpSpPr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C0876CAD-DE68-6C60-9494-A58877A9FBE7}"/>
                </a:ext>
              </a:extLst>
            </p:cNvPr>
            <p:cNvSpPr/>
            <p:nvPr/>
          </p:nvSpPr>
          <p:spPr>
            <a:xfrm>
              <a:off x="9045892" y="2292476"/>
              <a:ext cx="210629" cy="186182"/>
            </a:xfrm>
            <a:custGeom>
              <a:avLst/>
              <a:gdLst>
                <a:gd name="connsiteX0" fmla="*/ 93090 w 210629"/>
                <a:gd name="connsiteY0" fmla="*/ 0 h 186182"/>
                <a:gd name="connsiteX1" fmla="*/ 0 w 210629"/>
                <a:gd name="connsiteY1" fmla="*/ 93091 h 186182"/>
                <a:gd name="connsiteX2" fmla="*/ 93090 w 210629"/>
                <a:gd name="connsiteY2" fmla="*/ 186182 h 186182"/>
                <a:gd name="connsiteX3" fmla="*/ 178752 w 210629"/>
                <a:gd name="connsiteY3" fmla="*/ 129540 h 186182"/>
                <a:gd name="connsiteX4" fmla="*/ 179324 w 210629"/>
                <a:gd name="connsiteY4" fmla="*/ 128524 h 186182"/>
                <a:gd name="connsiteX5" fmla="*/ 207772 w 210629"/>
                <a:gd name="connsiteY5" fmla="*/ 96838 h 186182"/>
                <a:gd name="connsiteX6" fmla="*/ 207772 w 210629"/>
                <a:gd name="connsiteY6" fmla="*/ 96838 h 186182"/>
                <a:gd name="connsiteX7" fmla="*/ 208851 w 210629"/>
                <a:gd name="connsiteY7" fmla="*/ 96203 h 186182"/>
                <a:gd name="connsiteX8" fmla="*/ 209042 w 210629"/>
                <a:gd name="connsiteY8" fmla="*/ 96012 h 186182"/>
                <a:gd name="connsiteX9" fmla="*/ 209803 w 210629"/>
                <a:gd name="connsiteY9" fmla="*/ 95187 h 186182"/>
                <a:gd name="connsiteX10" fmla="*/ 209867 w 210629"/>
                <a:gd name="connsiteY10" fmla="*/ 95123 h 186182"/>
                <a:gd name="connsiteX11" fmla="*/ 210312 w 210629"/>
                <a:gd name="connsiteY11" fmla="*/ 94234 h 186182"/>
                <a:gd name="connsiteX12" fmla="*/ 210312 w 210629"/>
                <a:gd name="connsiteY12" fmla="*/ 94107 h 186182"/>
                <a:gd name="connsiteX13" fmla="*/ 210629 w 210629"/>
                <a:gd name="connsiteY13" fmla="*/ 92583 h 186182"/>
                <a:gd name="connsiteX14" fmla="*/ 210629 w 210629"/>
                <a:gd name="connsiteY14" fmla="*/ 92583 h 186182"/>
                <a:gd name="connsiteX15" fmla="*/ 210629 w 210629"/>
                <a:gd name="connsiteY15" fmla="*/ 92583 h 186182"/>
                <a:gd name="connsiteX16" fmla="*/ 210438 w 210629"/>
                <a:gd name="connsiteY16" fmla="*/ 91313 h 186182"/>
                <a:gd name="connsiteX17" fmla="*/ 210376 w 210629"/>
                <a:gd name="connsiteY17" fmla="*/ 91059 h 186182"/>
                <a:gd name="connsiteX18" fmla="*/ 210312 w 210629"/>
                <a:gd name="connsiteY18" fmla="*/ 90805 h 186182"/>
                <a:gd name="connsiteX19" fmla="*/ 209867 w 210629"/>
                <a:gd name="connsiteY19" fmla="*/ 89916 h 186182"/>
                <a:gd name="connsiteX20" fmla="*/ 209867 w 210629"/>
                <a:gd name="connsiteY20" fmla="*/ 89916 h 186182"/>
                <a:gd name="connsiteX21" fmla="*/ 209042 w 210629"/>
                <a:gd name="connsiteY21" fmla="*/ 89027 h 186182"/>
                <a:gd name="connsiteX22" fmla="*/ 208851 w 210629"/>
                <a:gd name="connsiteY22" fmla="*/ 88837 h 186182"/>
                <a:gd name="connsiteX23" fmla="*/ 207708 w 210629"/>
                <a:gd name="connsiteY23" fmla="*/ 88202 h 186182"/>
                <a:gd name="connsiteX24" fmla="*/ 207708 w 210629"/>
                <a:gd name="connsiteY24" fmla="*/ 88202 h 186182"/>
                <a:gd name="connsiteX25" fmla="*/ 179451 w 210629"/>
                <a:gd name="connsiteY25" fmla="*/ 58674 h 186182"/>
                <a:gd name="connsiteX26" fmla="*/ 93090 w 210629"/>
                <a:gd name="connsiteY26" fmla="*/ 254 h 18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0629" h="186182">
                  <a:moveTo>
                    <a:pt x="93090" y="0"/>
                  </a:moveTo>
                  <a:cubicBezTo>
                    <a:pt x="41783" y="0"/>
                    <a:pt x="0" y="41783"/>
                    <a:pt x="0" y="93091"/>
                  </a:cubicBezTo>
                  <a:cubicBezTo>
                    <a:pt x="0" y="144399"/>
                    <a:pt x="41783" y="186182"/>
                    <a:pt x="93090" y="186182"/>
                  </a:cubicBezTo>
                  <a:cubicBezTo>
                    <a:pt x="130810" y="186182"/>
                    <a:pt x="164401" y="163195"/>
                    <a:pt x="178752" y="129540"/>
                  </a:cubicBezTo>
                  <a:cubicBezTo>
                    <a:pt x="179006" y="129223"/>
                    <a:pt x="179197" y="128905"/>
                    <a:pt x="179324" y="128524"/>
                  </a:cubicBezTo>
                  <a:cubicBezTo>
                    <a:pt x="185038" y="113602"/>
                    <a:pt x="195643" y="101727"/>
                    <a:pt x="207772" y="96838"/>
                  </a:cubicBezTo>
                  <a:cubicBezTo>
                    <a:pt x="207772" y="96838"/>
                    <a:pt x="207772" y="96838"/>
                    <a:pt x="207772" y="96838"/>
                  </a:cubicBezTo>
                  <a:cubicBezTo>
                    <a:pt x="208152" y="96647"/>
                    <a:pt x="208534" y="96457"/>
                    <a:pt x="208851" y="96203"/>
                  </a:cubicBezTo>
                  <a:cubicBezTo>
                    <a:pt x="208914" y="96203"/>
                    <a:pt x="208978" y="96076"/>
                    <a:pt x="209042" y="96012"/>
                  </a:cubicBezTo>
                  <a:cubicBezTo>
                    <a:pt x="209359" y="95758"/>
                    <a:pt x="209614" y="95504"/>
                    <a:pt x="209803" y="95187"/>
                  </a:cubicBezTo>
                  <a:cubicBezTo>
                    <a:pt x="209803" y="95187"/>
                    <a:pt x="209803" y="95187"/>
                    <a:pt x="209867" y="95123"/>
                  </a:cubicBezTo>
                  <a:cubicBezTo>
                    <a:pt x="210058" y="94869"/>
                    <a:pt x="210185" y="94552"/>
                    <a:pt x="210312" y="94234"/>
                  </a:cubicBezTo>
                  <a:cubicBezTo>
                    <a:pt x="210312" y="94234"/>
                    <a:pt x="210312" y="94107"/>
                    <a:pt x="210312" y="94107"/>
                  </a:cubicBezTo>
                  <a:cubicBezTo>
                    <a:pt x="210502" y="93599"/>
                    <a:pt x="210565" y="93091"/>
                    <a:pt x="210629" y="92583"/>
                  </a:cubicBezTo>
                  <a:cubicBezTo>
                    <a:pt x="210629" y="92583"/>
                    <a:pt x="210629" y="92583"/>
                    <a:pt x="210629" y="92583"/>
                  </a:cubicBezTo>
                  <a:lnTo>
                    <a:pt x="210629" y="92583"/>
                  </a:lnTo>
                  <a:cubicBezTo>
                    <a:pt x="210629" y="92139"/>
                    <a:pt x="210565" y="91758"/>
                    <a:pt x="210438" y="91313"/>
                  </a:cubicBezTo>
                  <a:cubicBezTo>
                    <a:pt x="210438" y="91250"/>
                    <a:pt x="210438" y="91123"/>
                    <a:pt x="210376" y="91059"/>
                  </a:cubicBezTo>
                  <a:cubicBezTo>
                    <a:pt x="210376" y="90996"/>
                    <a:pt x="210376" y="90868"/>
                    <a:pt x="210312" y="90805"/>
                  </a:cubicBezTo>
                  <a:cubicBezTo>
                    <a:pt x="210185" y="90488"/>
                    <a:pt x="210058" y="90170"/>
                    <a:pt x="209867" y="89916"/>
                  </a:cubicBezTo>
                  <a:cubicBezTo>
                    <a:pt x="209867" y="89916"/>
                    <a:pt x="209867" y="89916"/>
                    <a:pt x="209867" y="89916"/>
                  </a:cubicBezTo>
                  <a:cubicBezTo>
                    <a:pt x="209614" y="89599"/>
                    <a:pt x="209359" y="89281"/>
                    <a:pt x="209042" y="89027"/>
                  </a:cubicBezTo>
                  <a:cubicBezTo>
                    <a:pt x="208978" y="89027"/>
                    <a:pt x="208914" y="88900"/>
                    <a:pt x="208851" y="88837"/>
                  </a:cubicBezTo>
                  <a:cubicBezTo>
                    <a:pt x="208534" y="88583"/>
                    <a:pt x="208152" y="88329"/>
                    <a:pt x="207708" y="88202"/>
                  </a:cubicBezTo>
                  <a:cubicBezTo>
                    <a:pt x="207708" y="88202"/>
                    <a:pt x="207708" y="88202"/>
                    <a:pt x="207708" y="88202"/>
                  </a:cubicBezTo>
                  <a:cubicBezTo>
                    <a:pt x="194056" y="82931"/>
                    <a:pt x="184340" y="69850"/>
                    <a:pt x="179451" y="58674"/>
                  </a:cubicBezTo>
                  <a:cubicBezTo>
                    <a:pt x="165544" y="23686"/>
                    <a:pt x="131763" y="254"/>
                    <a:pt x="93090" y="254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A422A7CE-FE9E-A6AF-ABC9-3A7ECA84BFBE}"/>
                </a:ext>
              </a:extLst>
            </p:cNvPr>
            <p:cNvSpPr/>
            <p:nvPr/>
          </p:nvSpPr>
          <p:spPr>
            <a:xfrm>
              <a:off x="9552241" y="2072216"/>
              <a:ext cx="159237" cy="149367"/>
            </a:xfrm>
            <a:custGeom>
              <a:avLst/>
              <a:gdLst>
                <a:gd name="connsiteX0" fmla="*/ 117983 w 159237"/>
                <a:gd name="connsiteY0" fmla="*/ 141584 h 149367"/>
                <a:gd name="connsiteX1" fmla="*/ 151320 w 159237"/>
                <a:gd name="connsiteY1" fmla="*/ 41254 h 149367"/>
                <a:gd name="connsiteX2" fmla="*/ 50990 w 159237"/>
                <a:gd name="connsiteY2" fmla="*/ 7917 h 149367"/>
                <a:gd name="connsiteX3" fmla="*/ 9906 w 159237"/>
                <a:gd name="connsiteY3" fmla="*/ 79418 h 149367"/>
                <a:gd name="connsiteX4" fmla="*/ 9906 w 159237"/>
                <a:gd name="connsiteY4" fmla="*/ 80370 h 149367"/>
                <a:gd name="connsiteX5" fmla="*/ 889 w 159237"/>
                <a:gd name="connsiteY5" fmla="*/ 113327 h 149367"/>
                <a:gd name="connsiteX6" fmla="*/ 889 w 159237"/>
                <a:gd name="connsiteY6" fmla="*/ 113327 h 149367"/>
                <a:gd name="connsiteX7" fmla="*/ 317 w 159237"/>
                <a:gd name="connsiteY7" fmla="*/ 114216 h 149367"/>
                <a:gd name="connsiteX8" fmla="*/ 253 w 159237"/>
                <a:gd name="connsiteY8" fmla="*/ 114406 h 149367"/>
                <a:gd name="connsiteX9" fmla="*/ 0 w 159237"/>
                <a:gd name="connsiteY9" fmla="*/ 115295 h 149367"/>
                <a:gd name="connsiteX10" fmla="*/ 0 w 159237"/>
                <a:gd name="connsiteY10" fmla="*/ 115359 h 149367"/>
                <a:gd name="connsiteX11" fmla="*/ 0 w 159237"/>
                <a:gd name="connsiteY11" fmla="*/ 116184 h 149367"/>
                <a:gd name="connsiteX12" fmla="*/ 0 w 159237"/>
                <a:gd name="connsiteY12" fmla="*/ 116311 h 149367"/>
                <a:gd name="connsiteX13" fmla="*/ 317 w 159237"/>
                <a:gd name="connsiteY13" fmla="*/ 117518 h 149367"/>
                <a:gd name="connsiteX14" fmla="*/ 317 w 159237"/>
                <a:gd name="connsiteY14" fmla="*/ 117518 h 149367"/>
                <a:gd name="connsiteX15" fmla="*/ 317 w 159237"/>
                <a:gd name="connsiteY15" fmla="*/ 117518 h 149367"/>
                <a:gd name="connsiteX16" fmla="*/ 317 w 159237"/>
                <a:gd name="connsiteY16" fmla="*/ 117518 h 149367"/>
                <a:gd name="connsiteX17" fmla="*/ 889 w 159237"/>
                <a:gd name="connsiteY17" fmla="*/ 118343 h 149367"/>
                <a:gd name="connsiteX18" fmla="*/ 1015 w 159237"/>
                <a:gd name="connsiteY18" fmla="*/ 118534 h 149367"/>
                <a:gd name="connsiteX19" fmla="*/ 1143 w 159237"/>
                <a:gd name="connsiteY19" fmla="*/ 118724 h 149367"/>
                <a:gd name="connsiteX20" fmla="*/ 1777 w 159237"/>
                <a:gd name="connsiteY20" fmla="*/ 119169 h 149367"/>
                <a:gd name="connsiteX21" fmla="*/ 1777 w 159237"/>
                <a:gd name="connsiteY21" fmla="*/ 119169 h 149367"/>
                <a:gd name="connsiteX22" fmla="*/ 2667 w 159237"/>
                <a:gd name="connsiteY22" fmla="*/ 119486 h 149367"/>
                <a:gd name="connsiteX23" fmla="*/ 2857 w 159237"/>
                <a:gd name="connsiteY23" fmla="*/ 119486 h 149367"/>
                <a:gd name="connsiteX24" fmla="*/ 3873 w 159237"/>
                <a:gd name="connsiteY24" fmla="*/ 119486 h 149367"/>
                <a:gd name="connsiteX25" fmla="*/ 3873 w 159237"/>
                <a:gd name="connsiteY25" fmla="*/ 119486 h 149367"/>
                <a:gd name="connsiteX26" fmla="*/ 34798 w 159237"/>
                <a:gd name="connsiteY26" fmla="*/ 130535 h 149367"/>
                <a:gd name="connsiteX27" fmla="*/ 117856 w 159237"/>
                <a:gd name="connsiteY27" fmla="*/ 141394 h 14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9237" h="149367">
                  <a:moveTo>
                    <a:pt x="117983" y="141584"/>
                  </a:moveTo>
                  <a:cubicBezTo>
                    <a:pt x="154813" y="123106"/>
                    <a:pt x="169799" y="78084"/>
                    <a:pt x="151320" y="41254"/>
                  </a:cubicBezTo>
                  <a:cubicBezTo>
                    <a:pt x="132842" y="4424"/>
                    <a:pt x="87820" y="-10562"/>
                    <a:pt x="50990" y="7917"/>
                  </a:cubicBezTo>
                  <a:cubicBezTo>
                    <a:pt x="23876" y="21506"/>
                    <a:pt x="8065" y="50081"/>
                    <a:pt x="9906" y="79418"/>
                  </a:cubicBezTo>
                  <a:cubicBezTo>
                    <a:pt x="9906" y="79735"/>
                    <a:pt x="9842" y="80053"/>
                    <a:pt x="9906" y="80370"/>
                  </a:cubicBezTo>
                  <a:cubicBezTo>
                    <a:pt x="11176" y="93134"/>
                    <a:pt x="7810" y="105516"/>
                    <a:pt x="889" y="113327"/>
                  </a:cubicBezTo>
                  <a:cubicBezTo>
                    <a:pt x="889" y="113327"/>
                    <a:pt x="889" y="113327"/>
                    <a:pt x="889" y="113327"/>
                  </a:cubicBezTo>
                  <a:cubicBezTo>
                    <a:pt x="635" y="113581"/>
                    <a:pt x="508" y="113898"/>
                    <a:pt x="317" y="114216"/>
                  </a:cubicBezTo>
                  <a:cubicBezTo>
                    <a:pt x="317" y="114279"/>
                    <a:pt x="317" y="114343"/>
                    <a:pt x="253" y="114406"/>
                  </a:cubicBezTo>
                  <a:cubicBezTo>
                    <a:pt x="127" y="114660"/>
                    <a:pt x="64" y="114978"/>
                    <a:pt x="0" y="115295"/>
                  </a:cubicBezTo>
                  <a:cubicBezTo>
                    <a:pt x="0" y="115295"/>
                    <a:pt x="0" y="115295"/>
                    <a:pt x="0" y="115359"/>
                  </a:cubicBezTo>
                  <a:cubicBezTo>
                    <a:pt x="0" y="115613"/>
                    <a:pt x="0" y="115867"/>
                    <a:pt x="0" y="116184"/>
                  </a:cubicBezTo>
                  <a:cubicBezTo>
                    <a:pt x="0" y="116184"/>
                    <a:pt x="0" y="116248"/>
                    <a:pt x="0" y="116311"/>
                  </a:cubicBezTo>
                  <a:cubicBezTo>
                    <a:pt x="0" y="116756"/>
                    <a:pt x="190" y="117137"/>
                    <a:pt x="317" y="117518"/>
                  </a:cubicBezTo>
                  <a:cubicBezTo>
                    <a:pt x="317" y="117518"/>
                    <a:pt x="317" y="117518"/>
                    <a:pt x="317" y="117518"/>
                  </a:cubicBezTo>
                  <a:lnTo>
                    <a:pt x="317" y="117518"/>
                  </a:lnTo>
                  <a:cubicBezTo>
                    <a:pt x="317" y="117518"/>
                    <a:pt x="317" y="117518"/>
                    <a:pt x="317" y="117518"/>
                  </a:cubicBezTo>
                  <a:cubicBezTo>
                    <a:pt x="444" y="117835"/>
                    <a:pt x="698" y="118089"/>
                    <a:pt x="889" y="118343"/>
                  </a:cubicBezTo>
                  <a:cubicBezTo>
                    <a:pt x="889" y="118343"/>
                    <a:pt x="1015" y="118470"/>
                    <a:pt x="1015" y="118534"/>
                  </a:cubicBezTo>
                  <a:cubicBezTo>
                    <a:pt x="1015" y="118534"/>
                    <a:pt x="1079" y="118661"/>
                    <a:pt x="1143" y="118724"/>
                  </a:cubicBezTo>
                  <a:cubicBezTo>
                    <a:pt x="1333" y="118915"/>
                    <a:pt x="1588" y="119042"/>
                    <a:pt x="1777" y="119169"/>
                  </a:cubicBezTo>
                  <a:cubicBezTo>
                    <a:pt x="1777" y="119169"/>
                    <a:pt x="1777" y="119169"/>
                    <a:pt x="1777" y="119169"/>
                  </a:cubicBezTo>
                  <a:cubicBezTo>
                    <a:pt x="2095" y="119359"/>
                    <a:pt x="2349" y="119423"/>
                    <a:pt x="2667" y="119486"/>
                  </a:cubicBezTo>
                  <a:cubicBezTo>
                    <a:pt x="2730" y="119486"/>
                    <a:pt x="2794" y="119486"/>
                    <a:pt x="2857" y="119486"/>
                  </a:cubicBezTo>
                  <a:cubicBezTo>
                    <a:pt x="3175" y="119550"/>
                    <a:pt x="3556" y="119550"/>
                    <a:pt x="3873" y="119486"/>
                  </a:cubicBezTo>
                  <a:cubicBezTo>
                    <a:pt x="3873" y="119486"/>
                    <a:pt x="3873" y="119486"/>
                    <a:pt x="3873" y="119486"/>
                  </a:cubicBezTo>
                  <a:cubicBezTo>
                    <a:pt x="15557" y="118343"/>
                    <a:pt x="27241" y="124249"/>
                    <a:pt x="34798" y="130535"/>
                  </a:cubicBezTo>
                  <a:cubicBezTo>
                    <a:pt x="57403" y="150601"/>
                    <a:pt x="90106" y="155300"/>
                    <a:pt x="117856" y="141394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D41B2B01-441F-77E8-EE25-ABC883F6FF29}"/>
                </a:ext>
              </a:extLst>
            </p:cNvPr>
            <p:cNvSpPr/>
            <p:nvPr/>
          </p:nvSpPr>
          <p:spPr>
            <a:xfrm>
              <a:off x="9547352" y="2534134"/>
              <a:ext cx="164736" cy="149520"/>
            </a:xfrm>
            <a:custGeom>
              <a:avLst/>
              <a:gdLst>
                <a:gd name="connsiteX0" fmla="*/ 66357 w 164736"/>
                <a:gd name="connsiteY0" fmla="*/ 145693 h 149520"/>
                <a:gd name="connsiteX1" fmla="*/ 160909 w 164736"/>
                <a:gd name="connsiteY1" fmla="*/ 98322 h 149520"/>
                <a:gd name="connsiteX2" fmla="*/ 113538 w 164736"/>
                <a:gd name="connsiteY2" fmla="*/ 3770 h 149520"/>
                <a:gd name="connsiteX3" fmla="*/ 33909 w 164736"/>
                <a:gd name="connsiteY3" fmla="*/ 25233 h 149520"/>
                <a:gd name="connsiteX4" fmla="*/ 33210 w 164736"/>
                <a:gd name="connsiteY4" fmla="*/ 25868 h 149520"/>
                <a:gd name="connsiteX5" fmla="*/ 3492 w 164736"/>
                <a:gd name="connsiteY5" fmla="*/ 42823 h 149520"/>
                <a:gd name="connsiteX6" fmla="*/ 3492 w 164736"/>
                <a:gd name="connsiteY6" fmla="*/ 42823 h 149520"/>
                <a:gd name="connsiteX7" fmla="*/ 2477 w 164736"/>
                <a:gd name="connsiteY7" fmla="*/ 43013 h 149520"/>
                <a:gd name="connsiteX8" fmla="*/ 2286 w 164736"/>
                <a:gd name="connsiteY8" fmla="*/ 43077 h 149520"/>
                <a:gd name="connsiteX9" fmla="*/ 1460 w 164736"/>
                <a:gd name="connsiteY9" fmla="*/ 43521 h 149520"/>
                <a:gd name="connsiteX10" fmla="*/ 1397 w 164736"/>
                <a:gd name="connsiteY10" fmla="*/ 43521 h 149520"/>
                <a:gd name="connsiteX11" fmla="*/ 826 w 164736"/>
                <a:gd name="connsiteY11" fmla="*/ 44093 h 149520"/>
                <a:gd name="connsiteX12" fmla="*/ 826 w 164736"/>
                <a:gd name="connsiteY12" fmla="*/ 44220 h 149520"/>
                <a:gd name="connsiteX13" fmla="*/ 191 w 164736"/>
                <a:gd name="connsiteY13" fmla="*/ 45299 h 149520"/>
                <a:gd name="connsiteX14" fmla="*/ 191 w 164736"/>
                <a:gd name="connsiteY14" fmla="*/ 45299 h 149520"/>
                <a:gd name="connsiteX15" fmla="*/ 191 w 164736"/>
                <a:gd name="connsiteY15" fmla="*/ 45299 h 149520"/>
                <a:gd name="connsiteX16" fmla="*/ 191 w 164736"/>
                <a:gd name="connsiteY16" fmla="*/ 45299 h 149520"/>
                <a:gd name="connsiteX17" fmla="*/ 0 w 164736"/>
                <a:gd name="connsiteY17" fmla="*/ 46315 h 149520"/>
                <a:gd name="connsiteX18" fmla="*/ 0 w 164736"/>
                <a:gd name="connsiteY18" fmla="*/ 46569 h 149520"/>
                <a:gd name="connsiteX19" fmla="*/ 0 w 164736"/>
                <a:gd name="connsiteY19" fmla="*/ 46760 h 149520"/>
                <a:gd name="connsiteX20" fmla="*/ 127 w 164736"/>
                <a:gd name="connsiteY20" fmla="*/ 47522 h 149520"/>
                <a:gd name="connsiteX21" fmla="*/ 127 w 164736"/>
                <a:gd name="connsiteY21" fmla="*/ 47522 h 149520"/>
                <a:gd name="connsiteX22" fmla="*/ 508 w 164736"/>
                <a:gd name="connsiteY22" fmla="*/ 48411 h 149520"/>
                <a:gd name="connsiteX23" fmla="*/ 635 w 164736"/>
                <a:gd name="connsiteY23" fmla="*/ 48601 h 149520"/>
                <a:gd name="connsiteX24" fmla="*/ 1333 w 164736"/>
                <a:gd name="connsiteY24" fmla="*/ 49363 h 149520"/>
                <a:gd name="connsiteX25" fmla="*/ 1333 w 164736"/>
                <a:gd name="connsiteY25" fmla="*/ 49363 h 149520"/>
                <a:gd name="connsiteX26" fmla="*/ 15367 w 164736"/>
                <a:gd name="connsiteY26" fmla="*/ 79018 h 149520"/>
                <a:gd name="connsiteX27" fmla="*/ 66421 w 164736"/>
                <a:gd name="connsiteY27" fmla="*/ 145439 h 14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4736" h="149520">
                  <a:moveTo>
                    <a:pt x="66357" y="145693"/>
                  </a:moveTo>
                  <a:cubicBezTo>
                    <a:pt x="105473" y="158710"/>
                    <a:pt x="147892" y="137438"/>
                    <a:pt x="160909" y="98322"/>
                  </a:cubicBezTo>
                  <a:cubicBezTo>
                    <a:pt x="173927" y="59206"/>
                    <a:pt x="152654" y="16788"/>
                    <a:pt x="113538" y="3770"/>
                  </a:cubicBezTo>
                  <a:cubicBezTo>
                    <a:pt x="84772" y="-5755"/>
                    <a:pt x="53404" y="3262"/>
                    <a:pt x="33909" y="25233"/>
                  </a:cubicBezTo>
                  <a:cubicBezTo>
                    <a:pt x="33655" y="25424"/>
                    <a:pt x="33401" y="25614"/>
                    <a:pt x="33210" y="25868"/>
                  </a:cubicBezTo>
                  <a:cubicBezTo>
                    <a:pt x="25082" y="35838"/>
                    <a:pt x="13970" y="42124"/>
                    <a:pt x="3492" y="42823"/>
                  </a:cubicBezTo>
                  <a:cubicBezTo>
                    <a:pt x="3492" y="42823"/>
                    <a:pt x="3492" y="42823"/>
                    <a:pt x="3492" y="42823"/>
                  </a:cubicBezTo>
                  <a:cubicBezTo>
                    <a:pt x="3175" y="42823"/>
                    <a:pt x="2794" y="42950"/>
                    <a:pt x="2477" y="43013"/>
                  </a:cubicBezTo>
                  <a:cubicBezTo>
                    <a:pt x="2413" y="43013"/>
                    <a:pt x="2349" y="43013"/>
                    <a:pt x="2286" y="43077"/>
                  </a:cubicBezTo>
                  <a:cubicBezTo>
                    <a:pt x="2032" y="43204"/>
                    <a:pt x="1715" y="43331"/>
                    <a:pt x="1460" y="43521"/>
                  </a:cubicBezTo>
                  <a:cubicBezTo>
                    <a:pt x="1460" y="43521"/>
                    <a:pt x="1460" y="43521"/>
                    <a:pt x="1397" y="43521"/>
                  </a:cubicBezTo>
                  <a:cubicBezTo>
                    <a:pt x="1206" y="43712"/>
                    <a:pt x="1016" y="43902"/>
                    <a:pt x="826" y="44093"/>
                  </a:cubicBezTo>
                  <a:cubicBezTo>
                    <a:pt x="826" y="44093"/>
                    <a:pt x="826" y="44156"/>
                    <a:pt x="826" y="44220"/>
                  </a:cubicBezTo>
                  <a:cubicBezTo>
                    <a:pt x="571" y="44537"/>
                    <a:pt x="381" y="44918"/>
                    <a:pt x="191" y="45299"/>
                  </a:cubicBezTo>
                  <a:cubicBezTo>
                    <a:pt x="191" y="45299"/>
                    <a:pt x="191" y="45299"/>
                    <a:pt x="191" y="45299"/>
                  </a:cubicBezTo>
                  <a:lnTo>
                    <a:pt x="191" y="45299"/>
                  </a:lnTo>
                  <a:cubicBezTo>
                    <a:pt x="191" y="45299"/>
                    <a:pt x="191" y="45299"/>
                    <a:pt x="191" y="45299"/>
                  </a:cubicBezTo>
                  <a:cubicBezTo>
                    <a:pt x="64" y="45617"/>
                    <a:pt x="64" y="45934"/>
                    <a:pt x="0" y="46315"/>
                  </a:cubicBezTo>
                  <a:cubicBezTo>
                    <a:pt x="0" y="46379"/>
                    <a:pt x="0" y="46442"/>
                    <a:pt x="0" y="46569"/>
                  </a:cubicBezTo>
                  <a:cubicBezTo>
                    <a:pt x="0" y="46633"/>
                    <a:pt x="0" y="46696"/>
                    <a:pt x="0" y="46760"/>
                  </a:cubicBezTo>
                  <a:cubicBezTo>
                    <a:pt x="0" y="47014"/>
                    <a:pt x="64" y="47268"/>
                    <a:pt x="127" y="47522"/>
                  </a:cubicBezTo>
                  <a:cubicBezTo>
                    <a:pt x="127" y="47522"/>
                    <a:pt x="127" y="47522"/>
                    <a:pt x="127" y="47522"/>
                  </a:cubicBezTo>
                  <a:cubicBezTo>
                    <a:pt x="191" y="47839"/>
                    <a:pt x="381" y="48157"/>
                    <a:pt x="508" y="48411"/>
                  </a:cubicBezTo>
                  <a:cubicBezTo>
                    <a:pt x="508" y="48474"/>
                    <a:pt x="571" y="48538"/>
                    <a:pt x="635" y="48601"/>
                  </a:cubicBezTo>
                  <a:cubicBezTo>
                    <a:pt x="826" y="48919"/>
                    <a:pt x="1079" y="49173"/>
                    <a:pt x="1333" y="49363"/>
                  </a:cubicBezTo>
                  <a:cubicBezTo>
                    <a:pt x="1333" y="49363"/>
                    <a:pt x="1333" y="49363"/>
                    <a:pt x="1333" y="49363"/>
                  </a:cubicBezTo>
                  <a:cubicBezTo>
                    <a:pt x="10414" y="56793"/>
                    <a:pt x="14478" y="69302"/>
                    <a:pt x="15367" y="79018"/>
                  </a:cubicBezTo>
                  <a:cubicBezTo>
                    <a:pt x="17145" y="109180"/>
                    <a:pt x="36957" y="135660"/>
                    <a:pt x="66421" y="14543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A936B0A9-E80E-FDA4-FA6A-CD766B634BE7}"/>
                </a:ext>
              </a:extLst>
            </p:cNvPr>
            <p:cNvSpPr/>
            <p:nvPr/>
          </p:nvSpPr>
          <p:spPr>
            <a:xfrm>
              <a:off x="9225216" y="2424557"/>
              <a:ext cx="322199" cy="155511"/>
            </a:xfrm>
            <a:custGeom>
              <a:avLst/>
              <a:gdLst>
                <a:gd name="connsiteX0" fmla="*/ 0 w 322199"/>
                <a:gd name="connsiteY0" fmla="*/ 0 h 155511"/>
                <a:gd name="connsiteX1" fmla="*/ 322199 w 322199"/>
                <a:gd name="connsiteY1" fmla="*/ 155511 h 15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199" h="155511">
                  <a:moveTo>
                    <a:pt x="0" y="0"/>
                  </a:moveTo>
                  <a:lnTo>
                    <a:pt x="322199" y="155511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D62A9441-17E0-02E4-D894-9C90ECB56D6C}"/>
                </a:ext>
              </a:extLst>
            </p:cNvPr>
            <p:cNvSpPr/>
            <p:nvPr/>
          </p:nvSpPr>
          <p:spPr>
            <a:xfrm>
              <a:off x="9225343" y="2191639"/>
              <a:ext cx="326961" cy="155702"/>
            </a:xfrm>
            <a:custGeom>
              <a:avLst/>
              <a:gdLst>
                <a:gd name="connsiteX0" fmla="*/ 326962 w 326961"/>
                <a:gd name="connsiteY0" fmla="*/ 0 h 155702"/>
                <a:gd name="connsiteX1" fmla="*/ 0 w 326961"/>
                <a:gd name="connsiteY1" fmla="*/ 155702 h 15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961" h="155702">
                  <a:moveTo>
                    <a:pt x="326962" y="0"/>
                  </a:moveTo>
                  <a:lnTo>
                    <a:pt x="0" y="155702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9" name="Gráfico 4">
            <a:extLst>
              <a:ext uri="{FF2B5EF4-FFF2-40B4-BE49-F238E27FC236}">
                <a16:creationId xmlns:a16="http://schemas.microsoft.com/office/drawing/2014/main" id="{EF2AF24B-254D-8AD6-6BED-8B739176749A}"/>
              </a:ext>
            </a:extLst>
          </p:cNvPr>
          <p:cNvGrpSpPr/>
          <p:nvPr/>
        </p:nvGrpSpPr>
        <p:grpSpPr>
          <a:xfrm>
            <a:off x="9129014" y="4169790"/>
            <a:ext cx="519874" cy="588327"/>
            <a:chOff x="9129014" y="4169790"/>
            <a:chExt cx="519874" cy="588327"/>
          </a:xfrm>
          <a:noFill/>
        </p:grpSpPr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EB2F8A21-3DF4-D624-639B-AC2AB54B8B64}"/>
                </a:ext>
              </a:extLst>
            </p:cNvPr>
            <p:cNvSpPr/>
            <p:nvPr/>
          </p:nvSpPr>
          <p:spPr>
            <a:xfrm>
              <a:off x="9129014" y="4169790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2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5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7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2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2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7E4425C5-DC32-256C-AC49-11EC77BFF25D}"/>
                </a:ext>
              </a:extLst>
            </p:cNvPr>
            <p:cNvSpPr/>
            <p:nvPr/>
          </p:nvSpPr>
          <p:spPr>
            <a:xfrm>
              <a:off x="9339833" y="4350384"/>
              <a:ext cx="137604" cy="177482"/>
            </a:xfrm>
            <a:custGeom>
              <a:avLst/>
              <a:gdLst>
                <a:gd name="connsiteX0" fmla="*/ 0 w 137604"/>
                <a:gd name="connsiteY0" fmla="*/ 0 h 177482"/>
                <a:gd name="connsiteX1" fmla="*/ 0 w 137604"/>
                <a:gd name="connsiteY1" fmla="*/ 177483 h 177482"/>
                <a:gd name="connsiteX2" fmla="*/ 137605 w 137604"/>
                <a:gd name="connsiteY2" fmla="*/ 88773 h 177482"/>
                <a:gd name="connsiteX3" fmla="*/ 0 w 137604"/>
                <a:gd name="connsiteY3" fmla="*/ 0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04" h="177482">
                  <a:moveTo>
                    <a:pt x="0" y="0"/>
                  </a:moveTo>
                  <a:lnTo>
                    <a:pt x="0" y="177483"/>
                  </a:lnTo>
                  <a:lnTo>
                    <a:pt x="137605" y="887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62" name="Gráfico 4">
            <a:extLst>
              <a:ext uri="{FF2B5EF4-FFF2-40B4-BE49-F238E27FC236}">
                <a16:creationId xmlns:a16="http://schemas.microsoft.com/office/drawing/2014/main" id="{108611C1-B0A7-5E20-27FE-54BE4625E7A2}"/>
              </a:ext>
            </a:extLst>
          </p:cNvPr>
          <p:cNvGrpSpPr/>
          <p:nvPr/>
        </p:nvGrpSpPr>
        <p:grpSpPr>
          <a:xfrm>
            <a:off x="9129014" y="5261990"/>
            <a:ext cx="519874" cy="588327"/>
            <a:chOff x="9129014" y="5261990"/>
            <a:chExt cx="519874" cy="588327"/>
          </a:xfrm>
          <a:noFill/>
        </p:grpSpPr>
        <p:sp>
          <p:nvSpPr>
            <p:cNvPr id="163" name="Forma libre 162">
              <a:extLst>
                <a:ext uri="{FF2B5EF4-FFF2-40B4-BE49-F238E27FC236}">
                  <a16:creationId xmlns:a16="http://schemas.microsoft.com/office/drawing/2014/main" id="{D8A77843-1606-E5D9-71D1-EBB1149529C1}"/>
                </a:ext>
              </a:extLst>
            </p:cNvPr>
            <p:cNvSpPr/>
            <p:nvPr/>
          </p:nvSpPr>
          <p:spPr>
            <a:xfrm>
              <a:off x="9129014" y="5261990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2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5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7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2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2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4" name="Forma libre 163">
              <a:extLst>
                <a:ext uri="{FF2B5EF4-FFF2-40B4-BE49-F238E27FC236}">
                  <a16:creationId xmlns:a16="http://schemas.microsoft.com/office/drawing/2014/main" id="{BC9DA5B1-BE2B-85AD-E0A4-B3F0DDA05DCB}"/>
                </a:ext>
              </a:extLst>
            </p:cNvPr>
            <p:cNvSpPr/>
            <p:nvPr/>
          </p:nvSpPr>
          <p:spPr>
            <a:xfrm>
              <a:off x="9295511" y="5442521"/>
              <a:ext cx="66611" cy="177482"/>
            </a:xfrm>
            <a:custGeom>
              <a:avLst/>
              <a:gdLst>
                <a:gd name="connsiteX0" fmla="*/ 0 w 66611"/>
                <a:gd name="connsiteY0" fmla="*/ 0 h 177482"/>
                <a:gd name="connsiteX1" fmla="*/ 66611 w 66611"/>
                <a:gd name="connsiteY1" fmla="*/ 0 h 177482"/>
                <a:gd name="connsiteX2" fmla="*/ 66611 w 66611"/>
                <a:gd name="connsiteY2" fmla="*/ 177483 h 177482"/>
                <a:gd name="connsiteX3" fmla="*/ 0 w 66611"/>
                <a:gd name="connsiteY3" fmla="*/ 177483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1" h="177482">
                  <a:moveTo>
                    <a:pt x="0" y="0"/>
                  </a:moveTo>
                  <a:lnTo>
                    <a:pt x="66611" y="0"/>
                  </a:lnTo>
                  <a:lnTo>
                    <a:pt x="66611" y="177483"/>
                  </a:lnTo>
                  <a:lnTo>
                    <a:pt x="0" y="177483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5" name="Forma libre 164">
              <a:extLst>
                <a:ext uri="{FF2B5EF4-FFF2-40B4-BE49-F238E27FC236}">
                  <a16:creationId xmlns:a16="http://schemas.microsoft.com/office/drawing/2014/main" id="{0153C2F4-6830-6D45-A8EF-A1DCE682AF42}"/>
                </a:ext>
              </a:extLst>
            </p:cNvPr>
            <p:cNvSpPr/>
            <p:nvPr/>
          </p:nvSpPr>
          <p:spPr>
            <a:xfrm>
              <a:off x="9415462" y="5442521"/>
              <a:ext cx="66611" cy="177482"/>
            </a:xfrm>
            <a:custGeom>
              <a:avLst/>
              <a:gdLst>
                <a:gd name="connsiteX0" fmla="*/ 0 w 66611"/>
                <a:gd name="connsiteY0" fmla="*/ 0 h 177482"/>
                <a:gd name="connsiteX1" fmla="*/ 66611 w 66611"/>
                <a:gd name="connsiteY1" fmla="*/ 0 h 177482"/>
                <a:gd name="connsiteX2" fmla="*/ 66611 w 66611"/>
                <a:gd name="connsiteY2" fmla="*/ 177483 h 177482"/>
                <a:gd name="connsiteX3" fmla="*/ 0 w 66611"/>
                <a:gd name="connsiteY3" fmla="*/ 177483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1" h="177482">
                  <a:moveTo>
                    <a:pt x="0" y="0"/>
                  </a:moveTo>
                  <a:lnTo>
                    <a:pt x="66611" y="0"/>
                  </a:lnTo>
                  <a:lnTo>
                    <a:pt x="66611" y="177483"/>
                  </a:lnTo>
                  <a:lnTo>
                    <a:pt x="0" y="177483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66" name="Gráfico 4">
            <a:extLst>
              <a:ext uri="{FF2B5EF4-FFF2-40B4-BE49-F238E27FC236}">
                <a16:creationId xmlns:a16="http://schemas.microsoft.com/office/drawing/2014/main" id="{B68EB87D-D2B5-6639-6521-62BF28BB90D4}"/>
              </a:ext>
            </a:extLst>
          </p:cNvPr>
          <p:cNvGrpSpPr/>
          <p:nvPr/>
        </p:nvGrpSpPr>
        <p:grpSpPr>
          <a:xfrm>
            <a:off x="10315702" y="2072195"/>
            <a:ext cx="554354" cy="621030"/>
            <a:chOff x="10315702" y="2072195"/>
            <a:chExt cx="554354" cy="621030"/>
          </a:xfrm>
          <a:noFill/>
        </p:grpSpPr>
        <p:sp>
          <p:nvSpPr>
            <p:cNvPr id="167" name="Forma libre 166">
              <a:extLst>
                <a:ext uri="{FF2B5EF4-FFF2-40B4-BE49-F238E27FC236}">
                  <a16:creationId xmlns:a16="http://schemas.microsoft.com/office/drawing/2014/main" id="{06091628-6EB3-E0C0-19E5-791D5A666850}"/>
                </a:ext>
              </a:extLst>
            </p:cNvPr>
            <p:cNvSpPr/>
            <p:nvPr/>
          </p:nvSpPr>
          <p:spPr>
            <a:xfrm>
              <a:off x="10315702" y="2072195"/>
              <a:ext cx="554354" cy="621030"/>
            </a:xfrm>
            <a:custGeom>
              <a:avLst/>
              <a:gdLst>
                <a:gd name="connsiteX0" fmla="*/ 554355 w 554354"/>
                <a:gd name="connsiteY0" fmla="*/ 621030 h 621030"/>
                <a:gd name="connsiteX1" fmla="*/ 277178 w 554354"/>
                <a:gd name="connsiteY1" fmla="*/ 0 h 621030"/>
                <a:gd name="connsiteX2" fmla="*/ 0 w 554354"/>
                <a:gd name="connsiteY2" fmla="*/ 621030 h 621030"/>
                <a:gd name="connsiteX3" fmla="*/ 229426 w 554354"/>
                <a:gd name="connsiteY3" fmla="*/ 621030 h 621030"/>
                <a:gd name="connsiteX4" fmla="*/ 232918 w 554354"/>
                <a:gd name="connsiteY4" fmla="*/ 620776 h 621030"/>
                <a:gd name="connsiteX5" fmla="*/ 247586 w 554354"/>
                <a:gd name="connsiteY5" fmla="*/ 617855 h 621030"/>
                <a:gd name="connsiteX6" fmla="*/ 248539 w 554354"/>
                <a:gd name="connsiteY6" fmla="*/ 617474 h 621030"/>
                <a:gd name="connsiteX7" fmla="*/ 279908 w 554354"/>
                <a:gd name="connsiteY7" fmla="*/ 578358 h 621030"/>
                <a:gd name="connsiteX8" fmla="*/ 281115 w 554354"/>
                <a:gd name="connsiteY8" fmla="*/ 578358 h 621030"/>
                <a:gd name="connsiteX9" fmla="*/ 312928 w 554354"/>
                <a:gd name="connsiteY9" fmla="*/ 617665 h 621030"/>
                <a:gd name="connsiteX10" fmla="*/ 312928 w 554354"/>
                <a:gd name="connsiteY10" fmla="*/ 617665 h 621030"/>
                <a:gd name="connsiteX11" fmla="*/ 317119 w 554354"/>
                <a:gd name="connsiteY11" fmla="*/ 618871 h 621030"/>
                <a:gd name="connsiteX12" fmla="*/ 327660 w 554354"/>
                <a:gd name="connsiteY12" fmla="*/ 620395 h 621030"/>
                <a:gd name="connsiteX13" fmla="*/ 331406 w 554354"/>
                <a:gd name="connsiteY13" fmla="*/ 620649 h 621030"/>
                <a:gd name="connsiteX14" fmla="*/ 334454 w 554354"/>
                <a:gd name="connsiteY14" fmla="*/ 620967 h 621030"/>
                <a:gd name="connsiteX15" fmla="*/ 334645 w 554354"/>
                <a:gd name="connsiteY15" fmla="*/ 620967 h 621030"/>
                <a:gd name="connsiteX16" fmla="*/ 502285 w 554354"/>
                <a:gd name="connsiteY16" fmla="*/ 620967 h 621030"/>
                <a:gd name="connsiteX17" fmla="*/ 554292 w 554354"/>
                <a:gd name="connsiteY17" fmla="*/ 620967 h 62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354" h="621030">
                  <a:moveTo>
                    <a:pt x="554355" y="621030"/>
                  </a:moveTo>
                  <a:lnTo>
                    <a:pt x="277178" y="0"/>
                  </a:lnTo>
                  <a:lnTo>
                    <a:pt x="0" y="621030"/>
                  </a:lnTo>
                  <a:lnTo>
                    <a:pt x="229426" y="621030"/>
                  </a:lnTo>
                  <a:cubicBezTo>
                    <a:pt x="230568" y="620967"/>
                    <a:pt x="231775" y="620840"/>
                    <a:pt x="232918" y="620776"/>
                  </a:cubicBezTo>
                  <a:cubicBezTo>
                    <a:pt x="237871" y="620395"/>
                    <a:pt x="242760" y="619379"/>
                    <a:pt x="247586" y="617855"/>
                  </a:cubicBezTo>
                  <a:cubicBezTo>
                    <a:pt x="247904" y="617728"/>
                    <a:pt x="248221" y="617601"/>
                    <a:pt x="248539" y="617474"/>
                  </a:cubicBezTo>
                  <a:cubicBezTo>
                    <a:pt x="268922" y="609156"/>
                    <a:pt x="277685" y="585534"/>
                    <a:pt x="279908" y="578358"/>
                  </a:cubicBezTo>
                  <a:cubicBezTo>
                    <a:pt x="280098" y="577723"/>
                    <a:pt x="280924" y="577723"/>
                    <a:pt x="281115" y="578358"/>
                  </a:cubicBezTo>
                  <a:cubicBezTo>
                    <a:pt x="283401" y="585597"/>
                    <a:pt x="292291" y="609537"/>
                    <a:pt x="312928" y="617665"/>
                  </a:cubicBezTo>
                  <a:cubicBezTo>
                    <a:pt x="312928" y="617665"/>
                    <a:pt x="312928" y="617665"/>
                    <a:pt x="312928" y="617665"/>
                  </a:cubicBezTo>
                  <a:cubicBezTo>
                    <a:pt x="314261" y="618109"/>
                    <a:pt x="315658" y="618490"/>
                    <a:pt x="317119" y="618871"/>
                  </a:cubicBezTo>
                  <a:cubicBezTo>
                    <a:pt x="320548" y="619697"/>
                    <a:pt x="324104" y="620141"/>
                    <a:pt x="327660" y="620395"/>
                  </a:cubicBezTo>
                  <a:cubicBezTo>
                    <a:pt x="328930" y="620459"/>
                    <a:pt x="330136" y="620586"/>
                    <a:pt x="331406" y="620649"/>
                  </a:cubicBezTo>
                  <a:cubicBezTo>
                    <a:pt x="332422" y="620713"/>
                    <a:pt x="333439" y="620840"/>
                    <a:pt x="334454" y="620967"/>
                  </a:cubicBezTo>
                  <a:cubicBezTo>
                    <a:pt x="334454" y="620967"/>
                    <a:pt x="334581" y="620967"/>
                    <a:pt x="334645" y="620967"/>
                  </a:cubicBezTo>
                  <a:lnTo>
                    <a:pt x="502285" y="620967"/>
                  </a:lnTo>
                  <a:cubicBezTo>
                    <a:pt x="502285" y="620967"/>
                    <a:pt x="554292" y="620967"/>
                    <a:pt x="554292" y="620967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168" name="Gráfico 4">
              <a:extLst>
                <a:ext uri="{FF2B5EF4-FFF2-40B4-BE49-F238E27FC236}">
                  <a16:creationId xmlns:a16="http://schemas.microsoft.com/office/drawing/2014/main" id="{BBB1C489-810F-731A-7E32-E55136547DB9}"/>
                </a:ext>
              </a:extLst>
            </p:cNvPr>
            <p:cNvGrpSpPr/>
            <p:nvPr/>
          </p:nvGrpSpPr>
          <p:grpSpPr>
            <a:xfrm>
              <a:off x="10569003" y="2336863"/>
              <a:ext cx="47751" cy="234314"/>
              <a:chOff x="10569003" y="2336863"/>
              <a:chExt cx="47751" cy="234314"/>
            </a:xfrm>
            <a:noFill/>
          </p:grpSpPr>
          <p:sp>
            <p:nvSpPr>
              <p:cNvPr id="169" name="Forma libre 168">
                <a:extLst>
                  <a:ext uri="{FF2B5EF4-FFF2-40B4-BE49-F238E27FC236}">
                    <a16:creationId xmlns:a16="http://schemas.microsoft.com/office/drawing/2014/main" id="{CCE0AAE9-B025-AA8E-6CEC-7B02BBC55201}"/>
                  </a:ext>
                </a:extLst>
              </p:cNvPr>
              <p:cNvSpPr/>
              <p:nvPr/>
            </p:nvSpPr>
            <p:spPr>
              <a:xfrm>
                <a:off x="10592879" y="2336863"/>
                <a:ext cx="6350" cy="132270"/>
              </a:xfrm>
              <a:custGeom>
                <a:avLst/>
                <a:gdLst>
                  <a:gd name="connsiteX0" fmla="*/ 0 w 6350"/>
                  <a:gd name="connsiteY0" fmla="*/ 132270 h 132270"/>
                  <a:gd name="connsiteX1" fmla="*/ 0 w 6350"/>
                  <a:gd name="connsiteY1" fmla="*/ 0 h 132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32270">
                    <a:moveTo>
                      <a:pt x="0" y="13227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70" name="Forma libre 169">
                <a:extLst>
                  <a:ext uri="{FF2B5EF4-FFF2-40B4-BE49-F238E27FC236}">
                    <a16:creationId xmlns:a16="http://schemas.microsoft.com/office/drawing/2014/main" id="{1279F8DE-78F1-A97C-4DC9-5FE9C098DA3E}"/>
                  </a:ext>
                </a:extLst>
              </p:cNvPr>
              <p:cNvSpPr/>
              <p:nvPr/>
            </p:nvSpPr>
            <p:spPr>
              <a:xfrm>
                <a:off x="10569003" y="2523426"/>
                <a:ext cx="47751" cy="47751"/>
              </a:xfrm>
              <a:custGeom>
                <a:avLst/>
                <a:gdLst>
                  <a:gd name="connsiteX0" fmla="*/ 47752 w 47751"/>
                  <a:gd name="connsiteY0" fmla="*/ 23876 h 47751"/>
                  <a:gd name="connsiteX1" fmla="*/ 23876 w 47751"/>
                  <a:gd name="connsiteY1" fmla="*/ 47752 h 47751"/>
                  <a:gd name="connsiteX2" fmla="*/ 0 w 47751"/>
                  <a:gd name="connsiteY2" fmla="*/ 23876 h 47751"/>
                  <a:gd name="connsiteX3" fmla="*/ 23876 w 47751"/>
                  <a:gd name="connsiteY3" fmla="*/ 0 h 47751"/>
                  <a:gd name="connsiteX4" fmla="*/ 47752 w 47751"/>
                  <a:gd name="connsiteY4" fmla="*/ 23876 h 47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751" h="47751">
                    <a:moveTo>
                      <a:pt x="47752" y="23876"/>
                    </a:moveTo>
                    <a:cubicBezTo>
                      <a:pt x="47752" y="37062"/>
                      <a:pt x="37063" y="47752"/>
                      <a:pt x="23876" y="47752"/>
                    </a:cubicBezTo>
                    <a:cubicBezTo>
                      <a:pt x="10690" y="47752"/>
                      <a:pt x="0" y="37062"/>
                      <a:pt x="0" y="23876"/>
                    </a:cubicBezTo>
                    <a:cubicBezTo>
                      <a:pt x="0" y="10690"/>
                      <a:pt x="10689" y="0"/>
                      <a:pt x="23876" y="0"/>
                    </a:cubicBezTo>
                    <a:cubicBezTo>
                      <a:pt x="37062" y="0"/>
                      <a:pt x="47752" y="10690"/>
                      <a:pt x="47752" y="23876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001C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171" name="Gráfico 4">
            <a:extLst>
              <a:ext uri="{FF2B5EF4-FFF2-40B4-BE49-F238E27FC236}">
                <a16:creationId xmlns:a16="http://schemas.microsoft.com/office/drawing/2014/main" id="{33B9052A-3508-D8B0-EFDA-3AF5505EC5E7}"/>
              </a:ext>
            </a:extLst>
          </p:cNvPr>
          <p:cNvGrpSpPr/>
          <p:nvPr/>
        </p:nvGrpSpPr>
        <p:grpSpPr>
          <a:xfrm>
            <a:off x="10277983" y="3097402"/>
            <a:ext cx="629856" cy="568579"/>
            <a:chOff x="10277983" y="3097402"/>
            <a:chExt cx="629856" cy="568579"/>
          </a:xfrm>
          <a:noFill/>
        </p:grpSpPr>
        <p:sp>
          <p:nvSpPr>
            <p:cNvPr id="172" name="Forma libre 171">
              <a:extLst>
                <a:ext uri="{FF2B5EF4-FFF2-40B4-BE49-F238E27FC236}">
                  <a16:creationId xmlns:a16="http://schemas.microsoft.com/office/drawing/2014/main" id="{65CC3451-7AA9-51AD-481C-68D33C20338C}"/>
                </a:ext>
              </a:extLst>
            </p:cNvPr>
            <p:cNvSpPr/>
            <p:nvPr/>
          </p:nvSpPr>
          <p:spPr>
            <a:xfrm>
              <a:off x="10278046" y="3097402"/>
              <a:ext cx="629793" cy="502618"/>
            </a:xfrm>
            <a:custGeom>
              <a:avLst/>
              <a:gdLst>
                <a:gd name="connsiteX0" fmla="*/ 629730 w 629793"/>
                <a:gd name="connsiteY0" fmla="*/ 458661 h 502618"/>
                <a:gd name="connsiteX1" fmla="*/ 375603 w 629793"/>
                <a:gd name="connsiteY1" fmla="*/ 458661 h 502618"/>
                <a:gd name="connsiteX2" fmla="*/ 371539 w 629793"/>
                <a:gd name="connsiteY2" fmla="*/ 458914 h 502618"/>
                <a:gd name="connsiteX3" fmla="*/ 354647 w 629793"/>
                <a:gd name="connsiteY3" fmla="*/ 461836 h 502618"/>
                <a:gd name="connsiteX4" fmla="*/ 353505 w 629793"/>
                <a:gd name="connsiteY4" fmla="*/ 462217 h 502618"/>
                <a:gd name="connsiteX5" fmla="*/ 317310 w 629793"/>
                <a:gd name="connsiteY5" fmla="*/ 502094 h 502618"/>
                <a:gd name="connsiteX6" fmla="*/ 315913 w 629793"/>
                <a:gd name="connsiteY6" fmla="*/ 502094 h 502618"/>
                <a:gd name="connsiteX7" fmla="*/ 279210 w 629793"/>
                <a:gd name="connsiteY7" fmla="*/ 462026 h 502618"/>
                <a:gd name="connsiteX8" fmla="*/ 279147 w 629793"/>
                <a:gd name="connsiteY8" fmla="*/ 462026 h 502618"/>
                <a:gd name="connsiteX9" fmla="*/ 274320 w 629793"/>
                <a:gd name="connsiteY9" fmla="*/ 460819 h 502618"/>
                <a:gd name="connsiteX10" fmla="*/ 262192 w 629793"/>
                <a:gd name="connsiteY10" fmla="*/ 459232 h 502618"/>
                <a:gd name="connsiteX11" fmla="*/ 257873 w 629793"/>
                <a:gd name="connsiteY11" fmla="*/ 458978 h 502618"/>
                <a:gd name="connsiteX12" fmla="*/ 254318 w 629793"/>
                <a:gd name="connsiteY12" fmla="*/ 458661 h 502618"/>
                <a:gd name="connsiteX13" fmla="*/ 254127 w 629793"/>
                <a:gd name="connsiteY13" fmla="*/ 458661 h 502618"/>
                <a:gd name="connsiteX14" fmla="*/ 0 w 629793"/>
                <a:gd name="connsiteY14" fmla="*/ 458661 h 502618"/>
                <a:gd name="connsiteX15" fmla="*/ 0 w 629793"/>
                <a:gd name="connsiteY15" fmla="*/ 0 h 502618"/>
                <a:gd name="connsiteX16" fmla="*/ 629793 w 629793"/>
                <a:gd name="connsiteY16" fmla="*/ 0 h 502618"/>
                <a:gd name="connsiteX17" fmla="*/ 629793 w 629793"/>
                <a:gd name="connsiteY17" fmla="*/ 458661 h 502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9793" h="502618">
                  <a:moveTo>
                    <a:pt x="629730" y="458661"/>
                  </a:moveTo>
                  <a:lnTo>
                    <a:pt x="375603" y="458661"/>
                  </a:lnTo>
                  <a:cubicBezTo>
                    <a:pt x="374269" y="458724"/>
                    <a:pt x="372935" y="458851"/>
                    <a:pt x="371539" y="458914"/>
                  </a:cubicBezTo>
                  <a:cubicBezTo>
                    <a:pt x="365823" y="459295"/>
                    <a:pt x="360173" y="460375"/>
                    <a:pt x="354647" y="461836"/>
                  </a:cubicBezTo>
                  <a:cubicBezTo>
                    <a:pt x="354267" y="461963"/>
                    <a:pt x="353885" y="462089"/>
                    <a:pt x="353505" y="462217"/>
                  </a:cubicBezTo>
                  <a:cubicBezTo>
                    <a:pt x="330010" y="470662"/>
                    <a:pt x="319913" y="494792"/>
                    <a:pt x="317310" y="502094"/>
                  </a:cubicBezTo>
                  <a:cubicBezTo>
                    <a:pt x="317056" y="502793"/>
                    <a:pt x="316103" y="502793"/>
                    <a:pt x="315913" y="502094"/>
                  </a:cubicBezTo>
                  <a:cubicBezTo>
                    <a:pt x="313310" y="494665"/>
                    <a:pt x="303023" y="470344"/>
                    <a:pt x="279210" y="462026"/>
                  </a:cubicBezTo>
                  <a:cubicBezTo>
                    <a:pt x="279210" y="462026"/>
                    <a:pt x="279210" y="462026"/>
                    <a:pt x="279147" y="462026"/>
                  </a:cubicBezTo>
                  <a:cubicBezTo>
                    <a:pt x="277559" y="461581"/>
                    <a:pt x="275972" y="461137"/>
                    <a:pt x="274320" y="460819"/>
                  </a:cubicBezTo>
                  <a:cubicBezTo>
                    <a:pt x="270320" y="459931"/>
                    <a:pt x="266256" y="459486"/>
                    <a:pt x="262192" y="459232"/>
                  </a:cubicBezTo>
                  <a:cubicBezTo>
                    <a:pt x="260731" y="459169"/>
                    <a:pt x="259335" y="459042"/>
                    <a:pt x="257873" y="458978"/>
                  </a:cubicBezTo>
                  <a:cubicBezTo>
                    <a:pt x="256731" y="458914"/>
                    <a:pt x="255524" y="458788"/>
                    <a:pt x="254318" y="458661"/>
                  </a:cubicBezTo>
                  <a:cubicBezTo>
                    <a:pt x="254254" y="458661"/>
                    <a:pt x="254191" y="458661"/>
                    <a:pt x="254127" y="458661"/>
                  </a:cubicBezTo>
                  <a:lnTo>
                    <a:pt x="0" y="458661"/>
                  </a:lnTo>
                  <a:cubicBezTo>
                    <a:pt x="0" y="458661"/>
                    <a:pt x="0" y="0"/>
                    <a:pt x="0" y="0"/>
                  </a:cubicBezTo>
                  <a:lnTo>
                    <a:pt x="629793" y="0"/>
                  </a:lnTo>
                  <a:lnTo>
                    <a:pt x="629793" y="458661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3" name="Forma libre 172">
              <a:extLst>
                <a:ext uri="{FF2B5EF4-FFF2-40B4-BE49-F238E27FC236}">
                  <a16:creationId xmlns:a16="http://schemas.microsoft.com/office/drawing/2014/main" id="{A76C2F69-3379-2E76-5005-FE9F60C11202}"/>
                </a:ext>
              </a:extLst>
            </p:cNvPr>
            <p:cNvSpPr/>
            <p:nvPr/>
          </p:nvSpPr>
          <p:spPr>
            <a:xfrm>
              <a:off x="10277983" y="3470084"/>
              <a:ext cx="629793" cy="6350"/>
            </a:xfrm>
            <a:custGeom>
              <a:avLst/>
              <a:gdLst>
                <a:gd name="connsiteX0" fmla="*/ 0 w 629793"/>
                <a:gd name="connsiteY0" fmla="*/ 0 h 6350"/>
                <a:gd name="connsiteX1" fmla="*/ 629793 w 62979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9793" h="6350">
                  <a:moveTo>
                    <a:pt x="0" y="0"/>
                  </a:moveTo>
                  <a:lnTo>
                    <a:pt x="629793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4" name="Forma libre 173">
              <a:extLst>
                <a:ext uri="{FF2B5EF4-FFF2-40B4-BE49-F238E27FC236}">
                  <a16:creationId xmlns:a16="http://schemas.microsoft.com/office/drawing/2014/main" id="{36D79BDA-8190-7CBE-2DC0-42BE2FB4263D}"/>
                </a:ext>
              </a:extLst>
            </p:cNvPr>
            <p:cNvSpPr/>
            <p:nvPr/>
          </p:nvSpPr>
          <p:spPr>
            <a:xfrm>
              <a:off x="10429684" y="3665982"/>
              <a:ext cx="326453" cy="6350"/>
            </a:xfrm>
            <a:custGeom>
              <a:avLst/>
              <a:gdLst>
                <a:gd name="connsiteX0" fmla="*/ 0 w 326453"/>
                <a:gd name="connsiteY0" fmla="*/ 0 h 6350"/>
                <a:gd name="connsiteX1" fmla="*/ 326454 w 32645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453" h="6350">
                  <a:moveTo>
                    <a:pt x="0" y="0"/>
                  </a:moveTo>
                  <a:lnTo>
                    <a:pt x="326454" y="0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5" name="Forma libre 174">
              <a:extLst>
                <a:ext uri="{FF2B5EF4-FFF2-40B4-BE49-F238E27FC236}">
                  <a16:creationId xmlns:a16="http://schemas.microsoft.com/office/drawing/2014/main" id="{A422284E-423F-AAA8-9AEB-9A8798ED30DE}"/>
                </a:ext>
              </a:extLst>
            </p:cNvPr>
            <p:cNvSpPr/>
            <p:nvPr/>
          </p:nvSpPr>
          <p:spPr>
            <a:xfrm>
              <a:off x="10667047" y="3556063"/>
              <a:ext cx="6350" cy="103504"/>
            </a:xfrm>
            <a:custGeom>
              <a:avLst/>
              <a:gdLst>
                <a:gd name="connsiteX0" fmla="*/ 0 w 6350"/>
                <a:gd name="connsiteY0" fmla="*/ 0 h 103504"/>
                <a:gd name="connsiteX1" fmla="*/ 0 w 6350"/>
                <a:gd name="connsiteY1" fmla="*/ 10350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03504">
                  <a:moveTo>
                    <a:pt x="0" y="0"/>
                  </a:moveTo>
                  <a:lnTo>
                    <a:pt x="0" y="103505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6" name="Forma libre 175">
              <a:extLst>
                <a:ext uri="{FF2B5EF4-FFF2-40B4-BE49-F238E27FC236}">
                  <a16:creationId xmlns:a16="http://schemas.microsoft.com/office/drawing/2014/main" id="{4D9BB7C4-0511-2FCF-CD5F-64067DB083D0}"/>
                </a:ext>
              </a:extLst>
            </p:cNvPr>
            <p:cNvSpPr/>
            <p:nvPr/>
          </p:nvSpPr>
          <p:spPr>
            <a:xfrm>
              <a:off x="10518775" y="3556063"/>
              <a:ext cx="6350" cy="103504"/>
            </a:xfrm>
            <a:custGeom>
              <a:avLst/>
              <a:gdLst>
                <a:gd name="connsiteX0" fmla="*/ 0 w 6350"/>
                <a:gd name="connsiteY0" fmla="*/ 0 h 103504"/>
                <a:gd name="connsiteX1" fmla="*/ 0 w 6350"/>
                <a:gd name="connsiteY1" fmla="*/ 10350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03504">
                  <a:moveTo>
                    <a:pt x="0" y="0"/>
                  </a:moveTo>
                  <a:lnTo>
                    <a:pt x="0" y="103505"/>
                  </a:lnTo>
                </a:path>
              </a:pathLst>
            </a:custGeom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77" name="Gráfico 4">
            <a:extLst>
              <a:ext uri="{FF2B5EF4-FFF2-40B4-BE49-F238E27FC236}">
                <a16:creationId xmlns:a16="http://schemas.microsoft.com/office/drawing/2014/main" id="{D89EF04B-71A3-6659-4852-A23D2610D86A}"/>
              </a:ext>
            </a:extLst>
          </p:cNvPr>
          <p:cNvGrpSpPr/>
          <p:nvPr/>
        </p:nvGrpSpPr>
        <p:grpSpPr>
          <a:xfrm>
            <a:off x="10265616" y="4124742"/>
            <a:ext cx="654542" cy="672746"/>
            <a:chOff x="10265616" y="4124742"/>
            <a:chExt cx="654542" cy="672746"/>
          </a:xfrm>
          <a:noFill/>
        </p:grpSpPr>
        <p:sp>
          <p:nvSpPr>
            <p:cNvPr id="178" name="Forma libre 177">
              <a:extLst>
                <a:ext uri="{FF2B5EF4-FFF2-40B4-BE49-F238E27FC236}">
                  <a16:creationId xmlns:a16="http://schemas.microsoft.com/office/drawing/2014/main" id="{B877192E-E810-9B10-10D1-335AB8B34862}"/>
                </a:ext>
              </a:extLst>
            </p:cNvPr>
            <p:cNvSpPr/>
            <p:nvPr/>
          </p:nvSpPr>
          <p:spPr>
            <a:xfrm>
              <a:off x="10265616" y="4129404"/>
              <a:ext cx="37513" cy="668083"/>
            </a:xfrm>
            <a:custGeom>
              <a:avLst/>
              <a:gdLst>
                <a:gd name="connsiteX0" fmla="*/ 37513 w 37513"/>
                <a:gd name="connsiteY0" fmla="*/ 668084 h 668083"/>
                <a:gd name="connsiteX1" fmla="*/ 37513 w 37513"/>
                <a:gd name="connsiteY1" fmla="*/ 227648 h 668083"/>
                <a:gd name="connsiteX2" fmla="*/ 37259 w 37513"/>
                <a:gd name="connsiteY2" fmla="*/ 224218 h 668083"/>
                <a:gd name="connsiteX3" fmla="*/ 34719 w 37513"/>
                <a:gd name="connsiteY3" fmla="*/ 209804 h 668083"/>
                <a:gd name="connsiteX4" fmla="*/ 34402 w 37513"/>
                <a:gd name="connsiteY4" fmla="*/ 208852 h 668083"/>
                <a:gd name="connsiteX5" fmla="*/ 428 w 37513"/>
                <a:gd name="connsiteY5" fmla="*/ 178054 h 668083"/>
                <a:gd name="connsiteX6" fmla="*/ 428 w 37513"/>
                <a:gd name="connsiteY6" fmla="*/ 176848 h 668083"/>
                <a:gd name="connsiteX7" fmla="*/ 34591 w 37513"/>
                <a:gd name="connsiteY7" fmla="*/ 145542 h 668083"/>
                <a:gd name="connsiteX8" fmla="*/ 34591 w 37513"/>
                <a:gd name="connsiteY8" fmla="*/ 145542 h 668083"/>
                <a:gd name="connsiteX9" fmla="*/ 35608 w 37513"/>
                <a:gd name="connsiteY9" fmla="*/ 141415 h 668083"/>
                <a:gd name="connsiteX10" fmla="*/ 36941 w 37513"/>
                <a:gd name="connsiteY10" fmla="*/ 131064 h 668083"/>
                <a:gd name="connsiteX11" fmla="*/ 37195 w 37513"/>
                <a:gd name="connsiteY11" fmla="*/ 127381 h 668083"/>
                <a:gd name="connsiteX12" fmla="*/ 37449 w 37513"/>
                <a:gd name="connsiteY12" fmla="*/ 124397 h 668083"/>
                <a:gd name="connsiteX13" fmla="*/ 37449 w 37513"/>
                <a:gd name="connsiteY13" fmla="*/ 124206 h 668083"/>
                <a:gd name="connsiteX14" fmla="*/ 37449 w 37513"/>
                <a:gd name="connsiteY14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513" h="668083">
                  <a:moveTo>
                    <a:pt x="37513" y="668084"/>
                  </a:moveTo>
                  <a:lnTo>
                    <a:pt x="37513" y="227648"/>
                  </a:lnTo>
                  <a:cubicBezTo>
                    <a:pt x="37449" y="226504"/>
                    <a:pt x="37386" y="225361"/>
                    <a:pt x="37259" y="224218"/>
                  </a:cubicBezTo>
                  <a:cubicBezTo>
                    <a:pt x="36941" y="219392"/>
                    <a:pt x="36053" y="214503"/>
                    <a:pt x="34719" y="209804"/>
                  </a:cubicBezTo>
                  <a:cubicBezTo>
                    <a:pt x="34591" y="209486"/>
                    <a:pt x="34528" y="209169"/>
                    <a:pt x="34402" y="208852"/>
                  </a:cubicBezTo>
                  <a:cubicBezTo>
                    <a:pt x="27162" y="188849"/>
                    <a:pt x="6652" y="180213"/>
                    <a:pt x="428" y="178054"/>
                  </a:cubicBezTo>
                  <a:cubicBezTo>
                    <a:pt x="-143" y="177864"/>
                    <a:pt x="-143" y="177038"/>
                    <a:pt x="428" y="176848"/>
                  </a:cubicBezTo>
                  <a:cubicBezTo>
                    <a:pt x="6715" y="174625"/>
                    <a:pt x="27480" y="165862"/>
                    <a:pt x="34591" y="145542"/>
                  </a:cubicBezTo>
                  <a:cubicBezTo>
                    <a:pt x="34591" y="145542"/>
                    <a:pt x="34591" y="145542"/>
                    <a:pt x="34591" y="145542"/>
                  </a:cubicBezTo>
                  <a:cubicBezTo>
                    <a:pt x="34973" y="144209"/>
                    <a:pt x="35353" y="142811"/>
                    <a:pt x="35608" y="141415"/>
                  </a:cubicBezTo>
                  <a:cubicBezTo>
                    <a:pt x="36370" y="137986"/>
                    <a:pt x="36751" y="134557"/>
                    <a:pt x="36941" y="131064"/>
                  </a:cubicBezTo>
                  <a:cubicBezTo>
                    <a:pt x="37005" y="129858"/>
                    <a:pt x="37068" y="128588"/>
                    <a:pt x="37195" y="127381"/>
                  </a:cubicBezTo>
                  <a:cubicBezTo>
                    <a:pt x="37259" y="126365"/>
                    <a:pt x="37386" y="125349"/>
                    <a:pt x="37449" y="124397"/>
                  </a:cubicBezTo>
                  <a:cubicBezTo>
                    <a:pt x="37449" y="124397"/>
                    <a:pt x="37449" y="124270"/>
                    <a:pt x="37449" y="124206"/>
                  </a:cubicBezTo>
                  <a:lnTo>
                    <a:pt x="37449" y="0"/>
                  </a:lnTo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9" name="Forma libre 178">
              <a:extLst>
                <a:ext uri="{FF2B5EF4-FFF2-40B4-BE49-F238E27FC236}">
                  <a16:creationId xmlns:a16="http://schemas.microsoft.com/office/drawing/2014/main" id="{F71385DC-075B-6D11-AFC2-0B65E0F23DC9}"/>
                </a:ext>
              </a:extLst>
            </p:cNvPr>
            <p:cNvSpPr/>
            <p:nvPr/>
          </p:nvSpPr>
          <p:spPr>
            <a:xfrm>
              <a:off x="10358564" y="4124742"/>
              <a:ext cx="561593" cy="377071"/>
            </a:xfrm>
            <a:custGeom>
              <a:avLst/>
              <a:gdLst>
                <a:gd name="connsiteX0" fmla="*/ 0 w 561593"/>
                <a:gd name="connsiteY0" fmla="*/ 10568 h 377071"/>
                <a:gd name="connsiteX1" fmla="*/ 0 w 561593"/>
                <a:gd name="connsiteY1" fmla="*/ 337276 h 377071"/>
                <a:gd name="connsiteX2" fmla="*/ 7874 w 561593"/>
                <a:gd name="connsiteY2" fmla="*/ 346992 h 377071"/>
                <a:gd name="connsiteX3" fmla="*/ 136398 w 561593"/>
                <a:gd name="connsiteY3" fmla="*/ 374233 h 377071"/>
                <a:gd name="connsiteX4" fmla="*/ 181673 w 561593"/>
                <a:gd name="connsiteY4" fmla="*/ 375503 h 377071"/>
                <a:gd name="connsiteX5" fmla="*/ 356044 w 561593"/>
                <a:gd name="connsiteY5" fmla="*/ 348579 h 377071"/>
                <a:gd name="connsiteX6" fmla="*/ 397828 w 561593"/>
                <a:gd name="connsiteY6" fmla="*/ 349150 h 377071"/>
                <a:gd name="connsiteX7" fmla="*/ 549910 w 561593"/>
                <a:gd name="connsiteY7" fmla="*/ 376900 h 377071"/>
                <a:gd name="connsiteX8" fmla="*/ 561594 w 561593"/>
                <a:gd name="connsiteY8" fmla="*/ 367121 h 377071"/>
                <a:gd name="connsiteX9" fmla="*/ 561594 w 561593"/>
                <a:gd name="connsiteY9" fmla="*/ 40286 h 377071"/>
                <a:gd name="connsiteX10" fmla="*/ 553466 w 561593"/>
                <a:gd name="connsiteY10" fmla="*/ 30507 h 377071"/>
                <a:gd name="connsiteX11" fmla="*/ 397828 w 561593"/>
                <a:gd name="connsiteY11" fmla="*/ 2060 h 377071"/>
                <a:gd name="connsiteX12" fmla="*/ 356044 w 561593"/>
                <a:gd name="connsiteY12" fmla="*/ 1488 h 377071"/>
                <a:gd name="connsiteX13" fmla="*/ 181673 w 561593"/>
                <a:gd name="connsiteY13" fmla="*/ 28412 h 377071"/>
                <a:gd name="connsiteX14" fmla="*/ 136398 w 561593"/>
                <a:gd name="connsiteY14" fmla="*/ 27142 h 377071"/>
                <a:gd name="connsiteX15" fmla="*/ 12002 w 561593"/>
                <a:gd name="connsiteY15" fmla="*/ 726 h 377071"/>
                <a:gd name="connsiteX16" fmla="*/ 0 w 561593"/>
                <a:gd name="connsiteY16" fmla="*/ 10442 h 37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1593" h="377071">
                  <a:moveTo>
                    <a:pt x="0" y="10568"/>
                  </a:moveTo>
                  <a:lnTo>
                    <a:pt x="0" y="337276"/>
                  </a:lnTo>
                  <a:cubicBezTo>
                    <a:pt x="0" y="341975"/>
                    <a:pt x="3302" y="346039"/>
                    <a:pt x="7874" y="346992"/>
                  </a:cubicBezTo>
                  <a:lnTo>
                    <a:pt x="136398" y="374233"/>
                  </a:lnTo>
                  <a:cubicBezTo>
                    <a:pt x="151320" y="377408"/>
                    <a:pt x="166624" y="377852"/>
                    <a:pt x="181673" y="375503"/>
                  </a:cubicBezTo>
                  <a:lnTo>
                    <a:pt x="356044" y="348579"/>
                  </a:lnTo>
                  <a:cubicBezTo>
                    <a:pt x="369888" y="346420"/>
                    <a:pt x="384048" y="346611"/>
                    <a:pt x="397828" y="349150"/>
                  </a:cubicBezTo>
                  <a:lnTo>
                    <a:pt x="549910" y="376900"/>
                  </a:lnTo>
                  <a:cubicBezTo>
                    <a:pt x="556006" y="378043"/>
                    <a:pt x="561594" y="373344"/>
                    <a:pt x="561594" y="367121"/>
                  </a:cubicBezTo>
                  <a:lnTo>
                    <a:pt x="561594" y="40286"/>
                  </a:lnTo>
                  <a:cubicBezTo>
                    <a:pt x="561594" y="35524"/>
                    <a:pt x="558165" y="31396"/>
                    <a:pt x="553466" y="30507"/>
                  </a:cubicBezTo>
                  <a:lnTo>
                    <a:pt x="397828" y="2060"/>
                  </a:lnTo>
                  <a:cubicBezTo>
                    <a:pt x="384048" y="-481"/>
                    <a:pt x="369888" y="-671"/>
                    <a:pt x="356044" y="1488"/>
                  </a:cubicBezTo>
                  <a:lnTo>
                    <a:pt x="181673" y="28412"/>
                  </a:lnTo>
                  <a:cubicBezTo>
                    <a:pt x="166624" y="30761"/>
                    <a:pt x="151257" y="30317"/>
                    <a:pt x="136398" y="27142"/>
                  </a:cubicBezTo>
                  <a:lnTo>
                    <a:pt x="12002" y="726"/>
                  </a:lnTo>
                  <a:cubicBezTo>
                    <a:pt x="5842" y="-608"/>
                    <a:pt x="0" y="4155"/>
                    <a:pt x="0" y="10442"/>
                  </a:cubicBez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BEF76DCD-B436-4C25-376C-689411EB6B56}"/>
              </a:ext>
            </a:extLst>
          </p:cNvPr>
          <p:cNvGrpSpPr/>
          <p:nvPr/>
        </p:nvGrpSpPr>
        <p:grpSpPr>
          <a:xfrm>
            <a:off x="10197020" y="5224716"/>
            <a:ext cx="791844" cy="625729"/>
            <a:chOff x="10197020" y="5224716"/>
            <a:chExt cx="791844" cy="625729"/>
          </a:xfrm>
        </p:grpSpPr>
        <p:sp>
          <p:nvSpPr>
            <p:cNvPr id="181" name="Forma libre 180">
              <a:extLst>
                <a:ext uri="{FF2B5EF4-FFF2-40B4-BE49-F238E27FC236}">
                  <a16:creationId xmlns:a16="http://schemas.microsoft.com/office/drawing/2014/main" id="{FFEC9146-52FC-7A6C-E7C9-D68007D8C7B1}"/>
                </a:ext>
              </a:extLst>
            </p:cNvPr>
            <p:cNvSpPr/>
            <p:nvPr/>
          </p:nvSpPr>
          <p:spPr>
            <a:xfrm>
              <a:off x="10197020" y="5224716"/>
              <a:ext cx="221932" cy="625729"/>
            </a:xfrm>
            <a:custGeom>
              <a:avLst/>
              <a:gdLst>
                <a:gd name="connsiteX0" fmla="*/ 221869 w 221932"/>
                <a:gd name="connsiteY0" fmla="*/ 0 h 625729"/>
                <a:gd name="connsiteX1" fmla="*/ 144463 w 221932"/>
                <a:gd name="connsiteY1" fmla="*/ 0 h 625729"/>
                <a:gd name="connsiteX2" fmla="*/ 141986 w 221932"/>
                <a:gd name="connsiteY2" fmla="*/ 127 h 625729"/>
                <a:gd name="connsiteX3" fmla="*/ 131509 w 221932"/>
                <a:gd name="connsiteY3" fmla="*/ 1715 h 625729"/>
                <a:gd name="connsiteX4" fmla="*/ 130811 w 221932"/>
                <a:gd name="connsiteY4" fmla="*/ 1905 h 625729"/>
                <a:gd name="connsiteX5" fmla="*/ 108395 w 221932"/>
                <a:gd name="connsiteY5" fmla="*/ 23368 h 625729"/>
                <a:gd name="connsiteX6" fmla="*/ 107506 w 221932"/>
                <a:gd name="connsiteY6" fmla="*/ 23368 h 625729"/>
                <a:gd name="connsiteX7" fmla="*/ 84710 w 221932"/>
                <a:gd name="connsiteY7" fmla="*/ 1842 h 625729"/>
                <a:gd name="connsiteX8" fmla="*/ 84710 w 221932"/>
                <a:gd name="connsiteY8" fmla="*/ 1842 h 625729"/>
                <a:gd name="connsiteX9" fmla="*/ 81724 w 221932"/>
                <a:gd name="connsiteY9" fmla="*/ 1207 h 625729"/>
                <a:gd name="connsiteX10" fmla="*/ 74168 w 221932"/>
                <a:gd name="connsiteY10" fmla="*/ 381 h 625729"/>
                <a:gd name="connsiteX11" fmla="*/ 71501 w 221932"/>
                <a:gd name="connsiteY11" fmla="*/ 254 h 625729"/>
                <a:gd name="connsiteX12" fmla="*/ 69342 w 221932"/>
                <a:gd name="connsiteY12" fmla="*/ 127 h 625729"/>
                <a:gd name="connsiteX13" fmla="*/ 69215 w 221932"/>
                <a:gd name="connsiteY13" fmla="*/ 127 h 625729"/>
                <a:gd name="connsiteX14" fmla="*/ 0 w 221932"/>
                <a:gd name="connsiteY14" fmla="*/ 127 h 625729"/>
                <a:gd name="connsiteX15" fmla="*/ 0 w 221932"/>
                <a:gd name="connsiteY15" fmla="*/ 625729 h 625729"/>
                <a:gd name="connsiteX16" fmla="*/ 221933 w 221932"/>
                <a:gd name="connsiteY16" fmla="*/ 625729 h 625729"/>
                <a:gd name="connsiteX17" fmla="*/ 221933 w 221932"/>
                <a:gd name="connsiteY17" fmla="*/ 127 h 6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625729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8"/>
                    <a:pt x="134938" y="889"/>
                    <a:pt x="131509" y="1715"/>
                  </a:cubicBezTo>
                  <a:cubicBezTo>
                    <a:pt x="131255" y="1778"/>
                    <a:pt x="131064" y="1842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8"/>
                    <a:pt x="99505" y="6287"/>
                    <a:pt x="84710" y="1842"/>
                  </a:cubicBezTo>
                  <a:cubicBezTo>
                    <a:pt x="84710" y="1842"/>
                    <a:pt x="84710" y="1842"/>
                    <a:pt x="84710" y="1842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9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625729"/>
                  </a:lnTo>
                  <a:lnTo>
                    <a:pt x="221933" y="625729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2" name="Forma libre 181">
              <a:extLst>
                <a:ext uri="{FF2B5EF4-FFF2-40B4-BE49-F238E27FC236}">
                  <a16:creationId xmlns:a16="http://schemas.microsoft.com/office/drawing/2014/main" id="{9D7A5826-E8D4-F4C8-714B-22D1DA63E4FE}"/>
                </a:ext>
              </a:extLst>
            </p:cNvPr>
            <p:cNvSpPr/>
            <p:nvPr/>
          </p:nvSpPr>
          <p:spPr>
            <a:xfrm>
              <a:off x="10482008" y="5350255"/>
              <a:ext cx="221932" cy="500126"/>
            </a:xfrm>
            <a:custGeom>
              <a:avLst/>
              <a:gdLst>
                <a:gd name="connsiteX0" fmla="*/ 221869 w 221932"/>
                <a:gd name="connsiteY0" fmla="*/ 0 h 500126"/>
                <a:gd name="connsiteX1" fmla="*/ 144463 w 221932"/>
                <a:gd name="connsiteY1" fmla="*/ 0 h 500126"/>
                <a:gd name="connsiteX2" fmla="*/ 141986 w 221932"/>
                <a:gd name="connsiteY2" fmla="*/ 127 h 500126"/>
                <a:gd name="connsiteX3" fmla="*/ 131509 w 221932"/>
                <a:gd name="connsiteY3" fmla="*/ 1715 h 500126"/>
                <a:gd name="connsiteX4" fmla="*/ 130811 w 221932"/>
                <a:gd name="connsiteY4" fmla="*/ 1905 h 500126"/>
                <a:gd name="connsiteX5" fmla="*/ 108395 w 221932"/>
                <a:gd name="connsiteY5" fmla="*/ 23368 h 500126"/>
                <a:gd name="connsiteX6" fmla="*/ 107506 w 221932"/>
                <a:gd name="connsiteY6" fmla="*/ 23368 h 500126"/>
                <a:gd name="connsiteX7" fmla="*/ 84710 w 221932"/>
                <a:gd name="connsiteY7" fmla="*/ 1841 h 500126"/>
                <a:gd name="connsiteX8" fmla="*/ 84710 w 221932"/>
                <a:gd name="connsiteY8" fmla="*/ 1841 h 500126"/>
                <a:gd name="connsiteX9" fmla="*/ 81724 w 221932"/>
                <a:gd name="connsiteY9" fmla="*/ 1207 h 500126"/>
                <a:gd name="connsiteX10" fmla="*/ 74168 w 221932"/>
                <a:gd name="connsiteY10" fmla="*/ 381 h 500126"/>
                <a:gd name="connsiteX11" fmla="*/ 71501 w 221932"/>
                <a:gd name="connsiteY11" fmla="*/ 254 h 500126"/>
                <a:gd name="connsiteX12" fmla="*/ 69342 w 221932"/>
                <a:gd name="connsiteY12" fmla="*/ 127 h 500126"/>
                <a:gd name="connsiteX13" fmla="*/ 69215 w 221932"/>
                <a:gd name="connsiteY13" fmla="*/ 127 h 500126"/>
                <a:gd name="connsiteX14" fmla="*/ 0 w 221932"/>
                <a:gd name="connsiteY14" fmla="*/ 127 h 500126"/>
                <a:gd name="connsiteX15" fmla="*/ 0 w 221932"/>
                <a:gd name="connsiteY15" fmla="*/ 500126 h 500126"/>
                <a:gd name="connsiteX16" fmla="*/ 221933 w 221932"/>
                <a:gd name="connsiteY16" fmla="*/ 500126 h 500126"/>
                <a:gd name="connsiteX17" fmla="*/ 221933 w 221932"/>
                <a:gd name="connsiteY17" fmla="*/ 127 h 500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500126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7"/>
                    <a:pt x="134938" y="889"/>
                    <a:pt x="131509" y="1715"/>
                  </a:cubicBezTo>
                  <a:cubicBezTo>
                    <a:pt x="131255" y="1778"/>
                    <a:pt x="131064" y="1841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7"/>
                    <a:pt x="99505" y="6286"/>
                    <a:pt x="84710" y="1841"/>
                  </a:cubicBezTo>
                  <a:cubicBezTo>
                    <a:pt x="84710" y="1841"/>
                    <a:pt x="84710" y="1841"/>
                    <a:pt x="84710" y="1841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8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500126"/>
                  </a:lnTo>
                  <a:lnTo>
                    <a:pt x="221933" y="500126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3" name="Forma libre 182">
              <a:extLst>
                <a:ext uri="{FF2B5EF4-FFF2-40B4-BE49-F238E27FC236}">
                  <a16:creationId xmlns:a16="http://schemas.microsoft.com/office/drawing/2014/main" id="{13772881-F7B7-757E-2660-B1F985F004B8}"/>
                </a:ext>
              </a:extLst>
            </p:cNvPr>
            <p:cNvSpPr/>
            <p:nvPr/>
          </p:nvSpPr>
          <p:spPr>
            <a:xfrm>
              <a:off x="10766932" y="5456491"/>
              <a:ext cx="221932" cy="393890"/>
            </a:xfrm>
            <a:custGeom>
              <a:avLst/>
              <a:gdLst>
                <a:gd name="connsiteX0" fmla="*/ 221869 w 221932"/>
                <a:gd name="connsiteY0" fmla="*/ 0 h 393890"/>
                <a:gd name="connsiteX1" fmla="*/ 144463 w 221932"/>
                <a:gd name="connsiteY1" fmla="*/ 0 h 393890"/>
                <a:gd name="connsiteX2" fmla="*/ 141986 w 221932"/>
                <a:gd name="connsiteY2" fmla="*/ 127 h 393890"/>
                <a:gd name="connsiteX3" fmla="*/ 131509 w 221932"/>
                <a:gd name="connsiteY3" fmla="*/ 1715 h 393890"/>
                <a:gd name="connsiteX4" fmla="*/ 130811 w 221932"/>
                <a:gd name="connsiteY4" fmla="*/ 1905 h 393890"/>
                <a:gd name="connsiteX5" fmla="*/ 108395 w 221932"/>
                <a:gd name="connsiteY5" fmla="*/ 23368 h 393890"/>
                <a:gd name="connsiteX6" fmla="*/ 107506 w 221932"/>
                <a:gd name="connsiteY6" fmla="*/ 23368 h 393890"/>
                <a:gd name="connsiteX7" fmla="*/ 84710 w 221932"/>
                <a:gd name="connsiteY7" fmla="*/ 1842 h 393890"/>
                <a:gd name="connsiteX8" fmla="*/ 84710 w 221932"/>
                <a:gd name="connsiteY8" fmla="*/ 1842 h 393890"/>
                <a:gd name="connsiteX9" fmla="*/ 81724 w 221932"/>
                <a:gd name="connsiteY9" fmla="*/ 1207 h 393890"/>
                <a:gd name="connsiteX10" fmla="*/ 74168 w 221932"/>
                <a:gd name="connsiteY10" fmla="*/ 381 h 393890"/>
                <a:gd name="connsiteX11" fmla="*/ 71501 w 221932"/>
                <a:gd name="connsiteY11" fmla="*/ 254 h 393890"/>
                <a:gd name="connsiteX12" fmla="*/ 69342 w 221932"/>
                <a:gd name="connsiteY12" fmla="*/ 127 h 393890"/>
                <a:gd name="connsiteX13" fmla="*/ 69215 w 221932"/>
                <a:gd name="connsiteY13" fmla="*/ 127 h 393890"/>
                <a:gd name="connsiteX14" fmla="*/ 0 w 221932"/>
                <a:gd name="connsiteY14" fmla="*/ 127 h 393890"/>
                <a:gd name="connsiteX15" fmla="*/ 0 w 221932"/>
                <a:gd name="connsiteY15" fmla="*/ 393891 h 393890"/>
                <a:gd name="connsiteX16" fmla="*/ 221933 w 221932"/>
                <a:gd name="connsiteY16" fmla="*/ 393891 h 393890"/>
                <a:gd name="connsiteX17" fmla="*/ 221933 w 221932"/>
                <a:gd name="connsiteY17" fmla="*/ 127 h 39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393890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8"/>
                    <a:pt x="134938" y="889"/>
                    <a:pt x="131509" y="1715"/>
                  </a:cubicBezTo>
                  <a:cubicBezTo>
                    <a:pt x="131255" y="1778"/>
                    <a:pt x="131064" y="1842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8"/>
                    <a:pt x="99505" y="6287"/>
                    <a:pt x="84710" y="1842"/>
                  </a:cubicBezTo>
                  <a:cubicBezTo>
                    <a:pt x="84710" y="1842"/>
                    <a:pt x="84710" y="1842"/>
                    <a:pt x="84710" y="1842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9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393891"/>
                  </a:lnTo>
                  <a:lnTo>
                    <a:pt x="221933" y="393891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001C5B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2D9F8108-B107-1ABC-890C-3DEC107882A9}"/>
              </a:ext>
            </a:extLst>
          </p:cNvPr>
          <p:cNvSpPr txBox="1"/>
          <p:nvPr/>
        </p:nvSpPr>
        <p:spPr>
          <a:xfrm>
            <a:off x="5031742" y="463422"/>
            <a:ext cx="2128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chemeClr val="tx2"/>
                </a:solidFill>
                <a:latin typeface="Libre Franklin"/>
                <a:sym typeface="Libre Franklin"/>
                <a:rtl val="0"/>
              </a:rPr>
              <a:t>Iconografía</a:t>
            </a:r>
          </a:p>
        </p:txBody>
      </p:sp>
    </p:spTree>
    <p:extLst>
      <p:ext uri="{BB962C8B-B14F-4D97-AF65-F5344CB8AC3E}">
        <p14:creationId xmlns:p14="http://schemas.microsoft.com/office/powerpoint/2010/main" val="24864325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áfico 4">
            <a:extLst>
              <a:ext uri="{FF2B5EF4-FFF2-40B4-BE49-F238E27FC236}">
                <a16:creationId xmlns:a16="http://schemas.microsoft.com/office/drawing/2014/main" id="{AFF32615-ED17-06C0-D943-B5C3C22A9926}"/>
              </a:ext>
            </a:extLst>
          </p:cNvPr>
          <p:cNvGrpSpPr/>
          <p:nvPr/>
        </p:nvGrpSpPr>
        <p:grpSpPr>
          <a:xfrm>
            <a:off x="1417447" y="3143757"/>
            <a:ext cx="461136" cy="602408"/>
            <a:chOff x="1417447" y="3143757"/>
            <a:chExt cx="461136" cy="602408"/>
          </a:xfrm>
          <a:noFill/>
        </p:grpSpPr>
        <p:sp>
          <p:nvSpPr>
            <p:cNvPr id="3" name="Forma libre 2">
              <a:extLst>
                <a:ext uri="{FF2B5EF4-FFF2-40B4-BE49-F238E27FC236}">
                  <a16:creationId xmlns:a16="http://schemas.microsoft.com/office/drawing/2014/main" id="{4E015385-1D34-4041-704A-E7F9FA2853FE}"/>
                </a:ext>
              </a:extLst>
            </p:cNvPr>
            <p:cNvSpPr/>
            <p:nvPr/>
          </p:nvSpPr>
          <p:spPr>
            <a:xfrm>
              <a:off x="1417447" y="3143757"/>
              <a:ext cx="461136" cy="602408"/>
            </a:xfrm>
            <a:custGeom>
              <a:avLst/>
              <a:gdLst>
                <a:gd name="connsiteX0" fmla="*/ 279019 w 461136"/>
                <a:gd name="connsiteY0" fmla="*/ 0 h 602408"/>
                <a:gd name="connsiteX1" fmla="*/ 952 w 461136"/>
                <a:gd name="connsiteY1" fmla="*/ 0 h 602408"/>
                <a:gd name="connsiteX2" fmla="*/ 0 w 461136"/>
                <a:gd name="connsiteY2" fmla="*/ 953 h 602408"/>
                <a:gd name="connsiteX3" fmla="*/ 0 w 461136"/>
                <a:gd name="connsiteY3" fmla="*/ 440944 h 602408"/>
                <a:gd name="connsiteX4" fmla="*/ 150558 w 461136"/>
                <a:gd name="connsiteY4" fmla="*/ 548132 h 602408"/>
                <a:gd name="connsiteX5" fmla="*/ 150432 w 461136"/>
                <a:gd name="connsiteY5" fmla="*/ 548132 h 602408"/>
                <a:gd name="connsiteX6" fmla="*/ 150749 w 461136"/>
                <a:gd name="connsiteY6" fmla="*/ 548132 h 602408"/>
                <a:gd name="connsiteX7" fmla="*/ 155257 w 461136"/>
                <a:gd name="connsiteY7" fmla="*/ 548513 h 602408"/>
                <a:gd name="connsiteX8" fmla="*/ 160782 w 461136"/>
                <a:gd name="connsiteY8" fmla="*/ 548831 h 602408"/>
                <a:gd name="connsiteX9" fmla="*/ 176340 w 461136"/>
                <a:gd name="connsiteY9" fmla="*/ 550799 h 602408"/>
                <a:gd name="connsiteX10" fmla="*/ 182563 w 461136"/>
                <a:gd name="connsiteY10" fmla="*/ 552323 h 602408"/>
                <a:gd name="connsiteX11" fmla="*/ 182626 w 461136"/>
                <a:gd name="connsiteY11" fmla="*/ 552323 h 602408"/>
                <a:gd name="connsiteX12" fmla="*/ 229680 w 461136"/>
                <a:gd name="connsiteY12" fmla="*/ 601789 h 602408"/>
                <a:gd name="connsiteX13" fmla="*/ 231521 w 461136"/>
                <a:gd name="connsiteY13" fmla="*/ 601789 h 602408"/>
                <a:gd name="connsiteX14" fmla="*/ 277813 w 461136"/>
                <a:gd name="connsiteY14" fmla="*/ 552577 h 602408"/>
                <a:gd name="connsiteX15" fmla="*/ 279336 w 461136"/>
                <a:gd name="connsiteY15" fmla="*/ 552133 h 602408"/>
                <a:gd name="connsiteX16" fmla="*/ 300990 w 461136"/>
                <a:gd name="connsiteY16" fmla="*/ 548831 h 602408"/>
                <a:gd name="connsiteX17" fmla="*/ 306133 w 461136"/>
                <a:gd name="connsiteY17" fmla="*/ 548513 h 602408"/>
                <a:gd name="connsiteX18" fmla="*/ 461137 w 461136"/>
                <a:gd name="connsiteY18" fmla="*/ 436817 h 602408"/>
                <a:gd name="connsiteX19" fmla="*/ 461137 w 461136"/>
                <a:gd name="connsiteY19" fmla="*/ 175705 h 602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61136" h="602408">
                  <a:moveTo>
                    <a:pt x="279019" y="0"/>
                  </a:moveTo>
                  <a:lnTo>
                    <a:pt x="952" y="0"/>
                  </a:lnTo>
                  <a:cubicBezTo>
                    <a:pt x="444" y="0"/>
                    <a:pt x="0" y="445"/>
                    <a:pt x="0" y="953"/>
                  </a:cubicBezTo>
                  <a:lnTo>
                    <a:pt x="0" y="440944"/>
                  </a:lnTo>
                  <a:cubicBezTo>
                    <a:pt x="3429" y="506032"/>
                    <a:pt x="-15875" y="548132"/>
                    <a:pt x="150558" y="548132"/>
                  </a:cubicBezTo>
                  <a:lnTo>
                    <a:pt x="150432" y="548132"/>
                  </a:lnTo>
                  <a:cubicBezTo>
                    <a:pt x="150432" y="548132"/>
                    <a:pt x="150622" y="548132"/>
                    <a:pt x="150749" y="548132"/>
                  </a:cubicBezTo>
                  <a:cubicBezTo>
                    <a:pt x="152273" y="548259"/>
                    <a:pt x="153797" y="548386"/>
                    <a:pt x="155257" y="548513"/>
                  </a:cubicBezTo>
                  <a:cubicBezTo>
                    <a:pt x="157099" y="548640"/>
                    <a:pt x="158941" y="548767"/>
                    <a:pt x="160782" y="548831"/>
                  </a:cubicBezTo>
                  <a:cubicBezTo>
                    <a:pt x="165989" y="549148"/>
                    <a:pt x="171260" y="549720"/>
                    <a:pt x="176340" y="550799"/>
                  </a:cubicBezTo>
                  <a:cubicBezTo>
                    <a:pt x="178499" y="551244"/>
                    <a:pt x="180530" y="551751"/>
                    <a:pt x="182563" y="552323"/>
                  </a:cubicBezTo>
                  <a:cubicBezTo>
                    <a:pt x="182563" y="552323"/>
                    <a:pt x="182563" y="552323"/>
                    <a:pt x="182626" y="552323"/>
                  </a:cubicBezTo>
                  <a:cubicBezTo>
                    <a:pt x="213170" y="562547"/>
                    <a:pt x="226314" y="592645"/>
                    <a:pt x="229680" y="601789"/>
                  </a:cubicBezTo>
                  <a:cubicBezTo>
                    <a:pt x="229997" y="602615"/>
                    <a:pt x="231204" y="602615"/>
                    <a:pt x="231521" y="601789"/>
                  </a:cubicBezTo>
                  <a:cubicBezTo>
                    <a:pt x="234823" y="592709"/>
                    <a:pt x="247777" y="563055"/>
                    <a:pt x="277813" y="552577"/>
                  </a:cubicBezTo>
                  <a:cubicBezTo>
                    <a:pt x="278320" y="552450"/>
                    <a:pt x="278829" y="552260"/>
                    <a:pt x="279336" y="552133"/>
                  </a:cubicBezTo>
                  <a:cubicBezTo>
                    <a:pt x="286385" y="550227"/>
                    <a:pt x="293688" y="549339"/>
                    <a:pt x="300990" y="548831"/>
                  </a:cubicBezTo>
                  <a:cubicBezTo>
                    <a:pt x="302705" y="548704"/>
                    <a:pt x="304419" y="548513"/>
                    <a:pt x="306133" y="548513"/>
                  </a:cubicBezTo>
                  <a:cubicBezTo>
                    <a:pt x="461137" y="548513"/>
                    <a:pt x="460946" y="506032"/>
                    <a:pt x="461137" y="436817"/>
                  </a:cubicBezTo>
                  <a:lnTo>
                    <a:pt x="461137" y="175705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" name="Forma libre 3">
              <a:extLst>
                <a:ext uri="{FF2B5EF4-FFF2-40B4-BE49-F238E27FC236}">
                  <a16:creationId xmlns:a16="http://schemas.microsoft.com/office/drawing/2014/main" id="{A269E698-8D61-43B6-1E38-C4F8081AD148}"/>
                </a:ext>
              </a:extLst>
            </p:cNvPr>
            <p:cNvSpPr/>
            <p:nvPr/>
          </p:nvSpPr>
          <p:spPr>
            <a:xfrm>
              <a:off x="1701800" y="3144166"/>
              <a:ext cx="176402" cy="169834"/>
            </a:xfrm>
            <a:custGeom>
              <a:avLst/>
              <a:gdLst>
                <a:gd name="connsiteX0" fmla="*/ 176276 w 176402"/>
                <a:gd name="connsiteY0" fmla="*/ 169835 h 169834"/>
                <a:gd name="connsiteX1" fmla="*/ 0 w 176402"/>
                <a:gd name="connsiteY1" fmla="*/ 169835 h 169834"/>
                <a:gd name="connsiteX2" fmla="*/ 0 w 176402"/>
                <a:gd name="connsiteY2" fmla="*/ 163 h 169834"/>
                <a:gd name="connsiteX3" fmla="*/ 317 w 176402"/>
                <a:gd name="connsiteY3" fmla="*/ 36 h 169834"/>
                <a:gd name="connsiteX4" fmla="*/ 176403 w 176402"/>
                <a:gd name="connsiteY4" fmla="*/ 169580 h 169834"/>
                <a:gd name="connsiteX5" fmla="*/ 176276 w 176402"/>
                <a:gd name="connsiteY5" fmla="*/ 169835 h 16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402" h="169834">
                  <a:moveTo>
                    <a:pt x="176276" y="169835"/>
                  </a:moveTo>
                  <a:lnTo>
                    <a:pt x="0" y="169835"/>
                  </a:lnTo>
                  <a:lnTo>
                    <a:pt x="0" y="163"/>
                  </a:lnTo>
                  <a:cubicBezTo>
                    <a:pt x="0" y="163"/>
                    <a:pt x="254" y="-91"/>
                    <a:pt x="317" y="36"/>
                  </a:cubicBezTo>
                  <a:lnTo>
                    <a:pt x="176403" y="169580"/>
                  </a:lnTo>
                  <a:cubicBezTo>
                    <a:pt x="176403" y="169580"/>
                    <a:pt x="176403" y="169835"/>
                    <a:pt x="176276" y="169835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85C9039F-3F94-3FD5-FC1C-C0A10A516870}"/>
                </a:ext>
              </a:extLst>
            </p:cNvPr>
            <p:cNvSpPr/>
            <p:nvPr/>
          </p:nvSpPr>
          <p:spPr>
            <a:xfrm>
              <a:off x="1496123" y="3528885"/>
              <a:ext cx="303720" cy="6350"/>
            </a:xfrm>
            <a:custGeom>
              <a:avLst/>
              <a:gdLst>
                <a:gd name="connsiteX0" fmla="*/ 0 w 303720"/>
                <a:gd name="connsiteY0" fmla="*/ 0 h 6350"/>
                <a:gd name="connsiteX1" fmla="*/ 303721 w 30372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720" h="6350">
                  <a:moveTo>
                    <a:pt x="0" y="0"/>
                  </a:moveTo>
                  <a:lnTo>
                    <a:pt x="30372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D922B7B1-F8DB-774C-CAC7-8BE1E76E2219}"/>
                </a:ext>
              </a:extLst>
            </p:cNvPr>
            <p:cNvSpPr/>
            <p:nvPr/>
          </p:nvSpPr>
          <p:spPr>
            <a:xfrm>
              <a:off x="1496123" y="3420617"/>
              <a:ext cx="303720" cy="6350"/>
            </a:xfrm>
            <a:custGeom>
              <a:avLst/>
              <a:gdLst>
                <a:gd name="connsiteX0" fmla="*/ 0 w 303720"/>
                <a:gd name="connsiteY0" fmla="*/ 0 h 6350"/>
                <a:gd name="connsiteX1" fmla="*/ 303721 w 30372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720" h="6350">
                  <a:moveTo>
                    <a:pt x="0" y="0"/>
                  </a:moveTo>
                  <a:lnTo>
                    <a:pt x="30372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111BBE39-34F3-6DD2-5304-A656E0E88242}"/>
                </a:ext>
              </a:extLst>
            </p:cNvPr>
            <p:cNvSpPr/>
            <p:nvPr/>
          </p:nvSpPr>
          <p:spPr>
            <a:xfrm>
              <a:off x="1496123" y="3314001"/>
              <a:ext cx="130301" cy="6350"/>
            </a:xfrm>
            <a:custGeom>
              <a:avLst/>
              <a:gdLst>
                <a:gd name="connsiteX0" fmla="*/ 0 w 130301"/>
                <a:gd name="connsiteY0" fmla="*/ 0 h 6350"/>
                <a:gd name="connsiteX1" fmla="*/ 130302 w 130301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301" h="6350">
                  <a:moveTo>
                    <a:pt x="0" y="0"/>
                  </a:moveTo>
                  <a:lnTo>
                    <a:pt x="130302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8" name="Gráfico 4">
            <a:extLst>
              <a:ext uri="{FF2B5EF4-FFF2-40B4-BE49-F238E27FC236}">
                <a16:creationId xmlns:a16="http://schemas.microsoft.com/office/drawing/2014/main" id="{356ABA71-7481-50AF-CC79-094648FACEBB}"/>
              </a:ext>
            </a:extLst>
          </p:cNvPr>
          <p:cNvGrpSpPr/>
          <p:nvPr/>
        </p:nvGrpSpPr>
        <p:grpSpPr>
          <a:xfrm>
            <a:off x="4166742" y="3150171"/>
            <a:ext cx="1033907" cy="533685"/>
            <a:chOff x="4166742" y="3150171"/>
            <a:chExt cx="1033907" cy="533685"/>
          </a:xfrm>
          <a:noFill/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58F249AF-6277-44A4-EDC7-CC202CA0D909}"/>
                </a:ext>
              </a:extLst>
            </p:cNvPr>
            <p:cNvSpPr/>
            <p:nvPr/>
          </p:nvSpPr>
          <p:spPr>
            <a:xfrm>
              <a:off x="4166742" y="3279521"/>
              <a:ext cx="643128" cy="404335"/>
            </a:xfrm>
            <a:custGeom>
              <a:avLst/>
              <a:gdLst>
                <a:gd name="connsiteX0" fmla="*/ 390716 w 643128"/>
                <a:gd name="connsiteY0" fmla="*/ 0 h 404335"/>
                <a:gd name="connsiteX1" fmla="*/ 25845 w 643128"/>
                <a:gd name="connsiteY1" fmla="*/ 0 h 404335"/>
                <a:gd name="connsiteX2" fmla="*/ 0 w 643128"/>
                <a:gd name="connsiteY2" fmla="*/ 25845 h 404335"/>
                <a:gd name="connsiteX3" fmla="*/ 0 w 643128"/>
                <a:gd name="connsiteY3" fmla="*/ 337185 h 404335"/>
                <a:gd name="connsiteX4" fmla="*/ 25908 w 643128"/>
                <a:gd name="connsiteY4" fmla="*/ 363093 h 404335"/>
                <a:gd name="connsiteX5" fmla="*/ 82741 w 643128"/>
                <a:gd name="connsiteY5" fmla="*/ 363093 h 404335"/>
                <a:gd name="connsiteX6" fmla="*/ 86042 w 643128"/>
                <a:gd name="connsiteY6" fmla="*/ 363347 h 404335"/>
                <a:gd name="connsiteX7" fmla="*/ 90107 w 643128"/>
                <a:gd name="connsiteY7" fmla="*/ 363601 h 404335"/>
                <a:gd name="connsiteX8" fmla="*/ 101473 w 643128"/>
                <a:gd name="connsiteY8" fmla="*/ 365061 h 404335"/>
                <a:gd name="connsiteX9" fmla="*/ 106045 w 643128"/>
                <a:gd name="connsiteY9" fmla="*/ 366204 h 404335"/>
                <a:gd name="connsiteX10" fmla="*/ 106045 w 643128"/>
                <a:gd name="connsiteY10" fmla="*/ 366204 h 404335"/>
                <a:gd name="connsiteX11" fmla="*/ 140526 w 643128"/>
                <a:gd name="connsiteY11" fmla="*/ 403860 h 404335"/>
                <a:gd name="connsiteX12" fmla="*/ 141859 w 643128"/>
                <a:gd name="connsiteY12" fmla="*/ 403860 h 404335"/>
                <a:gd name="connsiteX13" fmla="*/ 175832 w 643128"/>
                <a:gd name="connsiteY13" fmla="*/ 366395 h 404335"/>
                <a:gd name="connsiteX14" fmla="*/ 176911 w 643128"/>
                <a:gd name="connsiteY14" fmla="*/ 366077 h 404335"/>
                <a:gd name="connsiteX15" fmla="*/ 192786 w 643128"/>
                <a:gd name="connsiteY15" fmla="*/ 363283 h 404335"/>
                <a:gd name="connsiteX16" fmla="*/ 196596 w 643128"/>
                <a:gd name="connsiteY16" fmla="*/ 363029 h 404335"/>
                <a:gd name="connsiteX17" fmla="*/ 618046 w 643128"/>
                <a:gd name="connsiteY17" fmla="*/ 363029 h 404335"/>
                <a:gd name="connsiteX18" fmla="*/ 643128 w 643128"/>
                <a:gd name="connsiteY18" fmla="*/ 337947 h 404335"/>
                <a:gd name="connsiteX19" fmla="*/ 643128 w 643128"/>
                <a:gd name="connsiteY19" fmla="*/ 237426 h 404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3128" h="404335">
                  <a:moveTo>
                    <a:pt x="390716" y="0"/>
                  </a:moveTo>
                  <a:lnTo>
                    <a:pt x="25845" y="0"/>
                  </a:lnTo>
                  <a:cubicBezTo>
                    <a:pt x="11557" y="0"/>
                    <a:pt x="0" y="11557"/>
                    <a:pt x="0" y="25845"/>
                  </a:cubicBezTo>
                  <a:lnTo>
                    <a:pt x="0" y="337185"/>
                  </a:lnTo>
                  <a:cubicBezTo>
                    <a:pt x="0" y="351536"/>
                    <a:pt x="11621" y="363093"/>
                    <a:pt x="25908" y="363093"/>
                  </a:cubicBezTo>
                  <a:lnTo>
                    <a:pt x="82741" y="363093"/>
                  </a:lnTo>
                  <a:cubicBezTo>
                    <a:pt x="83820" y="363220"/>
                    <a:pt x="84963" y="363283"/>
                    <a:pt x="86042" y="363347"/>
                  </a:cubicBezTo>
                  <a:cubicBezTo>
                    <a:pt x="87376" y="363410"/>
                    <a:pt x="88710" y="363538"/>
                    <a:pt x="90107" y="363601"/>
                  </a:cubicBezTo>
                  <a:cubicBezTo>
                    <a:pt x="93916" y="363855"/>
                    <a:pt x="97727" y="364236"/>
                    <a:pt x="101473" y="365061"/>
                  </a:cubicBezTo>
                  <a:cubicBezTo>
                    <a:pt x="103060" y="365379"/>
                    <a:pt x="104585" y="365823"/>
                    <a:pt x="106045" y="366204"/>
                  </a:cubicBezTo>
                  <a:cubicBezTo>
                    <a:pt x="106045" y="366204"/>
                    <a:pt x="106045" y="366204"/>
                    <a:pt x="106045" y="366204"/>
                  </a:cubicBezTo>
                  <a:cubicBezTo>
                    <a:pt x="128460" y="374015"/>
                    <a:pt x="138049" y="396875"/>
                    <a:pt x="140526" y="403860"/>
                  </a:cubicBezTo>
                  <a:cubicBezTo>
                    <a:pt x="140779" y="404495"/>
                    <a:pt x="141605" y="404495"/>
                    <a:pt x="141859" y="403860"/>
                  </a:cubicBezTo>
                  <a:cubicBezTo>
                    <a:pt x="144272" y="397002"/>
                    <a:pt x="153797" y="374332"/>
                    <a:pt x="175832" y="366395"/>
                  </a:cubicBezTo>
                  <a:cubicBezTo>
                    <a:pt x="176213" y="366268"/>
                    <a:pt x="176530" y="366141"/>
                    <a:pt x="176911" y="366077"/>
                  </a:cubicBezTo>
                  <a:cubicBezTo>
                    <a:pt x="182054" y="364680"/>
                    <a:pt x="187389" y="363664"/>
                    <a:pt x="192786" y="363283"/>
                  </a:cubicBezTo>
                  <a:cubicBezTo>
                    <a:pt x="194056" y="363220"/>
                    <a:pt x="195326" y="363093"/>
                    <a:pt x="196596" y="363029"/>
                  </a:cubicBezTo>
                  <a:lnTo>
                    <a:pt x="618046" y="363029"/>
                  </a:lnTo>
                  <a:cubicBezTo>
                    <a:pt x="631889" y="363029"/>
                    <a:pt x="643128" y="351790"/>
                    <a:pt x="643128" y="337947"/>
                  </a:cubicBezTo>
                  <a:lnTo>
                    <a:pt x="643128" y="237426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A9C83CB0-5951-1DA0-6C9C-09E1F54DE194}"/>
                </a:ext>
              </a:extLst>
            </p:cNvPr>
            <p:cNvSpPr/>
            <p:nvPr/>
          </p:nvSpPr>
          <p:spPr>
            <a:xfrm>
              <a:off x="4557521" y="3150171"/>
              <a:ext cx="643128" cy="404463"/>
            </a:xfrm>
            <a:custGeom>
              <a:avLst/>
              <a:gdLst>
                <a:gd name="connsiteX0" fmla="*/ 643128 w 643128"/>
                <a:gd name="connsiteY0" fmla="*/ 25971 h 404463"/>
                <a:gd name="connsiteX1" fmla="*/ 643128 w 643128"/>
                <a:gd name="connsiteY1" fmla="*/ 337312 h 404463"/>
                <a:gd name="connsiteX2" fmla="*/ 617220 w 643128"/>
                <a:gd name="connsiteY2" fmla="*/ 363220 h 404463"/>
                <a:gd name="connsiteX3" fmla="*/ 560388 w 643128"/>
                <a:gd name="connsiteY3" fmla="*/ 363220 h 404463"/>
                <a:gd name="connsiteX4" fmla="*/ 557086 w 643128"/>
                <a:gd name="connsiteY4" fmla="*/ 363474 h 404463"/>
                <a:gd name="connsiteX5" fmla="*/ 553022 w 643128"/>
                <a:gd name="connsiteY5" fmla="*/ 363728 h 404463"/>
                <a:gd name="connsiteX6" fmla="*/ 541655 w 643128"/>
                <a:gd name="connsiteY6" fmla="*/ 365188 h 404463"/>
                <a:gd name="connsiteX7" fmla="*/ 537083 w 643128"/>
                <a:gd name="connsiteY7" fmla="*/ 366332 h 404463"/>
                <a:gd name="connsiteX8" fmla="*/ 537083 w 643128"/>
                <a:gd name="connsiteY8" fmla="*/ 366332 h 404463"/>
                <a:gd name="connsiteX9" fmla="*/ 502603 w 643128"/>
                <a:gd name="connsiteY9" fmla="*/ 403987 h 404463"/>
                <a:gd name="connsiteX10" fmla="*/ 501269 w 643128"/>
                <a:gd name="connsiteY10" fmla="*/ 403987 h 404463"/>
                <a:gd name="connsiteX11" fmla="*/ 467297 w 643128"/>
                <a:gd name="connsiteY11" fmla="*/ 366522 h 404463"/>
                <a:gd name="connsiteX12" fmla="*/ 466217 w 643128"/>
                <a:gd name="connsiteY12" fmla="*/ 366205 h 404463"/>
                <a:gd name="connsiteX13" fmla="*/ 450342 w 643128"/>
                <a:gd name="connsiteY13" fmla="*/ 363411 h 404463"/>
                <a:gd name="connsiteX14" fmla="*/ 446532 w 643128"/>
                <a:gd name="connsiteY14" fmla="*/ 363157 h 404463"/>
                <a:gd name="connsiteX15" fmla="*/ 25083 w 643128"/>
                <a:gd name="connsiteY15" fmla="*/ 363157 h 404463"/>
                <a:gd name="connsiteX16" fmla="*/ 0 w 643128"/>
                <a:gd name="connsiteY16" fmla="*/ 338074 h 404463"/>
                <a:gd name="connsiteX17" fmla="*/ 0 w 643128"/>
                <a:gd name="connsiteY17" fmla="*/ 25464 h 404463"/>
                <a:gd name="connsiteX18" fmla="*/ 25464 w 643128"/>
                <a:gd name="connsiteY18" fmla="*/ 0 h 404463"/>
                <a:gd name="connsiteX19" fmla="*/ 617284 w 643128"/>
                <a:gd name="connsiteY19" fmla="*/ 0 h 404463"/>
                <a:gd name="connsiteX20" fmla="*/ 643128 w 643128"/>
                <a:gd name="connsiteY20" fmla="*/ 25845 h 404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43128" h="404463">
                  <a:moveTo>
                    <a:pt x="643128" y="25971"/>
                  </a:moveTo>
                  <a:lnTo>
                    <a:pt x="643128" y="337312"/>
                  </a:lnTo>
                  <a:cubicBezTo>
                    <a:pt x="643128" y="351663"/>
                    <a:pt x="631508" y="363220"/>
                    <a:pt x="617220" y="363220"/>
                  </a:cubicBezTo>
                  <a:lnTo>
                    <a:pt x="560388" y="363220"/>
                  </a:lnTo>
                  <a:cubicBezTo>
                    <a:pt x="559308" y="363347"/>
                    <a:pt x="558165" y="363411"/>
                    <a:pt x="557086" y="363474"/>
                  </a:cubicBezTo>
                  <a:cubicBezTo>
                    <a:pt x="555752" y="363538"/>
                    <a:pt x="554419" y="363664"/>
                    <a:pt x="553022" y="363728"/>
                  </a:cubicBezTo>
                  <a:cubicBezTo>
                    <a:pt x="549212" y="363982"/>
                    <a:pt x="545402" y="364363"/>
                    <a:pt x="541655" y="365188"/>
                  </a:cubicBezTo>
                  <a:cubicBezTo>
                    <a:pt x="540068" y="365506"/>
                    <a:pt x="538544" y="365950"/>
                    <a:pt x="537083" y="366332"/>
                  </a:cubicBezTo>
                  <a:cubicBezTo>
                    <a:pt x="537083" y="366332"/>
                    <a:pt x="537083" y="366332"/>
                    <a:pt x="537083" y="366332"/>
                  </a:cubicBezTo>
                  <a:cubicBezTo>
                    <a:pt x="514668" y="374142"/>
                    <a:pt x="505079" y="397002"/>
                    <a:pt x="502603" y="403987"/>
                  </a:cubicBezTo>
                  <a:cubicBezTo>
                    <a:pt x="502349" y="404622"/>
                    <a:pt x="501523" y="404622"/>
                    <a:pt x="501269" y="403987"/>
                  </a:cubicBezTo>
                  <a:cubicBezTo>
                    <a:pt x="498856" y="397129"/>
                    <a:pt x="489331" y="374460"/>
                    <a:pt x="467297" y="366522"/>
                  </a:cubicBezTo>
                  <a:cubicBezTo>
                    <a:pt x="466916" y="366395"/>
                    <a:pt x="466598" y="366268"/>
                    <a:pt x="466217" y="366205"/>
                  </a:cubicBezTo>
                  <a:cubicBezTo>
                    <a:pt x="461074" y="364807"/>
                    <a:pt x="455740" y="363792"/>
                    <a:pt x="450342" y="363411"/>
                  </a:cubicBezTo>
                  <a:cubicBezTo>
                    <a:pt x="449072" y="363347"/>
                    <a:pt x="447802" y="363220"/>
                    <a:pt x="446532" y="363157"/>
                  </a:cubicBezTo>
                  <a:lnTo>
                    <a:pt x="25083" y="363157"/>
                  </a:lnTo>
                  <a:cubicBezTo>
                    <a:pt x="11240" y="363157"/>
                    <a:pt x="0" y="351917"/>
                    <a:pt x="0" y="338074"/>
                  </a:cubicBezTo>
                  <a:lnTo>
                    <a:pt x="0" y="25464"/>
                  </a:lnTo>
                  <a:cubicBezTo>
                    <a:pt x="0" y="11367"/>
                    <a:pt x="11430" y="0"/>
                    <a:pt x="25464" y="0"/>
                  </a:cubicBezTo>
                  <a:lnTo>
                    <a:pt x="617284" y="0"/>
                  </a:lnTo>
                  <a:cubicBezTo>
                    <a:pt x="631571" y="0"/>
                    <a:pt x="643128" y="11557"/>
                    <a:pt x="643128" y="25845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3B183443-4B7D-103B-AD0D-530C52E5822C}"/>
                </a:ext>
              </a:extLst>
            </p:cNvPr>
            <p:cNvSpPr/>
            <p:nvPr/>
          </p:nvSpPr>
          <p:spPr>
            <a:xfrm>
              <a:off x="4660646" y="3291776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874D6D16-6B54-97CB-358D-8CCC87EED9CF}"/>
                </a:ext>
              </a:extLst>
            </p:cNvPr>
            <p:cNvSpPr/>
            <p:nvPr/>
          </p:nvSpPr>
          <p:spPr>
            <a:xfrm>
              <a:off x="4247007" y="3425571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334C61CA-E6BF-F472-3C27-6107F8584D6E}"/>
                </a:ext>
              </a:extLst>
            </p:cNvPr>
            <p:cNvSpPr/>
            <p:nvPr/>
          </p:nvSpPr>
          <p:spPr>
            <a:xfrm>
              <a:off x="4247007" y="3507422"/>
              <a:ext cx="241300" cy="6350"/>
            </a:xfrm>
            <a:custGeom>
              <a:avLst/>
              <a:gdLst>
                <a:gd name="connsiteX0" fmla="*/ 0 w 241300"/>
                <a:gd name="connsiteY0" fmla="*/ 0 h 6350"/>
                <a:gd name="connsiteX1" fmla="*/ 241300 w 24130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300" h="6350">
                  <a:moveTo>
                    <a:pt x="0" y="0"/>
                  </a:moveTo>
                  <a:lnTo>
                    <a:pt x="24130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" name="Forma libre 13">
              <a:extLst>
                <a:ext uri="{FF2B5EF4-FFF2-40B4-BE49-F238E27FC236}">
                  <a16:creationId xmlns:a16="http://schemas.microsoft.com/office/drawing/2014/main" id="{5C8840F1-17CB-3CD7-E7A3-5A52D97E79F5}"/>
                </a:ext>
              </a:extLst>
            </p:cNvPr>
            <p:cNvSpPr/>
            <p:nvPr/>
          </p:nvSpPr>
          <p:spPr>
            <a:xfrm>
              <a:off x="4660646" y="3394329"/>
              <a:ext cx="434530" cy="6350"/>
            </a:xfrm>
            <a:custGeom>
              <a:avLst/>
              <a:gdLst>
                <a:gd name="connsiteX0" fmla="*/ 0 w 434530"/>
                <a:gd name="connsiteY0" fmla="*/ 0 h 6350"/>
                <a:gd name="connsiteX1" fmla="*/ 434531 w 4345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34530" h="6350">
                  <a:moveTo>
                    <a:pt x="0" y="0"/>
                  </a:moveTo>
                  <a:lnTo>
                    <a:pt x="4345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" name="Gráfico 4">
            <a:extLst>
              <a:ext uri="{FF2B5EF4-FFF2-40B4-BE49-F238E27FC236}">
                <a16:creationId xmlns:a16="http://schemas.microsoft.com/office/drawing/2014/main" id="{F996EB43-CF55-ED4C-4B5D-A8397E553910}"/>
              </a:ext>
            </a:extLst>
          </p:cNvPr>
          <p:cNvGrpSpPr/>
          <p:nvPr/>
        </p:nvGrpSpPr>
        <p:grpSpPr>
          <a:xfrm>
            <a:off x="2778696" y="3143885"/>
            <a:ext cx="789177" cy="601916"/>
            <a:chOff x="2778696" y="3143885"/>
            <a:chExt cx="789177" cy="601916"/>
          </a:xfrm>
          <a:noFill/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F02A308-36DD-0EDF-86AC-DD74DD7C262D}"/>
                </a:ext>
              </a:extLst>
            </p:cNvPr>
            <p:cNvSpPr/>
            <p:nvPr/>
          </p:nvSpPr>
          <p:spPr>
            <a:xfrm>
              <a:off x="2778696" y="3143885"/>
              <a:ext cx="789177" cy="601916"/>
            </a:xfrm>
            <a:custGeom>
              <a:avLst/>
              <a:gdLst>
                <a:gd name="connsiteX0" fmla="*/ 0 w 789177"/>
                <a:gd name="connsiteY0" fmla="*/ 63 h 601916"/>
                <a:gd name="connsiteX1" fmla="*/ 0 w 789177"/>
                <a:gd name="connsiteY1" fmla="*/ 398399 h 601916"/>
                <a:gd name="connsiteX2" fmla="*/ 189865 w 789177"/>
                <a:gd name="connsiteY2" fmla="*/ 533591 h 601916"/>
                <a:gd name="connsiteX3" fmla="*/ 189674 w 789177"/>
                <a:gd name="connsiteY3" fmla="*/ 533591 h 601916"/>
                <a:gd name="connsiteX4" fmla="*/ 190055 w 789177"/>
                <a:gd name="connsiteY4" fmla="*/ 533591 h 601916"/>
                <a:gd name="connsiteX5" fmla="*/ 195771 w 789177"/>
                <a:gd name="connsiteY5" fmla="*/ 534035 h 601916"/>
                <a:gd name="connsiteX6" fmla="*/ 202755 w 789177"/>
                <a:gd name="connsiteY6" fmla="*/ 534480 h 601916"/>
                <a:gd name="connsiteX7" fmla="*/ 326136 w 789177"/>
                <a:gd name="connsiteY7" fmla="*/ 536893 h 601916"/>
                <a:gd name="connsiteX8" fmla="*/ 334010 w 789177"/>
                <a:gd name="connsiteY8" fmla="*/ 538798 h 601916"/>
                <a:gd name="connsiteX9" fmla="*/ 334137 w 789177"/>
                <a:gd name="connsiteY9" fmla="*/ 538798 h 601916"/>
                <a:gd name="connsiteX10" fmla="*/ 393510 w 789177"/>
                <a:gd name="connsiteY10" fmla="*/ 601155 h 601916"/>
                <a:gd name="connsiteX11" fmla="*/ 395796 w 789177"/>
                <a:gd name="connsiteY11" fmla="*/ 601155 h 601916"/>
                <a:gd name="connsiteX12" fmla="*/ 454216 w 789177"/>
                <a:gd name="connsiteY12" fmla="*/ 539051 h 601916"/>
                <a:gd name="connsiteX13" fmla="*/ 456121 w 789177"/>
                <a:gd name="connsiteY13" fmla="*/ 538480 h 601916"/>
                <a:gd name="connsiteX14" fmla="*/ 483425 w 789177"/>
                <a:gd name="connsiteY14" fmla="*/ 534352 h 601916"/>
                <a:gd name="connsiteX15" fmla="*/ 593662 w 789177"/>
                <a:gd name="connsiteY15" fmla="*/ 533972 h 601916"/>
                <a:gd name="connsiteX16" fmla="*/ 789178 w 789177"/>
                <a:gd name="connsiteY16" fmla="*/ 393065 h 601916"/>
                <a:gd name="connsiteX17" fmla="*/ 789178 w 789177"/>
                <a:gd name="connsiteY17" fmla="*/ 0 h 60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9177" h="601916">
                  <a:moveTo>
                    <a:pt x="0" y="63"/>
                  </a:moveTo>
                  <a:lnTo>
                    <a:pt x="0" y="398399"/>
                  </a:lnTo>
                  <a:cubicBezTo>
                    <a:pt x="4318" y="480505"/>
                    <a:pt x="-28892" y="533591"/>
                    <a:pt x="189865" y="533591"/>
                  </a:cubicBezTo>
                  <a:lnTo>
                    <a:pt x="189674" y="533591"/>
                  </a:lnTo>
                  <a:cubicBezTo>
                    <a:pt x="189674" y="533591"/>
                    <a:pt x="189929" y="533591"/>
                    <a:pt x="190055" y="533591"/>
                  </a:cubicBezTo>
                  <a:cubicBezTo>
                    <a:pt x="191961" y="533781"/>
                    <a:pt x="193866" y="533908"/>
                    <a:pt x="195771" y="534035"/>
                  </a:cubicBezTo>
                  <a:cubicBezTo>
                    <a:pt x="198057" y="534162"/>
                    <a:pt x="200406" y="534352"/>
                    <a:pt x="202755" y="534480"/>
                  </a:cubicBezTo>
                  <a:cubicBezTo>
                    <a:pt x="209360" y="534861"/>
                    <a:pt x="319659" y="535559"/>
                    <a:pt x="326136" y="536893"/>
                  </a:cubicBezTo>
                  <a:cubicBezTo>
                    <a:pt x="328867" y="537464"/>
                    <a:pt x="331470" y="538099"/>
                    <a:pt x="334010" y="538798"/>
                  </a:cubicBezTo>
                  <a:cubicBezTo>
                    <a:pt x="334010" y="538798"/>
                    <a:pt x="334074" y="538798"/>
                    <a:pt x="334137" y="538798"/>
                  </a:cubicBezTo>
                  <a:cubicBezTo>
                    <a:pt x="372682" y="551751"/>
                    <a:pt x="389255" y="589661"/>
                    <a:pt x="393510" y="601155"/>
                  </a:cubicBezTo>
                  <a:cubicBezTo>
                    <a:pt x="393891" y="602170"/>
                    <a:pt x="395414" y="602170"/>
                    <a:pt x="395796" y="601155"/>
                  </a:cubicBezTo>
                  <a:cubicBezTo>
                    <a:pt x="399986" y="589724"/>
                    <a:pt x="416306" y="552260"/>
                    <a:pt x="454216" y="539051"/>
                  </a:cubicBezTo>
                  <a:cubicBezTo>
                    <a:pt x="454851" y="538861"/>
                    <a:pt x="455486" y="538670"/>
                    <a:pt x="456121" y="538480"/>
                  </a:cubicBezTo>
                  <a:cubicBezTo>
                    <a:pt x="465011" y="536131"/>
                    <a:pt x="474218" y="534924"/>
                    <a:pt x="483425" y="534352"/>
                  </a:cubicBezTo>
                  <a:cubicBezTo>
                    <a:pt x="485585" y="534225"/>
                    <a:pt x="591502" y="533972"/>
                    <a:pt x="593662" y="533972"/>
                  </a:cubicBezTo>
                  <a:cubicBezTo>
                    <a:pt x="789178" y="533972"/>
                    <a:pt x="788924" y="480377"/>
                    <a:pt x="789178" y="393065"/>
                  </a:cubicBezTo>
                  <a:lnTo>
                    <a:pt x="789178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D911042F-8E42-3FDD-900E-36CB9A8FEE3C}"/>
                </a:ext>
              </a:extLst>
            </p:cNvPr>
            <p:cNvSpPr/>
            <p:nvPr/>
          </p:nvSpPr>
          <p:spPr>
            <a:xfrm>
              <a:off x="2778696" y="3143885"/>
              <a:ext cx="789177" cy="67563"/>
            </a:xfrm>
            <a:custGeom>
              <a:avLst/>
              <a:gdLst>
                <a:gd name="connsiteX0" fmla="*/ 0 w 789177"/>
                <a:gd name="connsiteY0" fmla="*/ 952 h 67563"/>
                <a:gd name="connsiteX1" fmla="*/ 326073 w 789177"/>
                <a:gd name="connsiteY1" fmla="*/ 2540 h 67563"/>
                <a:gd name="connsiteX2" fmla="*/ 333946 w 789177"/>
                <a:gd name="connsiteY2" fmla="*/ 4445 h 67563"/>
                <a:gd name="connsiteX3" fmla="*/ 334074 w 789177"/>
                <a:gd name="connsiteY3" fmla="*/ 4445 h 67563"/>
                <a:gd name="connsiteX4" fmla="*/ 393446 w 789177"/>
                <a:gd name="connsiteY4" fmla="*/ 66802 h 67563"/>
                <a:gd name="connsiteX5" fmla="*/ 395732 w 789177"/>
                <a:gd name="connsiteY5" fmla="*/ 66802 h 67563"/>
                <a:gd name="connsiteX6" fmla="*/ 454152 w 789177"/>
                <a:gd name="connsiteY6" fmla="*/ 4699 h 67563"/>
                <a:gd name="connsiteX7" fmla="*/ 456057 w 789177"/>
                <a:gd name="connsiteY7" fmla="*/ 4127 h 67563"/>
                <a:gd name="connsiteX8" fmla="*/ 483362 w 789177"/>
                <a:gd name="connsiteY8" fmla="*/ 0 h 67563"/>
                <a:gd name="connsiteX9" fmla="*/ 789178 w 789177"/>
                <a:gd name="connsiteY9" fmla="*/ 0 h 6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177" h="67563">
                  <a:moveTo>
                    <a:pt x="0" y="952"/>
                  </a:moveTo>
                  <a:cubicBezTo>
                    <a:pt x="29591" y="1333"/>
                    <a:pt x="322834" y="1842"/>
                    <a:pt x="326073" y="2540"/>
                  </a:cubicBezTo>
                  <a:cubicBezTo>
                    <a:pt x="328803" y="3111"/>
                    <a:pt x="331407" y="3746"/>
                    <a:pt x="333946" y="4445"/>
                  </a:cubicBezTo>
                  <a:cubicBezTo>
                    <a:pt x="333946" y="4445"/>
                    <a:pt x="334010" y="4445"/>
                    <a:pt x="334074" y="4445"/>
                  </a:cubicBezTo>
                  <a:cubicBezTo>
                    <a:pt x="372618" y="17399"/>
                    <a:pt x="389192" y="55308"/>
                    <a:pt x="393446" y="66802"/>
                  </a:cubicBezTo>
                  <a:cubicBezTo>
                    <a:pt x="393827" y="67818"/>
                    <a:pt x="395351" y="67818"/>
                    <a:pt x="395732" y="66802"/>
                  </a:cubicBezTo>
                  <a:cubicBezTo>
                    <a:pt x="399923" y="55372"/>
                    <a:pt x="416243" y="17907"/>
                    <a:pt x="454152" y="4699"/>
                  </a:cubicBezTo>
                  <a:cubicBezTo>
                    <a:pt x="454787" y="4508"/>
                    <a:pt x="455422" y="4318"/>
                    <a:pt x="456057" y="4127"/>
                  </a:cubicBezTo>
                  <a:cubicBezTo>
                    <a:pt x="464947" y="1778"/>
                    <a:pt x="474155" y="571"/>
                    <a:pt x="483362" y="0"/>
                  </a:cubicBezTo>
                  <a:lnTo>
                    <a:pt x="789178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0A1997B6-5D2A-5B4D-3B41-975B1AD13B71}"/>
                </a:ext>
              </a:extLst>
            </p:cNvPr>
            <p:cNvSpPr/>
            <p:nvPr/>
          </p:nvSpPr>
          <p:spPr>
            <a:xfrm>
              <a:off x="2881439" y="3541649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A6F453AA-87EB-61C6-D5F7-004C5E8520B7}"/>
                </a:ext>
              </a:extLst>
            </p:cNvPr>
            <p:cNvSpPr/>
            <p:nvPr/>
          </p:nvSpPr>
          <p:spPr>
            <a:xfrm>
              <a:off x="2881439" y="3405060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120B0AA3-2FFE-7EEF-F085-C37E8CC8FD10}"/>
                </a:ext>
              </a:extLst>
            </p:cNvPr>
            <p:cNvSpPr/>
            <p:nvPr/>
          </p:nvSpPr>
          <p:spPr>
            <a:xfrm>
              <a:off x="2881439" y="3270567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D2EDF94C-7A4D-3F8B-3290-3573C6031237}"/>
                </a:ext>
              </a:extLst>
            </p:cNvPr>
            <p:cNvSpPr/>
            <p:nvPr/>
          </p:nvSpPr>
          <p:spPr>
            <a:xfrm>
              <a:off x="3275838" y="3541649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A81D52EC-B379-CBAD-EF6A-3436656F52A4}"/>
                </a:ext>
              </a:extLst>
            </p:cNvPr>
            <p:cNvSpPr/>
            <p:nvPr/>
          </p:nvSpPr>
          <p:spPr>
            <a:xfrm>
              <a:off x="3275838" y="3405060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81818F36-9576-D1EE-6172-E00740D4B821}"/>
                </a:ext>
              </a:extLst>
            </p:cNvPr>
            <p:cNvSpPr/>
            <p:nvPr/>
          </p:nvSpPr>
          <p:spPr>
            <a:xfrm>
              <a:off x="3275838" y="3270567"/>
              <a:ext cx="185102" cy="6350"/>
            </a:xfrm>
            <a:custGeom>
              <a:avLst/>
              <a:gdLst>
                <a:gd name="connsiteX0" fmla="*/ 0 w 185102"/>
                <a:gd name="connsiteY0" fmla="*/ 0 h 6350"/>
                <a:gd name="connsiteX1" fmla="*/ 185103 w 18510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5102" h="6350">
                  <a:moveTo>
                    <a:pt x="0" y="0"/>
                  </a:moveTo>
                  <a:lnTo>
                    <a:pt x="18510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6792D428-08FE-D614-67B1-97CE5249A055}"/>
                </a:ext>
              </a:extLst>
            </p:cNvPr>
            <p:cNvSpPr/>
            <p:nvPr/>
          </p:nvSpPr>
          <p:spPr>
            <a:xfrm>
              <a:off x="3172079" y="3210750"/>
              <a:ext cx="6350" cy="512825"/>
            </a:xfrm>
            <a:custGeom>
              <a:avLst/>
              <a:gdLst>
                <a:gd name="connsiteX0" fmla="*/ 0 w 6350"/>
                <a:gd name="connsiteY0" fmla="*/ 0 h 512825"/>
                <a:gd name="connsiteX1" fmla="*/ 0 w 6350"/>
                <a:gd name="connsiteY1" fmla="*/ 512826 h 512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512825">
                  <a:moveTo>
                    <a:pt x="0" y="0"/>
                  </a:moveTo>
                  <a:lnTo>
                    <a:pt x="0" y="512826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5" name="Gráfico 4">
            <a:extLst>
              <a:ext uri="{FF2B5EF4-FFF2-40B4-BE49-F238E27FC236}">
                <a16:creationId xmlns:a16="http://schemas.microsoft.com/office/drawing/2014/main" id="{2514FD29-6666-096A-5AEE-74914AB51B75}"/>
              </a:ext>
            </a:extLst>
          </p:cNvPr>
          <p:cNvGrpSpPr/>
          <p:nvPr/>
        </p:nvGrpSpPr>
        <p:grpSpPr>
          <a:xfrm>
            <a:off x="4358894" y="2113026"/>
            <a:ext cx="712596" cy="601027"/>
            <a:chOff x="4358894" y="2113026"/>
            <a:chExt cx="712596" cy="601027"/>
          </a:xfrm>
          <a:noFill/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1837DC6-C7EE-FA37-D194-28D2636A6110}"/>
                </a:ext>
              </a:extLst>
            </p:cNvPr>
            <p:cNvSpPr/>
            <p:nvPr/>
          </p:nvSpPr>
          <p:spPr>
            <a:xfrm>
              <a:off x="4358894" y="2113026"/>
              <a:ext cx="712533" cy="601027"/>
            </a:xfrm>
            <a:custGeom>
              <a:avLst/>
              <a:gdLst>
                <a:gd name="connsiteX0" fmla="*/ 356298 w 712533"/>
                <a:gd name="connsiteY0" fmla="*/ 601027 h 601027"/>
                <a:gd name="connsiteX1" fmla="*/ 429768 w 712533"/>
                <a:gd name="connsiteY1" fmla="*/ 540131 h 601027"/>
                <a:gd name="connsiteX2" fmla="*/ 432117 w 712533"/>
                <a:gd name="connsiteY2" fmla="*/ 540131 h 601027"/>
                <a:gd name="connsiteX3" fmla="*/ 712534 w 712533"/>
                <a:gd name="connsiteY3" fmla="*/ 270066 h 601027"/>
                <a:gd name="connsiteX4" fmla="*/ 432117 w 712533"/>
                <a:gd name="connsiteY4" fmla="*/ 0 h 601027"/>
                <a:gd name="connsiteX5" fmla="*/ 280416 w 712533"/>
                <a:gd name="connsiteY5" fmla="*/ 0 h 601027"/>
                <a:gd name="connsiteX6" fmla="*/ 0 w 712533"/>
                <a:gd name="connsiteY6" fmla="*/ 270066 h 601027"/>
                <a:gd name="connsiteX7" fmla="*/ 280416 w 712533"/>
                <a:gd name="connsiteY7" fmla="*/ 540131 h 601027"/>
                <a:gd name="connsiteX8" fmla="*/ 282765 w 712533"/>
                <a:gd name="connsiteY8" fmla="*/ 540131 h 601027"/>
                <a:gd name="connsiteX9" fmla="*/ 356235 w 712533"/>
                <a:gd name="connsiteY9" fmla="*/ 601027 h 601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12533" h="601027">
                  <a:moveTo>
                    <a:pt x="356298" y="601027"/>
                  </a:moveTo>
                  <a:cubicBezTo>
                    <a:pt x="356298" y="540893"/>
                    <a:pt x="429768" y="540131"/>
                    <a:pt x="429768" y="540131"/>
                  </a:cubicBezTo>
                  <a:lnTo>
                    <a:pt x="432117" y="540131"/>
                  </a:lnTo>
                  <a:cubicBezTo>
                    <a:pt x="586994" y="540131"/>
                    <a:pt x="712534" y="419227"/>
                    <a:pt x="712534" y="270066"/>
                  </a:cubicBezTo>
                  <a:cubicBezTo>
                    <a:pt x="712534" y="120904"/>
                    <a:pt x="586994" y="0"/>
                    <a:pt x="432117" y="0"/>
                  </a:cubicBezTo>
                  <a:lnTo>
                    <a:pt x="280416" y="0"/>
                  </a:lnTo>
                  <a:cubicBezTo>
                    <a:pt x="125540" y="0"/>
                    <a:pt x="0" y="120904"/>
                    <a:pt x="0" y="270066"/>
                  </a:cubicBezTo>
                  <a:cubicBezTo>
                    <a:pt x="0" y="419227"/>
                    <a:pt x="125540" y="540131"/>
                    <a:pt x="280416" y="540131"/>
                  </a:cubicBezTo>
                  <a:lnTo>
                    <a:pt x="282765" y="540131"/>
                  </a:lnTo>
                  <a:cubicBezTo>
                    <a:pt x="282765" y="540131"/>
                    <a:pt x="356235" y="540957"/>
                    <a:pt x="356235" y="601027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26FAE2E1-2BD6-EC9E-A2D4-16979EBACF49}"/>
                </a:ext>
              </a:extLst>
            </p:cNvPr>
            <p:cNvSpPr/>
            <p:nvPr/>
          </p:nvSpPr>
          <p:spPr>
            <a:xfrm>
              <a:off x="4358894" y="2383028"/>
              <a:ext cx="712596" cy="6350"/>
            </a:xfrm>
            <a:custGeom>
              <a:avLst/>
              <a:gdLst>
                <a:gd name="connsiteX0" fmla="*/ 0 w 712596"/>
                <a:gd name="connsiteY0" fmla="*/ 0 h 6350"/>
                <a:gd name="connsiteX1" fmla="*/ 712597 w 712596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2596" h="6350">
                  <a:moveTo>
                    <a:pt x="0" y="0"/>
                  </a:moveTo>
                  <a:lnTo>
                    <a:pt x="712597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28" name="Forma libre 27">
              <a:extLst>
                <a:ext uri="{FF2B5EF4-FFF2-40B4-BE49-F238E27FC236}">
                  <a16:creationId xmlns:a16="http://schemas.microsoft.com/office/drawing/2014/main" id="{E8CB015D-97C3-C0B0-59C0-CA7E62DFB74A}"/>
                </a:ext>
              </a:extLst>
            </p:cNvPr>
            <p:cNvSpPr/>
            <p:nvPr/>
          </p:nvSpPr>
          <p:spPr>
            <a:xfrm>
              <a:off x="4550981" y="2113026"/>
              <a:ext cx="328421" cy="551560"/>
            </a:xfrm>
            <a:custGeom>
              <a:avLst/>
              <a:gdLst>
                <a:gd name="connsiteX0" fmla="*/ 328422 w 328421"/>
                <a:gd name="connsiteY0" fmla="*/ 275780 h 551560"/>
                <a:gd name="connsiteX1" fmla="*/ 164211 w 328421"/>
                <a:gd name="connsiteY1" fmla="*/ 551561 h 551560"/>
                <a:gd name="connsiteX2" fmla="*/ 0 w 328421"/>
                <a:gd name="connsiteY2" fmla="*/ 275780 h 551560"/>
                <a:gd name="connsiteX3" fmla="*/ 164211 w 328421"/>
                <a:gd name="connsiteY3" fmla="*/ 0 h 551560"/>
                <a:gd name="connsiteX4" fmla="*/ 328422 w 328421"/>
                <a:gd name="connsiteY4" fmla="*/ 275780 h 55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421" h="551560">
                  <a:moveTo>
                    <a:pt x="328422" y="275780"/>
                  </a:moveTo>
                  <a:cubicBezTo>
                    <a:pt x="328422" y="428117"/>
                    <a:pt x="254889" y="551561"/>
                    <a:pt x="164211" y="551561"/>
                  </a:cubicBezTo>
                  <a:cubicBezTo>
                    <a:pt x="73533" y="551561"/>
                    <a:pt x="0" y="428054"/>
                    <a:pt x="0" y="275780"/>
                  </a:cubicBezTo>
                  <a:cubicBezTo>
                    <a:pt x="0" y="123507"/>
                    <a:pt x="73533" y="0"/>
                    <a:pt x="164211" y="0"/>
                  </a:cubicBezTo>
                  <a:cubicBezTo>
                    <a:pt x="254889" y="0"/>
                    <a:pt x="328422" y="123507"/>
                    <a:pt x="328422" y="27578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19387686-2F43-C79E-E7DB-5FFF19CDA618}"/>
              </a:ext>
            </a:extLst>
          </p:cNvPr>
          <p:cNvGrpSpPr/>
          <p:nvPr/>
        </p:nvGrpSpPr>
        <p:grpSpPr>
          <a:xfrm>
            <a:off x="2833370" y="2261107"/>
            <a:ext cx="679767" cy="327342"/>
            <a:chOff x="2833370" y="2261107"/>
            <a:chExt cx="679767" cy="327342"/>
          </a:xfrm>
          <a:noFill/>
        </p:grpSpPr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F4B06966-4CE4-6499-06F7-D176D3BF43CA}"/>
                </a:ext>
              </a:extLst>
            </p:cNvPr>
            <p:cNvSpPr/>
            <p:nvPr/>
          </p:nvSpPr>
          <p:spPr>
            <a:xfrm>
              <a:off x="3173222" y="2261107"/>
              <a:ext cx="339915" cy="327342"/>
            </a:xfrm>
            <a:custGeom>
              <a:avLst/>
              <a:gdLst>
                <a:gd name="connsiteX0" fmla="*/ 339916 w 339915"/>
                <a:gd name="connsiteY0" fmla="*/ 0 h 327342"/>
                <a:gd name="connsiteX1" fmla="*/ 0 w 339915"/>
                <a:gd name="connsiteY1" fmla="*/ 327343 h 32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9915" h="327342">
                  <a:moveTo>
                    <a:pt x="339916" y="0"/>
                  </a:moveTo>
                  <a:cubicBezTo>
                    <a:pt x="200596" y="51435"/>
                    <a:pt x="57277" y="188024"/>
                    <a:pt x="0" y="327343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B043E0F9-09BB-4D7B-A09C-5A19825228F7}"/>
                </a:ext>
              </a:extLst>
            </p:cNvPr>
            <p:cNvSpPr/>
            <p:nvPr/>
          </p:nvSpPr>
          <p:spPr>
            <a:xfrm>
              <a:off x="2833370" y="2261107"/>
              <a:ext cx="339915" cy="327342"/>
            </a:xfrm>
            <a:custGeom>
              <a:avLst/>
              <a:gdLst>
                <a:gd name="connsiteX0" fmla="*/ 0 w 339915"/>
                <a:gd name="connsiteY0" fmla="*/ 0 h 327342"/>
                <a:gd name="connsiteX1" fmla="*/ 339916 w 339915"/>
                <a:gd name="connsiteY1" fmla="*/ 327343 h 327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9915" h="327342">
                  <a:moveTo>
                    <a:pt x="0" y="0"/>
                  </a:moveTo>
                  <a:cubicBezTo>
                    <a:pt x="136271" y="48641"/>
                    <a:pt x="278955" y="185865"/>
                    <a:pt x="339916" y="327343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2" name="Gráfico 4">
            <a:extLst>
              <a:ext uri="{FF2B5EF4-FFF2-40B4-BE49-F238E27FC236}">
                <a16:creationId xmlns:a16="http://schemas.microsoft.com/office/drawing/2014/main" id="{84E4B1F1-B600-DB8E-2A31-810B937640B9}"/>
              </a:ext>
            </a:extLst>
          </p:cNvPr>
          <p:cNvGrpSpPr/>
          <p:nvPr/>
        </p:nvGrpSpPr>
        <p:grpSpPr>
          <a:xfrm>
            <a:off x="1417510" y="2177669"/>
            <a:ext cx="487044" cy="494220"/>
            <a:chOff x="1417510" y="2177669"/>
            <a:chExt cx="487044" cy="494220"/>
          </a:xfrm>
          <a:noFill/>
        </p:grpSpPr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A4F9D1C2-CB37-9DBD-E4B5-B39A77240175}"/>
                </a:ext>
              </a:extLst>
            </p:cNvPr>
            <p:cNvSpPr/>
            <p:nvPr/>
          </p:nvSpPr>
          <p:spPr>
            <a:xfrm>
              <a:off x="1647951" y="2177669"/>
              <a:ext cx="256603" cy="247078"/>
            </a:xfrm>
            <a:custGeom>
              <a:avLst/>
              <a:gdLst>
                <a:gd name="connsiteX0" fmla="*/ 0 w 256603"/>
                <a:gd name="connsiteY0" fmla="*/ 0 h 247078"/>
                <a:gd name="connsiteX1" fmla="*/ 256604 w 256603"/>
                <a:gd name="connsiteY1" fmla="*/ 247079 h 24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603" h="247078">
                  <a:moveTo>
                    <a:pt x="0" y="0"/>
                  </a:moveTo>
                  <a:cubicBezTo>
                    <a:pt x="40323" y="101283"/>
                    <a:pt x="147384" y="205486"/>
                    <a:pt x="256604" y="247079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4" name="Forma libre 33">
              <a:extLst>
                <a:ext uri="{FF2B5EF4-FFF2-40B4-BE49-F238E27FC236}">
                  <a16:creationId xmlns:a16="http://schemas.microsoft.com/office/drawing/2014/main" id="{043B4C60-1766-4EAE-F372-397DF979BEC4}"/>
                </a:ext>
              </a:extLst>
            </p:cNvPr>
            <p:cNvSpPr/>
            <p:nvPr/>
          </p:nvSpPr>
          <p:spPr>
            <a:xfrm>
              <a:off x="1647951" y="2424810"/>
              <a:ext cx="256603" cy="247078"/>
            </a:xfrm>
            <a:custGeom>
              <a:avLst/>
              <a:gdLst>
                <a:gd name="connsiteX0" fmla="*/ 0 w 256603"/>
                <a:gd name="connsiteY0" fmla="*/ 247079 h 247078"/>
                <a:gd name="connsiteX1" fmla="*/ 256604 w 256603"/>
                <a:gd name="connsiteY1" fmla="*/ 0 h 247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603" h="247078">
                  <a:moveTo>
                    <a:pt x="0" y="247079"/>
                  </a:moveTo>
                  <a:cubicBezTo>
                    <a:pt x="38100" y="148019"/>
                    <a:pt x="145733" y="44260"/>
                    <a:pt x="256604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5" name="Forma libre 34">
              <a:extLst>
                <a:ext uri="{FF2B5EF4-FFF2-40B4-BE49-F238E27FC236}">
                  <a16:creationId xmlns:a16="http://schemas.microsoft.com/office/drawing/2014/main" id="{612B399E-EC01-56CD-C43C-9FEC51527AD5}"/>
                </a:ext>
              </a:extLst>
            </p:cNvPr>
            <p:cNvSpPr/>
            <p:nvPr/>
          </p:nvSpPr>
          <p:spPr>
            <a:xfrm>
              <a:off x="1417510" y="2424811"/>
              <a:ext cx="472630" cy="6350"/>
            </a:xfrm>
            <a:custGeom>
              <a:avLst/>
              <a:gdLst>
                <a:gd name="connsiteX0" fmla="*/ 0 w 472630"/>
                <a:gd name="connsiteY0" fmla="*/ 0 h 6350"/>
                <a:gd name="connsiteX1" fmla="*/ 472631 w 472630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2630" h="6350">
                  <a:moveTo>
                    <a:pt x="0" y="0"/>
                  </a:moveTo>
                  <a:lnTo>
                    <a:pt x="472631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36" name="Gráfico 4">
            <a:extLst>
              <a:ext uri="{FF2B5EF4-FFF2-40B4-BE49-F238E27FC236}">
                <a16:creationId xmlns:a16="http://schemas.microsoft.com/office/drawing/2014/main" id="{70EFB6F9-A1FA-D0B3-A3A1-AD2266499289}"/>
              </a:ext>
            </a:extLst>
          </p:cNvPr>
          <p:cNvGrpSpPr/>
          <p:nvPr/>
        </p:nvGrpSpPr>
        <p:grpSpPr>
          <a:xfrm>
            <a:off x="2808668" y="5251386"/>
            <a:ext cx="650367" cy="788114"/>
            <a:chOff x="2808668" y="5251386"/>
            <a:chExt cx="650367" cy="788114"/>
          </a:xfrm>
        </p:grpSpPr>
        <p:sp>
          <p:nvSpPr>
            <p:cNvPr id="37" name="Forma libre 36">
              <a:extLst>
                <a:ext uri="{FF2B5EF4-FFF2-40B4-BE49-F238E27FC236}">
                  <a16:creationId xmlns:a16="http://schemas.microsoft.com/office/drawing/2014/main" id="{F5E2C975-F951-A2BC-6B0E-7E19B78370B0}"/>
                </a:ext>
              </a:extLst>
            </p:cNvPr>
            <p:cNvSpPr/>
            <p:nvPr/>
          </p:nvSpPr>
          <p:spPr>
            <a:xfrm>
              <a:off x="3023044" y="5991923"/>
              <a:ext cx="196722" cy="47577"/>
            </a:xfrm>
            <a:custGeom>
              <a:avLst/>
              <a:gdLst>
                <a:gd name="connsiteX0" fmla="*/ 196723 w 196722"/>
                <a:gd name="connsiteY0" fmla="*/ 64 h 47577"/>
                <a:gd name="connsiteX1" fmla="*/ 163004 w 196722"/>
                <a:gd name="connsiteY1" fmla="*/ 64 h 47577"/>
                <a:gd name="connsiteX2" fmla="*/ 158623 w 196722"/>
                <a:gd name="connsiteY2" fmla="*/ 317 h 47577"/>
                <a:gd name="connsiteX3" fmla="*/ 140335 w 196722"/>
                <a:gd name="connsiteY3" fmla="*/ 3492 h 47577"/>
                <a:gd name="connsiteX4" fmla="*/ 139129 w 196722"/>
                <a:gd name="connsiteY4" fmla="*/ 3873 h 47577"/>
                <a:gd name="connsiteX5" fmla="*/ 99949 w 196722"/>
                <a:gd name="connsiteY5" fmla="*/ 47054 h 47577"/>
                <a:gd name="connsiteX6" fmla="*/ 98425 w 196722"/>
                <a:gd name="connsiteY6" fmla="*/ 47054 h 47577"/>
                <a:gd name="connsiteX7" fmla="*/ 58674 w 196722"/>
                <a:gd name="connsiteY7" fmla="*/ 3683 h 47577"/>
                <a:gd name="connsiteX8" fmla="*/ 58610 w 196722"/>
                <a:gd name="connsiteY8" fmla="*/ 3683 h 47577"/>
                <a:gd name="connsiteX9" fmla="*/ 53340 w 196722"/>
                <a:gd name="connsiteY9" fmla="*/ 2349 h 47577"/>
                <a:gd name="connsiteX10" fmla="*/ 40195 w 196722"/>
                <a:gd name="connsiteY10" fmla="*/ 635 h 47577"/>
                <a:gd name="connsiteX11" fmla="*/ 35496 w 196722"/>
                <a:gd name="connsiteY11" fmla="*/ 317 h 47577"/>
                <a:gd name="connsiteX12" fmla="*/ 31686 w 196722"/>
                <a:gd name="connsiteY12" fmla="*/ 0 h 47577"/>
                <a:gd name="connsiteX13" fmla="*/ 31432 w 196722"/>
                <a:gd name="connsiteY13" fmla="*/ 0 h 47577"/>
                <a:gd name="connsiteX14" fmla="*/ 0 w 196722"/>
                <a:gd name="connsiteY14" fmla="*/ 0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6722" h="47577">
                  <a:moveTo>
                    <a:pt x="196723" y="64"/>
                  </a:moveTo>
                  <a:lnTo>
                    <a:pt x="163004" y="64"/>
                  </a:lnTo>
                  <a:cubicBezTo>
                    <a:pt x="161544" y="191"/>
                    <a:pt x="160083" y="254"/>
                    <a:pt x="158623" y="317"/>
                  </a:cubicBezTo>
                  <a:cubicBezTo>
                    <a:pt x="152463" y="698"/>
                    <a:pt x="146304" y="1842"/>
                    <a:pt x="140335" y="3492"/>
                  </a:cubicBezTo>
                  <a:cubicBezTo>
                    <a:pt x="139954" y="3620"/>
                    <a:pt x="139510" y="3747"/>
                    <a:pt x="139129" y="3873"/>
                  </a:cubicBezTo>
                  <a:cubicBezTo>
                    <a:pt x="113729" y="13017"/>
                    <a:pt x="102807" y="39116"/>
                    <a:pt x="99949" y="47054"/>
                  </a:cubicBezTo>
                  <a:cubicBezTo>
                    <a:pt x="99695" y="47752"/>
                    <a:pt x="98679" y="47752"/>
                    <a:pt x="98425" y="47054"/>
                  </a:cubicBezTo>
                  <a:cubicBezTo>
                    <a:pt x="95567" y="39053"/>
                    <a:pt x="84518" y="12700"/>
                    <a:pt x="58674" y="3683"/>
                  </a:cubicBezTo>
                  <a:cubicBezTo>
                    <a:pt x="58674" y="3683"/>
                    <a:pt x="58674" y="3683"/>
                    <a:pt x="58610" y="3683"/>
                  </a:cubicBezTo>
                  <a:cubicBezTo>
                    <a:pt x="56896" y="3175"/>
                    <a:pt x="55182" y="2730"/>
                    <a:pt x="53340" y="2349"/>
                  </a:cubicBezTo>
                  <a:cubicBezTo>
                    <a:pt x="49022" y="1397"/>
                    <a:pt x="44640" y="953"/>
                    <a:pt x="40195" y="635"/>
                  </a:cubicBezTo>
                  <a:cubicBezTo>
                    <a:pt x="38608" y="508"/>
                    <a:pt x="37084" y="445"/>
                    <a:pt x="35496" y="317"/>
                  </a:cubicBezTo>
                  <a:cubicBezTo>
                    <a:pt x="34226" y="254"/>
                    <a:pt x="32957" y="127"/>
                    <a:pt x="31686" y="0"/>
                  </a:cubicBezTo>
                  <a:cubicBezTo>
                    <a:pt x="31623" y="0"/>
                    <a:pt x="31560" y="0"/>
                    <a:pt x="31432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65A95764-EC50-3455-39C0-7D7DA103B2ED}"/>
                </a:ext>
              </a:extLst>
            </p:cNvPr>
            <p:cNvSpPr/>
            <p:nvPr/>
          </p:nvSpPr>
          <p:spPr>
            <a:xfrm>
              <a:off x="3106610" y="5490273"/>
              <a:ext cx="141477" cy="130746"/>
            </a:xfrm>
            <a:custGeom>
              <a:avLst/>
              <a:gdLst>
                <a:gd name="connsiteX0" fmla="*/ 118872 w 141477"/>
                <a:gd name="connsiteY0" fmla="*/ 130747 h 130746"/>
                <a:gd name="connsiteX1" fmla="*/ 141478 w 141477"/>
                <a:gd name="connsiteY1" fmla="*/ 130747 h 130746"/>
                <a:gd name="connsiteX2" fmla="*/ 100266 w 141477"/>
                <a:gd name="connsiteY2" fmla="*/ 41656 h 130746"/>
                <a:gd name="connsiteX3" fmla="*/ 0 w 141477"/>
                <a:gd name="connsiteY3" fmla="*/ 0 h 130746"/>
                <a:gd name="connsiteX4" fmla="*/ 0 w 141477"/>
                <a:gd name="connsiteY4" fmla="*/ 22606 h 130746"/>
                <a:gd name="connsiteX5" fmla="*/ 84328 w 141477"/>
                <a:gd name="connsiteY5" fmla="*/ 57595 h 130746"/>
                <a:gd name="connsiteX6" fmla="*/ 118935 w 141477"/>
                <a:gd name="connsiteY6" fmla="*/ 130747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7" h="130746">
                  <a:moveTo>
                    <a:pt x="118872" y="130747"/>
                  </a:moveTo>
                  <a:lnTo>
                    <a:pt x="141478" y="130747"/>
                  </a:lnTo>
                  <a:cubicBezTo>
                    <a:pt x="138874" y="97917"/>
                    <a:pt x="124904" y="66294"/>
                    <a:pt x="100266" y="41656"/>
                  </a:cubicBezTo>
                  <a:cubicBezTo>
                    <a:pt x="73469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5" y="35116"/>
                    <a:pt x="84328" y="57595"/>
                  </a:cubicBezTo>
                  <a:cubicBezTo>
                    <a:pt x="104585" y="77851"/>
                    <a:pt x="116332" y="103759"/>
                    <a:pt x="118935" y="130747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A0137149-FA9E-271E-9F87-5C93C0AA5DB9}"/>
                </a:ext>
              </a:extLst>
            </p:cNvPr>
            <p:cNvSpPr/>
            <p:nvPr/>
          </p:nvSpPr>
          <p:spPr>
            <a:xfrm>
              <a:off x="2926588" y="5407342"/>
              <a:ext cx="388620" cy="320421"/>
            </a:xfrm>
            <a:custGeom>
              <a:avLst/>
              <a:gdLst>
                <a:gd name="connsiteX0" fmla="*/ 46482 w 388620"/>
                <a:gd name="connsiteY0" fmla="*/ 320421 h 320421"/>
                <a:gd name="connsiteX1" fmla="*/ 0 w 388620"/>
                <a:gd name="connsiteY1" fmla="*/ 194310 h 320421"/>
                <a:gd name="connsiteX2" fmla="*/ 194310 w 388620"/>
                <a:gd name="connsiteY2" fmla="*/ 0 h 320421"/>
                <a:gd name="connsiteX3" fmla="*/ 388620 w 388620"/>
                <a:gd name="connsiteY3" fmla="*/ 194310 h 320421"/>
                <a:gd name="connsiteX4" fmla="*/ 345948 w 388620"/>
                <a:gd name="connsiteY4" fmla="*/ 315786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620" h="320421">
                  <a:moveTo>
                    <a:pt x="46482" y="320421"/>
                  </a:moveTo>
                  <a:cubicBezTo>
                    <a:pt x="17526" y="286512"/>
                    <a:pt x="0" y="242443"/>
                    <a:pt x="0" y="194310"/>
                  </a:cubicBezTo>
                  <a:cubicBezTo>
                    <a:pt x="0" y="86995"/>
                    <a:pt x="86995" y="0"/>
                    <a:pt x="194310" y="0"/>
                  </a:cubicBezTo>
                  <a:cubicBezTo>
                    <a:pt x="301625" y="0"/>
                    <a:pt x="388620" y="86995"/>
                    <a:pt x="388620" y="194310"/>
                  </a:cubicBezTo>
                  <a:cubicBezTo>
                    <a:pt x="388620" y="240284"/>
                    <a:pt x="372682" y="282511"/>
                    <a:pt x="345948" y="315786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8B1FEEA4-994A-C3CD-D9EE-51194E201CF7}"/>
                </a:ext>
              </a:extLst>
            </p:cNvPr>
            <p:cNvSpPr/>
            <p:nvPr/>
          </p:nvSpPr>
          <p:spPr>
            <a:xfrm>
              <a:off x="2808668" y="5429504"/>
              <a:ext cx="79756" cy="34353"/>
            </a:xfrm>
            <a:custGeom>
              <a:avLst/>
              <a:gdLst>
                <a:gd name="connsiteX0" fmla="*/ 0 w 79756"/>
                <a:gd name="connsiteY0" fmla="*/ 0 h 34353"/>
                <a:gd name="connsiteX1" fmla="*/ 79756 w 79756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6" h="34353">
                  <a:moveTo>
                    <a:pt x="0" y="0"/>
                  </a:moveTo>
                  <a:lnTo>
                    <a:pt x="79756" y="34354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ED21D602-2DFD-461C-C6A4-CD25D136F1F9}"/>
                </a:ext>
              </a:extLst>
            </p:cNvPr>
            <p:cNvSpPr/>
            <p:nvPr/>
          </p:nvSpPr>
          <p:spPr>
            <a:xfrm>
              <a:off x="2936748" y="5310378"/>
              <a:ext cx="50482" cy="69532"/>
            </a:xfrm>
            <a:custGeom>
              <a:avLst/>
              <a:gdLst>
                <a:gd name="connsiteX0" fmla="*/ 0 w 50482"/>
                <a:gd name="connsiteY0" fmla="*/ 0 h 69532"/>
                <a:gd name="connsiteX1" fmla="*/ 50482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0" y="0"/>
                  </a:moveTo>
                  <a:lnTo>
                    <a:pt x="50482" y="6953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2" name="Forma libre 41">
              <a:extLst>
                <a:ext uri="{FF2B5EF4-FFF2-40B4-BE49-F238E27FC236}">
                  <a16:creationId xmlns:a16="http://schemas.microsoft.com/office/drawing/2014/main" id="{162C353A-685B-0ADC-009F-ED087051EA01}"/>
                </a:ext>
              </a:extLst>
            </p:cNvPr>
            <p:cNvSpPr/>
            <p:nvPr/>
          </p:nvSpPr>
          <p:spPr>
            <a:xfrm>
              <a:off x="3379216" y="5429504"/>
              <a:ext cx="79819" cy="34353"/>
            </a:xfrm>
            <a:custGeom>
              <a:avLst/>
              <a:gdLst>
                <a:gd name="connsiteX0" fmla="*/ 79819 w 79819"/>
                <a:gd name="connsiteY0" fmla="*/ 0 h 34353"/>
                <a:gd name="connsiteX1" fmla="*/ 0 w 79819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819" h="34353">
                  <a:moveTo>
                    <a:pt x="79819" y="0"/>
                  </a:moveTo>
                  <a:lnTo>
                    <a:pt x="0" y="34354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3" name="Forma libre 42">
              <a:extLst>
                <a:ext uri="{FF2B5EF4-FFF2-40B4-BE49-F238E27FC236}">
                  <a16:creationId xmlns:a16="http://schemas.microsoft.com/office/drawing/2014/main" id="{ADEFD84B-9E18-C094-8445-42FDEFFEA424}"/>
                </a:ext>
              </a:extLst>
            </p:cNvPr>
            <p:cNvSpPr/>
            <p:nvPr/>
          </p:nvSpPr>
          <p:spPr>
            <a:xfrm>
              <a:off x="3280410" y="5310378"/>
              <a:ext cx="50482" cy="69532"/>
            </a:xfrm>
            <a:custGeom>
              <a:avLst/>
              <a:gdLst>
                <a:gd name="connsiteX0" fmla="*/ 50482 w 50482"/>
                <a:gd name="connsiteY0" fmla="*/ 0 h 69532"/>
                <a:gd name="connsiteX1" fmla="*/ 0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50482" y="0"/>
                  </a:moveTo>
                  <a:lnTo>
                    <a:pt x="0" y="6953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13B425AE-B9E0-458C-8230-FAD450256206}"/>
                </a:ext>
              </a:extLst>
            </p:cNvPr>
            <p:cNvSpPr/>
            <p:nvPr/>
          </p:nvSpPr>
          <p:spPr>
            <a:xfrm>
              <a:off x="2988055" y="5861240"/>
              <a:ext cx="266890" cy="130746"/>
            </a:xfrm>
            <a:custGeom>
              <a:avLst/>
              <a:gdLst>
                <a:gd name="connsiteX0" fmla="*/ 231711 w 266890"/>
                <a:gd name="connsiteY0" fmla="*/ 130746 h 130746"/>
                <a:gd name="connsiteX1" fmla="*/ 266891 w 266890"/>
                <a:gd name="connsiteY1" fmla="*/ 95567 h 130746"/>
                <a:gd name="connsiteX2" fmla="*/ 266891 w 266890"/>
                <a:gd name="connsiteY2" fmla="*/ 35179 h 130746"/>
                <a:gd name="connsiteX3" fmla="*/ 231711 w 266890"/>
                <a:gd name="connsiteY3" fmla="*/ 0 h 130746"/>
                <a:gd name="connsiteX4" fmla="*/ 35179 w 266890"/>
                <a:gd name="connsiteY4" fmla="*/ 0 h 130746"/>
                <a:gd name="connsiteX5" fmla="*/ 0 w 266890"/>
                <a:gd name="connsiteY5" fmla="*/ 35179 h 130746"/>
                <a:gd name="connsiteX6" fmla="*/ 0 w 266890"/>
                <a:gd name="connsiteY6" fmla="*/ 95567 h 130746"/>
                <a:gd name="connsiteX7" fmla="*/ 35179 w 266890"/>
                <a:gd name="connsiteY7" fmla="*/ 130746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90" h="130746">
                  <a:moveTo>
                    <a:pt x="231711" y="130746"/>
                  </a:moveTo>
                  <a:cubicBezTo>
                    <a:pt x="251142" y="130746"/>
                    <a:pt x="266891" y="114998"/>
                    <a:pt x="266891" y="95567"/>
                  </a:cubicBezTo>
                  <a:lnTo>
                    <a:pt x="266891" y="35179"/>
                  </a:lnTo>
                  <a:cubicBezTo>
                    <a:pt x="266891" y="15748"/>
                    <a:pt x="251142" y="0"/>
                    <a:pt x="231711" y="0"/>
                  </a:cubicBezTo>
                  <a:lnTo>
                    <a:pt x="35179" y="0"/>
                  </a:lnTo>
                  <a:cubicBezTo>
                    <a:pt x="15748" y="0"/>
                    <a:pt x="0" y="15748"/>
                    <a:pt x="0" y="35179"/>
                  </a:cubicBezTo>
                  <a:lnTo>
                    <a:pt x="0" y="95567"/>
                  </a:lnTo>
                  <a:cubicBezTo>
                    <a:pt x="0" y="114998"/>
                    <a:pt x="15748" y="130746"/>
                    <a:pt x="35179" y="130746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5" name="Forma libre 44">
              <a:extLst>
                <a:ext uri="{FF2B5EF4-FFF2-40B4-BE49-F238E27FC236}">
                  <a16:creationId xmlns:a16="http://schemas.microsoft.com/office/drawing/2014/main" id="{BD8AA9D4-5143-F263-AD31-45FD6349516D}"/>
                </a:ext>
              </a:extLst>
            </p:cNvPr>
            <p:cNvSpPr/>
            <p:nvPr/>
          </p:nvSpPr>
          <p:spPr>
            <a:xfrm>
              <a:off x="3120898" y="5251386"/>
              <a:ext cx="6350" cy="93725"/>
            </a:xfrm>
            <a:custGeom>
              <a:avLst/>
              <a:gdLst>
                <a:gd name="connsiteX0" fmla="*/ 0 w 6350"/>
                <a:gd name="connsiteY0" fmla="*/ 0 h 93725"/>
                <a:gd name="connsiteX1" fmla="*/ 0 w 6350"/>
                <a:gd name="connsiteY1" fmla="*/ 93726 h 9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93725">
                  <a:moveTo>
                    <a:pt x="0" y="0"/>
                  </a:moveTo>
                  <a:lnTo>
                    <a:pt x="0" y="93726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6" name="Forma libre 45">
              <a:extLst>
                <a:ext uri="{FF2B5EF4-FFF2-40B4-BE49-F238E27FC236}">
                  <a16:creationId xmlns:a16="http://schemas.microsoft.com/office/drawing/2014/main" id="{34905F50-C6C7-A16A-9D6E-A09338FD46B6}"/>
                </a:ext>
              </a:extLst>
            </p:cNvPr>
            <p:cNvSpPr/>
            <p:nvPr/>
          </p:nvSpPr>
          <p:spPr>
            <a:xfrm>
              <a:off x="3224466" y="5724652"/>
              <a:ext cx="47180" cy="116077"/>
            </a:xfrm>
            <a:custGeom>
              <a:avLst/>
              <a:gdLst>
                <a:gd name="connsiteX0" fmla="*/ 47180 w 47180"/>
                <a:gd name="connsiteY0" fmla="*/ 0 h 116077"/>
                <a:gd name="connsiteX1" fmla="*/ 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47180" y="0"/>
                  </a:moveTo>
                  <a:cubicBezTo>
                    <a:pt x="47180" y="0"/>
                    <a:pt x="8318" y="43180"/>
                    <a:pt x="0" y="116078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47" name="Forma libre 46">
              <a:extLst>
                <a:ext uri="{FF2B5EF4-FFF2-40B4-BE49-F238E27FC236}">
                  <a16:creationId xmlns:a16="http://schemas.microsoft.com/office/drawing/2014/main" id="{FB9E5DC9-D556-C97F-573A-1AD6DCD93D28}"/>
                </a:ext>
              </a:extLst>
            </p:cNvPr>
            <p:cNvSpPr/>
            <p:nvPr/>
          </p:nvSpPr>
          <p:spPr>
            <a:xfrm>
              <a:off x="2970783" y="5724652"/>
              <a:ext cx="47180" cy="116077"/>
            </a:xfrm>
            <a:custGeom>
              <a:avLst/>
              <a:gdLst>
                <a:gd name="connsiteX0" fmla="*/ 0 w 47180"/>
                <a:gd name="connsiteY0" fmla="*/ 0 h 116077"/>
                <a:gd name="connsiteX1" fmla="*/ 4718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0" y="0"/>
                  </a:moveTo>
                  <a:cubicBezTo>
                    <a:pt x="0" y="0"/>
                    <a:pt x="38862" y="43180"/>
                    <a:pt x="47180" y="116078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48" name="Gráfico 4">
            <a:extLst>
              <a:ext uri="{FF2B5EF4-FFF2-40B4-BE49-F238E27FC236}">
                <a16:creationId xmlns:a16="http://schemas.microsoft.com/office/drawing/2014/main" id="{38AEC7EE-C793-E646-DCC3-A5AC24DC0F03}"/>
              </a:ext>
            </a:extLst>
          </p:cNvPr>
          <p:cNvGrpSpPr/>
          <p:nvPr/>
        </p:nvGrpSpPr>
        <p:grpSpPr>
          <a:xfrm>
            <a:off x="5603184" y="3097378"/>
            <a:ext cx="870132" cy="592384"/>
            <a:chOff x="5603184" y="3097378"/>
            <a:chExt cx="870132" cy="592384"/>
          </a:xfrm>
          <a:noFill/>
        </p:grpSpPr>
        <p:sp>
          <p:nvSpPr>
            <p:cNvPr id="49" name="Forma libre 48">
              <a:extLst>
                <a:ext uri="{FF2B5EF4-FFF2-40B4-BE49-F238E27FC236}">
                  <a16:creationId xmlns:a16="http://schemas.microsoft.com/office/drawing/2014/main" id="{54E8CB66-195B-6D28-6310-F44B2BD89FFE}"/>
                </a:ext>
              </a:extLst>
            </p:cNvPr>
            <p:cNvSpPr/>
            <p:nvPr/>
          </p:nvSpPr>
          <p:spPr>
            <a:xfrm>
              <a:off x="5735065" y="3334194"/>
              <a:ext cx="569722" cy="355568"/>
            </a:xfrm>
            <a:custGeom>
              <a:avLst/>
              <a:gdLst>
                <a:gd name="connsiteX0" fmla="*/ 0 w 569722"/>
                <a:gd name="connsiteY0" fmla="*/ 181356 h 355568"/>
                <a:gd name="connsiteX1" fmla="*/ 0 w 569722"/>
                <a:gd name="connsiteY1" fmla="*/ 181546 h 355568"/>
                <a:gd name="connsiteX2" fmla="*/ 137097 w 569722"/>
                <a:gd name="connsiteY2" fmla="*/ 297053 h 355568"/>
                <a:gd name="connsiteX3" fmla="*/ 136970 w 569722"/>
                <a:gd name="connsiteY3" fmla="*/ 297053 h 355568"/>
                <a:gd name="connsiteX4" fmla="*/ 137224 w 569722"/>
                <a:gd name="connsiteY4" fmla="*/ 297053 h 355568"/>
                <a:gd name="connsiteX5" fmla="*/ 141351 w 569722"/>
                <a:gd name="connsiteY5" fmla="*/ 297434 h 355568"/>
                <a:gd name="connsiteX6" fmla="*/ 146368 w 569722"/>
                <a:gd name="connsiteY6" fmla="*/ 297815 h 355568"/>
                <a:gd name="connsiteX7" fmla="*/ 235458 w 569722"/>
                <a:gd name="connsiteY7" fmla="*/ 299910 h 355568"/>
                <a:gd name="connsiteX8" fmla="*/ 241110 w 569722"/>
                <a:gd name="connsiteY8" fmla="*/ 301561 h 355568"/>
                <a:gd name="connsiteX9" fmla="*/ 241173 w 569722"/>
                <a:gd name="connsiteY9" fmla="*/ 301561 h 355568"/>
                <a:gd name="connsiteX10" fmla="*/ 284036 w 569722"/>
                <a:gd name="connsiteY10" fmla="*/ 354902 h 355568"/>
                <a:gd name="connsiteX11" fmla="*/ 285687 w 569722"/>
                <a:gd name="connsiteY11" fmla="*/ 354902 h 355568"/>
                <a:gd name="connsiteX12" fmla="*/ 327851 w 569722"/>
                <a:gd name="connsiteY12" fmla="*/ 301815 h 355568"/>
                <a:gd name="connsiteX13" fmla="*/ 329248 w 569722"/>
                <a:gd name="connsiteY13" fmla="*/ 301308 h 355568"/>
                <a:gd name="connsiteX14" fmla="*/ 348933 w 569722"/>
                <a:gd name="connsiteY14" fmla="*/ 297752 h 355568"/>
                <a:gd name="connsiteX15" fmla="*/ 428562 w 569722"/>
                <a:gd name="connsiteY15" fmla="*/ 297434 h 355568"/>
                <a:gd name="connsiteX16" fmla="*/ 569722 w 569722"/>
                <a:gd name="connsiteY16" fmla="*/ 176974 h 355568"/>
                <a:gd name="connsiteX17" fmla="*/ 569722 w 569722"/>
                <a:gd name="connsiteY17" fmla="*/ 0 h 35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355568">
                  <a:moveTo>
                    <a:pt x="0" y="181356"/>
                  </a:moveTo>
                  <a:lnTo>
                    <a:pt x="0" y="181546"/>
                  </a:lnTo>
                  <a:cubicBezTo>
                    <a:pt x="3112" y="251714"/>
                    <a:pt x="-20828" y="297053"/>
                    <a:pt x="137097" y="297053"/>
                  </a:cubicBezTo>
                  <a:lnTo>
                    <a:pt x="136970" y="297053"/>
                  </a:lnTo>
                  <a:cubicBezTo>
                    <a:pt x="136970" y="297053"/>
                    <a:pt x="137160" y="297053"/>
                    <a:pt x="137224" y="297053"/>
                  </a:cubicBezTo>
                  <a:cubicBezTo>
                    <a:pt x="138621" y="297180"/>
                    <a:pt x="139954" y="297307"/>
                    <a:pt x="141351" y="297434"/>
                  </a:cubicBezTo>
                  <a:cubicBezTo>
                    <a:pt x="143002" y="297561"/>
                    <a:pt x="144717" y="297688"/>
                    <a:pt x="146368" y="297815"/>
                  </a:cubicBezTo>
                  <a:cubicBezTo>
                    <a:pt x="151130" y="298133"/>
                    <a:pt x="230759" y="298767"/>
                    <a:pt x="235458" y="299910"/>
                  </a:cubicBezTo>
                  <a:cubicBezTo>
                    <a:pt x="237427" y="300419"/>
                    <a:pt x="239268" y="300927"/>
                    <a:pt x="241110" y="301561"/>
                  </a:cubicBezTo>
                  <a:cubicBezTo>
                    <a:pt x="241110" y="301561"/>
                    <a:pt x="241110" y="301561"/>
                    <a:pt x="241173" y="301561"/>
                  </a:cubicBezTo>
                  <a:cubicBezTo>
                    <a:pt x="268986" y="312610"/>
                    <a:pt x="280988" y="344996"/>
                    <a:pt x="284036" y="354902"/>
                  </a:cubicBezTo>
                  <a:cubicBezTo>
                    <a:pt x="284290" y="355790"/>
                    <a:pt x="285433" y="355790"/>
                    <a:pt x="285687" y="354902"/>
                  </a:cubicBezTo>
                  <a:cubicBezTo>
                    <a:pt x="288735" y="345122"/>
                    <a:pt x="300482" y="313119"/>
                    <a:pt x="327851" y="301815"/>
                  </a:cubicBezTo>
                  <a:cubicBezTo>
                    <a:pt x="328295" y="301625"/>
                    <a:pt x="328740" y="301498"/>
                    <a:pt x="329248" y="301308"/>
                  </a:cubicBezTo>
                  <a:cubicBezTo>
                    <a:pt x="335661" y="299276"/>
                    <a:pt x="342329" y="298259"/>
                    <a:pt x="348933" y="297752"/>
                  </a:cubicBezTo>
                  <a:cubicBezTo>
                    <a:pt x="350520" y="297624"/>
                    <a:pt x="426974" y="297434"/>
                    <a:pt x="428562" y="297434"/>
                  </a:cubicBezTo>
                  <a:cubicBezTo>
                    <a:pt x="569722" y="297434"/>
                    <a:pt x="569532" y="251587"/>
                    <a:pt x="569722" y="176974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0" name="Forma libre 49">
              <a:extLst>
                <a:ext uri="{FF2B5EF4-FFF2-40B4-BE49-F238E27FC236}">
                  <a16:creationId xmlns:a16="http://schemas.microsoft.com/office/drawing/2014/main" id="{C1A4F3E6-2AE7-FCA0-4C8C-41C29A4B6319}"/>
                </a:ext>
              </a:extLst>
            </p:cNvPr>
            <p:cNvSpPr/>
            <p:nvPr/>
          </p:nvSpPr>
          <p:spPr>
            <a:xfrm>
              <a:off x="5603184" y="3097378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1" name="Forma libre 50">
              <a:extLst>
                <a:ext uri="{FF2B5EF4-FFF2-40B4-BE49-F238E27FC236}">
                  <a16:creationId xmlns:a16="http://schemas.microsoft.com/office/drawing/2014/main" id="{BB85F06C-ED01-97CA-2CFE-D6E99FAC36B7}"/>
                </a:ext>
              </a:extLst>
            </p:cNvPr>
            <p:cNvSpPr/>
            <p:nvPr/>
          </p:nvSpPr>
          <p:spPr>
            <a:xfrm>
              <a:off x="6429438" y="3269678"/>
              <a:ext cx="6350" cy="299910"/>
            </a:xfrm>
            <a:custGeom>
              <a:avLst/>
              <a:gdLst>
                <a:gd name="connsiteX0" fmla="*/ 0 w 6350"/>
                <a:gd name="connsiteY0" fmla="*/ 0 h 299910"/>
                <a:gd name="connsiteX1" fmla="*/ 0 w 6350"/>
                <a:gd name="connsiteY1" fmla="*/ 299911 h 29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9910">
                  <a:moveTo>
                    <a:pt x="0" y="0"/>
                  </a:moveTo>
                  <a:lnTo>
                    <a:pt x="0" y="299911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2" name="Forma libre 51">
              <a:extLst>
                <a:ext uri="{FF2B5EF4-FFF2-40B4-BE49-F238E27FC236}">
                  <a16:creationId xmlns:a16="http://schemas.microsoft.com/office/drawing/2014/main" id="{95EED1B6-BA60-67BE-B857-0F97E4AE17D4}"/>
                </a:ext>
              </a:extLst>
            </p:cNvPr>
            <p:cNvSpPr/>
            <p:nvPr/>
          </p:nvSpPr>
          <p:spPr>
            <a:xfrm>
              <a:off x="5735066" y="3334194"/>
              <a:ext cx="6350" cy="237045"/>
            </a:xfrm>
            <a:custGeom>
              <a:avLst/>
              <a:gdLst>
                <a:gd name="connsiteX0" fmla="*/ 0 w 6350"/>
                <a:gd name="connsiteY0" fmla="*/ 237046 h 237045"/>
                <a:gd name="connsiteX1" fmla="*/ 0 w 6350"/>
                <a:gd name="connsiteY1" fmla="*/ 0 h 23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37045">
                  <a:moveTo>
                    <a:pt x="0" y="237046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3" name="Forma libre 52">
              <a:extLst>
                <a:ext uri="{FF2B5EF4-FFF2-40B4-BE49-F238E27FC236}">
                  <a16:creationId xmlns:a16="http://schemas.microsoft.com/office/drawing/2014/main" id="{1833811C-217D-7A0D-2823-9052F9D51A1E}"/>
                </a:ext>
              </a:extLst>
            </p:cNvPr>
            <p:cNvSpPr/>
            <p:nvPr/>
          </p:nvSpPr>
          <p:spPr>
            <a:xfrm>
              <a:off x="6385560" y="3577780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4" name="Gráfico 4">
            <a:extLst>
              <a:ext uri="{FF2B5EF4-FFF2-40B4-BE49-F238E27FC236}">
                <a16:creationId xmlns:a16="http://schemas.microsoft.com/office/drawing/2014/main" id="{C01ECF15-3915-16A8-63C0-6BFBB7A6A9D8}"/>
              </a:ext>
            </a:extLst>
          </p:cNvPr>
          <p:cNvGrpSpPr/>
          <p:nvPr/>
        </p:nvGrpSpPr>
        <p:grpSpPr>
          <a:xfrm>
            <a:off x="5603184" y="4231996"/>
            <a:ext cx="826297" cy="647883"/>
            <a:chOff x="5603184" y="4231996"/>
            <a:chExt cx="826297" cy="647883"/>
          </a:xfrm>
          <a:noFill/>
        </p:grpSpPr>
        <p:sp>
          <p:nvSpPr>
            <p:cNvPr id="55" name="Forma libre 54">
              <a:extLst>
                <a:ext uri="{FF2B5EF4-FFF2-40B4-BE49-F238E27FC236}">
                  <a16:creationId xmlns:a16="http://schemas.microsoft.com/office/drawing/2014/main" id="{777648EA-C463-ADBC-274C-A13B6DB2905F}"/>
                </a:ext>
              </a:extLst>
            </p:cNvPr>
            <p:cNvSpPr/>
            <p:nvPr/>
          </p:nvSpPr>
          <p:spPr>
            <a:xfrm>
              <a:off x="6151054" y="4661979"/>
              <a:ext cx="87756" cy="87756"/>
            </a:xfrm>
            <a:custGeom>
              <a:avLst/>
              <a:gdLst>
                <a:gd name="connsiteX0" fmla="*/ 87757 w 87756"/>
                <a:gd name="connsiteY0" fmla="*/ 43879 h 87756"/>
                <a:gd name="connsiteX1" fmla="*/ 43879 w 87756"/>
                <a:gd name="connsiteY1" fmla="*/ 87757 h 87756"/>
                <a:gd name="connsiteX2" fmla="*/ 0 w 87756"/>
                <a:gd name="connsiteY2" fmla="*/ 43879 h 87756"/>
                <a:gd name="connsiteX3" fmla="*/ 43879 w 87756"/>
                <a:gd name="connsiteY3" fmla="*/ 0 h 87756"/>
                <a:gd name="connsiteX4" fmla="*/ 87757 w 87756"/>
                <a:gd name="connsiteY4" fmla="*/ 43879 h 8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56" h="87756">
                  <a:moveTo>
                    <a:pt x="87757" y="43879"/>
                  </a:moveTo>
                  <a:cubicBezTo>
                    <a:pt x="87757" y="68112"/>
                    <a:pt x="68112" y="87757"/>
                    <a:pt x="43879" y="87757"/>
                  </a:cubicBezTo>
                  <a:cubicBezTo>
                    <a:pt x="19645" y="87757"/>
                    <a:pt x="0" y="68112"/>
                    <a:pt x="0" y="43879"/>
                  </a:cubicBezTo>
                  <a:cubicBezTo>
                    <a:pt x="0" y="19645"/>
                    <a:pt x="19645" y="0"/>
                    <a:pt x="43879" y="0"/>
                  </a:cubicBezTo>
                  <a:cubicBezTo>
                    <a:pt x="68112" y="0"/>
                    <a:pt x="87757" y="19645"/>
                    <a:pt x="87757" y="4387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6" name="Forma libre 55">
              <a:extLst>
                <a:ext uri="{FF2B5EF4-FFF2-40B4-BE49-F238E27FC236}">
                  <a16:creationId xmlns:a16="http://schemas.microsoft.com/office/drawing/2014/main" id="{E0BC6BF7-4415-DAF7-00DF-B51AB8DB70CC}"/>
                </a:ext>
              </a:extLst>
            </p:cNvPr>
            <p:cNvSpPr/>
            <p:nvPr/>
          </p:nvSpPr>
          <p:spPr>
            <a:xfrm>
              <a:off x="5735065" y="4463859"/>
              <a:ext cx="569722" cy="416020"/>
            </a:xfrm>
            <a:custGeom>
              <a:avLst/>
              <a:gdLst>
                <a:gd name="connsiteX0" fmla="*/ 0 w 569722"/>
                <a:gd name="connsiteY0" fmla="*/ 4953 h 416020"/>
                <a:gd name="connsiteX1" fmla="*/ 0 w 569722"/>
                <a:gd name="connsiteY1" fmla="*/ 241999 h 416020"/>
                <a:gd name="connsiteX2" fmla="*/ 137097 w 569722"/>
                <a:gd name="connsiteY2" fmla="*/ 357505 h 416020"/>
                <a:gd name="connsiteX3" fmla="*/ 136970 w 569722"/>
                <a:gd name="connsiteY3" fmla="*/ 357505 h 416020"/>
                <a:gd name="connsiteX4" fmla="*/ 137224 w 569722"/>
                <a:gd name="connsiteY4" fmla="*/ 357505 h 416020"/>
                <a:gd name="connsiteX5" fmla="*/ 141351 w 569722"/>
                <a:gd name="connsiteY5" fmla="*/ 357886 h 416020"/>
                <a:gd name="connsiteX6" fmla="*/ 146368 w 569722"/>
                <a:gd name="connsiteY6" fmla="*/ 358267 h 416020"/>
                <a:gd name="connsiteX7" fmla="*/ 235458 w 569722"/>
                <a:gd name="connsiteY7" fmla="*/ 360363 h 416020"/>
                <a:gd name="connsiteX8" fmla="*/ 241110 w 569722"/>
                <a:gd name="connsiteY8" fmla="*/ 362014 h 416020"/>
                <a:gd name="connsiteX9" fmla="*/ 241173 w 569722"/>
                <a:gd name="connsiteY9" fmla="*/ 362014 h 416020"/>
                <a:gd name="connsiteX10" fmla="*/ 284036 w 569722"/>
                <a:gd name="connsiteY10" fmla="*/ 415354 h 416020"/>
                <a:gd name="connsiteX11" fmla="*/ 285687 w 569722"/>
                <a:gd name="connsiteY11" fmla="*/ 415354 h 416020"/>
                <a:gd name="connsiteX12" fmla="*/ 327851 w 569722"/>
                <a:gd name="connsiteY12" fmla="*/ 362268 h 416020"/>
                <a:gd name="connsiteX13" fmla="*/ 329248 w 569722"/>
                <a:gd name="connsiteY13" fmla="*/ 361760 h 416020"/>
                <a:gd name="connsiteX14" fmla="*/ 348933 w 569722"/>
                <a:gd name="connsiteY14" fmla="*/ 358204 h 416020"/>
                <a:gd name="connsiteX15" fmla="*/ 428562 w 569722"/>
                <a:gd name="connsiteY15" fmla="*/ 357886 h 416020"/>
                <a:gd name="connsiteX16" fmla="*/ 569722 w 569722"/>
                <a:gd name="connsiteY16" fmla="*/ 237427 h 416020"/>
                <a:gd name="connsiteX17" fmla="*/ 569722 w 569722"/>
                <a:gd name="connsiteY17" fmla="*/ 0 h 41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69722" h="416020">
                  <a:moveTo>
                    <a:pt x="0" y="4953"/>
                  </a:moveTo>
                  <a:lnTo>
                    <a:pt x="0" y="241999"/>
                  </a:lnTo>
                  <a:cubicBezTo>
                    <a:pt x="3112" y="312166"/>
                    <a:pt x="-20828" y="357505"/>
                    <a:pt x="137097" y="357505"/>
                  </a:cubicBezTo>
                  <a:lnTo>
                    <a:pt x="136970" y="357505"/>
                  </a:lnTo>
                  <a:cubicBezTo>
                    <a:pt x="136970" y="357505"/>
                    <a:pt x="137160" y="357505"/>
                    <a:pt x="137224" y="357505"/>
                  </a:cubicBezTo>
                  <a:cubicBezTo>
                    <a:pt x="138621" y="357632"/>
                    <a:pt x="139954" y="357759"/>
                    <a:pt x="141351" y="357886"/>
                  </a:cubicBezTo>
                  <a:cubicBezTo>
                    <a:pt x="143002" y="358013"/>
                    <a:pt x="144717" y="358140"/>
                    <a:pt x="146368" y="358267"/>
                  </a:cubicBezTo>
                  <a:cubicBezTo>
                    <a:pt x="151130" y="358585"/>
                    <a:pt x="230759" y="359220"/>
                    <a:pt x="235458" y="360363"/>
                  </a:cubicBezTo>
                  <a:cubicBezTo>
                    <a:pt x="237427" y="360871"/>
                    <a:pt x="239268" y="361379"/>
                    <a:pt x="241110" y="362014"/>
                  </a:cubicBezTo>
                  <a:cubicBezTo>
                    <a:pt x="241110" y="362014"/>
                    <a:pt x="241110" y="362014"/>
                    <a:pt x="241173" y="362014"/>
                  </a:cubicBezTo>
                  <a:cubicBezTo>
                    <a:pt x="268986" y="373063"/>
                    <a:pt x="280988" y="405448"/>
                    <a:pt x="284036" y="415354"/>
                  </a:cubicBezTo>
                  <a:cubicBezTo>
                    <a:pt x="284290" y="416243"/>
                    <a:pt x="285433" y="416243"/>
                    <a:pt x="285687" y="415354"/>
                  </a:cubicBezTo>
                  <a:cubicBezTo>
                    <a:pt x="288735" y="405575"/>
                    <a:pt x="300482" y="373571"/>
                    <a:pt x="327851" y="362268"/>
                  </a:cubicBezTo>
                  <a:cubicBezTo>
                    <a:pt x="328295" y="362077"/>
                    <a:pt x="328740" y="361950"/>
                    <a:pt x="329248" y="361760"/>
                  </a:cubicBezTo>
                  <a:cubicBezTo>
                    <a:pt x="335661" y="359728"/>
                    <a:pt x="342329" y="358712"/>
                    <a:pt x="348933" y="358204"/>
                  </a:cubicBezTo>
                  <a:cubicBezTo>
                    <a:pt x="350520" y="358077"/>
                    <a:pt x="426974" y="357886"/>
                    <a:pt x="428562" y="357886"/>
                  </a:cubicBezTo>
                  <a:cubicBezTo>
                    <a:pt x="569722" y="357886"/>
                    <a:pt x="569532" y="312039"/>
                    <a:pt x="569722" y="237427"/>
                  </a:cubicBezTo>
                  <a:lnTo>
                    <a:pt x="569722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7" name="Forma libre 56">
              <a:extLst>
                <a:ext uri="{FF2B5EF4-FFF2-40B4-BE49-F238E27FC236}">
                  <a16:creationId xmlns:a16="http://schemas.microsoft.com/office/drawing/2014/main" id="{65DAA46E-9A50-57DD-B0D4-D0015790D45A}"/>
                </a:ext>
              </a:extLst>
            </p:cNvPr>
            <p:cNvSpPr/>
            <p:nvPr/>
          </p:nvSpPr>
          <p:spPr>
            <a:xfrm>
              <a:off x="5603184" y="4231996"/>
              <a:ext cx="826297" cy="344513"/>
            </a:xfrm>
            <a:custGeom>
              <a:avLst/>
              <a:gdLst>
                <a:gd name="connsiteX0" fmla="*/ 13391 w 826297"/>
                <a:gd name="connsiteY0" fmla="*/ 191541 h 344513"/>
                <a:gd name="connsiteX1" fmla="*/ 413568 w 826297"/>
                <a:gd name="connsiteY1" fmla="*/ 343179 h 344513"/>
                <a:gd name="connsiteX2" fmla="*/ 428808 w 826297"/>
                <a:gd name="connsiteY2" fmla="*/ 342988 h 344513"/>
                <a:gd name="connsiteX3" fmla="*/ 813300 w 826297"/>
                <a:gd name="connsiteY3" fmla="*/ 186524 h 344513"/>
                <a:gd name="connsiteX4" fmla="*/ 812665 w 826297"/>
                <a:gd name="connsiteY4" fmla="*/ 147599 h 344513"/>
                <a:gd name="connsiteX5" fmla="*/ 415219 w 826297"/>
                <a:gd name="connsiteY5" fmla="*/ 1295 h 344513"/>
                <a:gd name="connsiteX6" fmla="*/ 400423 w 826297"/>
                <a:gd name="connsiteY6" fmla="*/ 1422 h 344513"/>
                <a:gd name="connsiteX7" fmla="*/ 13264 w 826297"/>
                <a:gd name="connsiteY7" fmla="*/ 152552 h 344513"/>
                <a:gd name="connsiteX8" fmla="*/ 13454 w 826297"/>
                <a:gd name="connsiteY8" fmla="*/ 191477 h 344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297" h="344513">
                  <a:moveTo>
                    <a:pt x="13391" y="191541"/>
                  </a:moveTo>
                  <a:lnTo>
                    <a:pt x="413568" y="343179"/>
                  </a:lnTo>
                  <a:cubicBezTo>
                    <a:pt x="418521" y="345020"/>
                    <a:pt x="423918" y="344957"/>
                    <a:pt x="428808" y="342988"/>
                  </a:cubicBezTo>
                  <a:lnTo>
                    <a:pt x="813300" y="186524"/>
                  </a:lnTo>
                  <a:cubicBezTo>
                    <a:pt x="830953" y="179349"/>
                    <a:pt x="830509" y="154203"/>
                    <a:pt x="812665" y="147599"/>
                  </a:cubicBezTo>
                  <a:lnTo>
                    <a:pt x="415219" y="1295"/>
                  </a:lnTo>
                  <a:cubicBezTo>
                    <a:pt x="410457" y="-483"/>
                    <a:pt x="405186" y="-420"/>
                    <a:pt x="400423" y="1422"/>
                  </a:cubicBezTo>
                  <a:lnTo>
                    <a:pt x="13264" y="152552"/>
                  </a:lnTo>
                  <a:cubicBezTo>
                    <a:pt x="-4516" y="159473"/>
                    <a:pt x="-4389" y="184746"/>
                    <a:pt x="13454" y="19147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58" name="Forma libre 57">
              <a:extLst>
                <a:ext uri="{FF2B5EF4-FFF2-40B4-BE49-F238E27FC236}">
                  <a16:creationId xmlns:a16="http://schemas.microsoft.com/office/drawing/2014/main" id="{75D41EA7-30F0-29AA-F87A-04325699D76C}"/>
                </a:ext>
              </a:extLst>
            </p:cNvPr>
            <p:cNvSpPr/>
            <p:nvPr/>
          </p:nvSpPr>
          <p:spPr>
            <a:xfrm>
              <a:off x="6019927" y="4404296"/>
              <a:ext cx="175005" cy="257682"/>
            </a:xfrm>
            <a:custGeom>
              <a:avLst/>
              <a:gdLst>
                <a:gd name="connsiteX0" fmla="*/ 175006 w 175005"/>
                <a:gd name="connsiteY0" fmla="*/ 257683 h 257682"/>
                <a:gd name="connsiteX1" fmla="*/ 175006 w 175005"/>
                <a:gd name="connsiteY1" fmla="*/ 86932 h 257682"/>
                <a:gd name="connsiteX2" fmla="*/ 0 w 175005"/>
                <a:gd name="connsiteY2" fmla="*/ 0 h 25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005" h="257682">
                  <a:moveTo>
                    <a:pt x="175006" y="257683"/>
                  </a:moveTo>
                  <a:lnTo>
                    <a:pt x="175006" y="8693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59" name="Gráfico 4">
            <a:extLst>
              <a:ext uri="{FF2B5EF4-FFF2-40B4-BE49-F238E27FC236}">
                <a16:creationId xmlns:a16="http://schemas.microsoft.com/office/drawing/2014/main" id="{32553110-7BC1-108E-15EA-BA48A9A423B9}"/>
              </a:ext>
            </a:extLst>
          </p:cNvPr>
          <p:cNvGrpSpPr/>
          <p:nvPr/>
        </p:nvGrpSpPr>
        <p:grpSpPr>
          <a:xfrm>
            <a:off x="1359661" y="4281043"/>
            <a:ext cx="562229" cy="590375"/>
            <a:chOff x="1359661" y="4281043"/>
            <a:chExt cx="562229" cy="590375"/>
          </a:xfrm>
        </p:grpSpPr>
        <p:sp>
          <p:nvSpPr>
            <p:cNvPr id="60" name="Forma libre 59">
              <a:extLst>
                <a:ext uri="{FF2B5EF4-FFF2-40B4-BE49-F238E27FC236}">
                  <a16:creationId xmlns:a16="http://schemas.microsoft.com/office/drawing/2014/main" id="{82A7739B-503B-3966-269C-ACF6CFD1829D}"/>
                </a:ext>
              </a:extLst>
            </p:cNvPr>
            <p:cNvSpPr/>
            <p:nvPr/>
          </p:nvSpPr>
          <p:spPr>
            <a:xfrm>
              <a:off x="1359661" y="4823840"/>
              <a:ext cx="562229" cy="47577"/>
            </a:xfrm>
            <a:custGeom>
              <a:avLst/>
              <a:gdLst>
                <a:gd name="connsiteX0" fmla="*/ 562229 w 562229"/>
                <a:gd name="connsiteY0" fmla="*/ 64 h 47577"/>
                <a:gd name="connsiteX1" fmla="*/ 340741 w 562229"/>
                <a:gd name="connsiteY1" fmla="*/ 64 h 47577"/>
                <a:gd name="connsiteX2" fmla="*/ 336360 w 562229"/>
                <a:gd name="connsiteY2" fmla="*/ 318 h 47577"/>
                <a:gd name="connsiteX3" fmla="*/ 318071 w 562229"/>
                <a:gd name="connsiteY3" fmla="*/ 3493 h 47577"/>
                <a:gd name="connsiteX4" fmla="*/ 316865 w 562229"/>
                <a:gd name="connsiteY4" fmla="*/ 3874 h 47577"/>
                <a:gd name="connsiteX5" fmla="*/ 277686 w 562229"/>
                <a:gd name="connsiteY5" fmla="*/ 47054 h 47577"/>
                <a:gd name="connsiteX6" fmla="*/ 276161 w 562229"/>
                <a:gd name="connsiteY6" fmla="*/ 47054 h 47577"/>
                <a:gd name="connsiteX7" fmla="*/ 236411 w 562229"/>
                <a:gd name="connsiteY7" fmla="*/ 3683 h 47577"/>
                <a:gd name="connsiteX8" fmla="*/ 236347 w 562229"/>
                <a:gd name="connsiteY8" fmla="*/ 3683 h 47577"/>
                <a:gd name="connsiteX9" fmla="*/ 231077 w 562229"/>
                <a:gd name="connsiteY9" fmla="*/ 2350 h 47577"/>
                <a:gd name="connsiteX10" fmla="*/ 217932 w 562229"/>
                <a:gd name="connsiteY10" fmla="*/ 635 h 47577"/>
                <a:gd name="connsiteX11" fmla="*/ 213233 w 562229"/>
                <a:gd name="connsiteY11" fmla="*/ 318 h 47577"/>
                <a:gd name="connsiteX12" fmla="*/ 209423 w 562229"/>
                <a:gd name="connsiteY12" fmla="*/ 0 h 47577"/>
                <a:gd name="connsiteX13" fmla="*/ 209169 w 562229"/>
                <a:gd name="connsiteY13" fmla="*/ 0 h 47577"/>
                <a:gd name="connsiteX14" fmla="*/ 0 w 562229"/>
                <a:gd name="connsiteY14" fmla="*/ 0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2229" h="47577">
                  <a:moveTo>
                    <a:pt x="562229" y="64"/>
                  </a:moveTo>
                  <a:lnTo>
                    <a:pt x="340741" y="64"/>
                  </a:lnTo>
                  <a:cubicBezTo>
                    <a:pt x="339280" y="191"/>
                    <a:pt x="337820" y="254"/>
                    <a:pt x="336360" y="318"/>
                  </a:cubicBezTo>
                  <a:cubicBezTo>
                    <a:pt x="330200" y="699"/>
                    <a:pt x="324041" y="1842"/>
                    <a:pt x="318071" y="3493"/>
                  </a:cubicBezTo>
                  <a:cubicBezTo>
                    <a:pt x="317691" y="3620"/>
                    <a:pt x="317246" y="3747"/>
                    <a:pt x="316865" y="3874"/>
                  </a:cubicBezTo>
                  <a:cubicBezTo>
                    <a:pt x="291465" y="13018"/>
                    <a:pt x="280543" y="39116"/>
                    <a:pt x="277686" y="47054"/>
                  </a:cubicBezTo>
                  <a:cubicBezTo>
                    <a:pt x="277432" y="47752"/>
                    <a:pt x="276416" y="47752"/>
                    <a:pt x="276161" y="47054"/>
                  </a:cubicBezTo>
                  <a:cubicBezTo>
                    <a:pt x="273304" y="39053"/>
                    <a:pt x="262255" y="12700"/>
                    <a:pt x="236411" y="3683"/>
                  </a:cubicBezTo>
                  <a:cubicBezTo>
                    <a:pt x="236411" y="3683"/>
                    <a:pt x="236411" y="3683"/>
                    <a:pt x="236347" y="3683"/>
                  </a:cubicBezTo>
                  <a:cubicBezTo>
                    <a:pt x="234633" y="3175"/>
                    <a:pt x="232918" y="2731"/>
                    <a:pt x="231077" y="2350"/>
                  </a:cubicBezTo>
                  <a:cubicBezTo>
                    <a:pt x="226759" y="1397"/>
                    <a:pt x="222377" y="953"/>
                    <a:pt x="217932" y="635"/>
                  </a:cubicBezTo>
                  <a:cubicBezTo>
                    <a:pt x="216345" y="508"/>
                    <a:pt x="214821" y="445"/>
                    <a:pt x="213233" y="318"/>
                  </a:cubicBezTo>
                  <a:cubicBezTo>
                    <a:pt x="211963" y="254"/>
                    <a:pt x="210693" y="127"/>
                    <a:pt x="209423" y="0"/>
                  </a:cubicBezTo>
                  <a:cubicBezTo>
                    <a:pt x="209360" y="0"/>
                    <a:pt x="209296" y="0"/>
                    <a:pt x="209169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1" name="Forma libre 60">
              <a:extLst>
                <a:ext uri="{FF2B5EF4-FFF2-40B4-BE49-F238E27FC236}">
                  <a16:creationId xmlns:a16="http://schemas.microsoft.com/office/drawing/2014/main" id="{4181726E-6284-70C0-6AA1-C0C22B46B287}"/>
                </a:ext>
              </a:extLst>
            </p:cNvPr>
            <p:cNvSpPr/>
            <p:nvPr/>
          </p:nvSpPr>
          <p:spPr>
            <a:xfrm>
              <a:off x="1633791" y="4454588"/>
              <a:ext cx="141477" cy="130746"/>
            </a:xfrm>
            <a:custGeom>
              <a:avLst/>
              <a:gdLst>
                <a:gd name="connsiteX0" fmla="*/ 118872 w 141477"/>
                <a:gd name="connsiteY0" fmla="*/ 130746 h 130746"/>
                <a:gd name="connsiteX1" fmla="*/ 141478 w 141477"/>
                <a:gd name="connsiteY1" fmla="*/ 130746 h 130746"/>
                <a:gd name="connsiteX2" fmla="*/ 100266 w 141477"/>
                <a:gd name="connsiteY2" fmla="*/ 41656 h 130746"/>
                <a:gd name="connsiteX3" fmla="*/ 0 w 141477"/>
                <a:gd name="connsiteY3" fmla="*/ 0 h 130746"/>
                <a:gd name="connsiteX4" fmla="*/ 0 w 141477"/>
                <a:gd name="connsiteY4" fmla="*/ 22606 h 130746"/>
                <a:gd name="connsiteX5" fmla="*/ 84328 w 141477"/>
                <a:gd name="connsiteY5" fmla="*/ 57595 h 130746"/>
                <a:gd name="connsiteX6" fmla="*/ 118935 w 141477"/>
                <a:gd name="connsiteY6" fmla="*/ 130746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7" h="130746">
                  <a:moveTo>
                    <a:pt x="118872" y="130746"/>
                  </a:moveTo>
                  <a:lnTo>
                    <a:pt x="141478" y="130746"/>
                  </a:lnTo>
                  <a:cubicBezTo>
                    <a:pt x="138874" y="97917"/>
                    <a:pt x="124904" y="66294"/>
                    <a:pt x="100266" y="41656"/>
                  </a:cubicBezTo>
                  <a:cubicBezTo>
                    <a:pt x="73469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5" y="35115"/>
                    <a:pt x="84328" y="57595"/>
                  </a:cubicBezTo>
                  <a:cubicBezTo>
                    <a:pt x="104585" y="77851"/>
                    <a:pt x="116332" y="103759"/>
                    <a:pt x="118935" y="130746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2" name="Forma libre 61">
              <a:extLst>
                <a:ext uri="{FF2B5EF4-FFF2-40B4-BE49-F238E27FC236}">
                  <a16:creationId xmlns:a16="http://schemas.microsoft.com/office/drawing/2014/main" id="{135CF824-266F-1E40-D26A-ECE611674B45}"/>
                </a:ext>
              </a:extLst>
            </p:cNvPr>
            <p:cNvSpPr/>
            <p:nvPr/>
          </p:nvSpPr>
          <p:spPr>
            <a:xfrm>
              <a:off x="1421130" y="4369561"/>
              <a:ext cx="434086" cy="442214"/>
            </a:xfrm>
            <a:custGeom>
              <a:avLst/>
              <a:gdLst>
                <a:gd name="connsiteX0" fmla="*/ 0 w 434086"/>
                <a:gd name="connsiteY0" fmla="*/ 442214 h 442214"/>
                <a:gd name="connsiteX1" fmla="*/ 0 w 434086"/>
                <a:gd name="connsiteY1" fmla="*/ 221107 h 442214"/>
                <a:gd name="connsiteX2" fmla="*/ 217043 w 434086"/>
                <a:gd name="connsiteY2" fmla="*/ 0 h 442214"/>
                <a:gd name="connsiteX3" fmla="*/ 217043 w 434086"/>
                <a:gd name="connsiteY3" fmla="*/ 0 h 442214"/>
                <a:gd name="connsiteX4" fmla="*/ 434086 w 434086"/>
                <a:gd name="connsiteY4" fmla="*/ 221107 h 442214"/>
                <a:gd name="connsiteX5" fmla="*/ 434086 w 434086"/>
                <a:gd name="connsiteY5" fmla="*/ 442214 h 442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86" h="442214">
                  <a:moveTo>
                    <a:pt x="0" y="442214"/>
                  </a:moveTo>
                  <a:lnTo>
                    <a:pt x="0" y="221107"/>
                  </a:lnTo>
                  <a:cubicBezTo>
                    <a:pt x="0" y="98997"/>
                    <a:pt x="97155" y="0"/>
                    <a:pt x="217043" y="0"/>
                  </a:cubicBezTo>
                  <a:lnTo>
                    <a:pt x="217043" y="0"/>
                  </a:lnTo>
                  <a:cubicBezTo>
                    <a:pt x="336868" y="0"/>
                    <a:pt x="434086" y="98997"/>
                    <a:pt x="434086" y="221107"/>
                  </a:cubicBezTo>
                  <a:lnTo>
                    <a:pt x="434086" y="442214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3" name="Forma libre 62">
              <a:extLst>
                <a:ext uri="{FF2B5EF4-FFF2-40B4-BE49-F238E27FC236}">
                  <a16:creationId xmlns:a16="http://schemas.microsoft.com/office/drawing/2014/main" id="{67449116-CF67-5378-38A0-A06E86C35922}"/>
                </a:ext>
              </a:extLst>
            </p:cNvPr>
            <p:cNvSpPr/>
            <p:nvPr/>
          </p:nvSpPr>
          <p:spPr>
            <a:xfrm>
              <a:off x="1638173" y="4281043"/>
              <a:ext cx="6350" cy="76327"/>
            </a:xfrm>
            <a:custGeom>
              <a:avLst/>
              <a:gdLst>
                <a:gd name="connsiteX0" fmla="*/ 0 w 6350"/>
                <a:gd name="connsiteY0" fmla="*/ 76327 h 76327"/>
                <a:gd name="connsiteX1" fmla="*/ 0 w 6350"/>
                <a:gd name="connsiteY1" fmla="*/ 0 h 7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76327">
                  <a:moveTo>
                    <a:pt x="0" y="76327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64" name="Gráfico 4">
            <a:extLst>
              <a:ext uri="{FF2B5EF4-FFF2-40B4-BE49-F238E27FC236}">
                <a16:creationId xmlns:a16="http://schemas.microsoft.com/office/drawing/2014/main" id="{6FDB2CF2-554F-7278-CF4E-4A496C7A50F5}"/>
              </a:ext>
            </a:extLst>
          </p:cNvPr>
          <p:cNvGrpSpPr/>
          <p:nvPr/>
        </p:nvGrpSpPr>
        <p:grpSpPr>
          <a:xfrm>
            <a:off x="4293044" y="4229100"/>
            <a:ext cx="735202" cy="613473"/>
            <a:chOff x="4293044" y="4229100"/>
            <a:chExt cx="735202" cy="613473"/>
          </a:xfrm>
          <a:noFill/>
        </p:grpSpPr>
        <p:sp>
          <p:nvSpPr>
            <p:cNvPr id="65" name="Forma libre 64">
              <a:extLst>
                <a:ext uri="{FF2B5EF4-FFF2-40B4-BE49-F238E27FC236}">
                  <a16:creationId xmlns:a16="http://schemas.microsoft.com/office/drawing/2014/main" id="{F29B0D4F-AED9-F95A-CEF2-42412FBD1796}"/>
                </a:ext>
              </a:extLst>
            </p:cNvPr>
            <p:cNvSpPr/>
            <p:nvPr/>
          </p:nvSpPr>
          <p:spPr>
            <a:xfrm>
              <a:off x="4576064" y="4229100"/>
              <a:ext cx="169164" cy="84582"/>
            </a:xfrm>
            <a:custGeom>
              <a:avLst/>
              <a:gdLst>
                <a:gd name="connsiteX0" fmla="*/ 0 w 169164"/>
                <a:gd name="connsiteY0" fmla="*/ 84582 h 84582"/>
                <a:gd name="connsiteX1" fmla="*/ 84582 w 169164"/>
                <a:gd name="connsiteY1" fmla="*/ 0 h 84582"/>
                <a:gd name="connsiteX2" fmla="*/ 169164 w 169164"/>
                <a:gd name="connsiteY2" fmla="*/ 84582 h 8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9164" h="84582">
                  <a:moveTo>
                    <a:pt x="0" y="84582"/>
                  </a:moveTo>
                  <a:cubicBezTo>
                    <a:pt x="0" y="37846"/>
                    <a:pt x="37846" y="0"/>
                    <a:pt x="84582" y="0"/>
                  </a:cubicBezTo>
                  <a:cubicBezTo>
                    <a:pt x="131318" y="0"/>
                    <a:pt x="169164" y="37846"/>
                    <a:pt x="169164" y="84582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6" name="Forma libre 65">
              <a:extLst>
                <a:ext uri="{FF2B5EF4-FFF2-40B4-BE49-F238E27FC236}">
                  <a16:creationId xmlns:a16="http://schemas.microsoft.com/office/drawing/2014/main" id="{B5BB669F-5CFC-C8B2-57A0-8BA1835B24CF}"/>
                </a:ext>
              </a:extLst>
            </p:cNvPr>
            <p:cNvSpPr/>
            <p:nvPr/>
          </p:nvSpPr>
          <p:spPr>
            <a:xfrm>
              <a:off x="4293044" y="4443984"/>
              <a:ext cx="735202" cy="180943"/>
            </a:xfrm>
            <a:custGeom>
              <a:avLst/>
              <a:gdLst>
                <a:gd name="connsiteX0" fmla="*/ 0 w 735202"/>
                <a:gd name="connsiteY0" fmla="*/ 4445 h 180943"/>
                <a:gd name="connsiteX1" fmla="*/ 0 w 735202"/>
                <a:gd name="connsiteY1" fmla="*/ 4635 h 180943"/>
                <a:gd name="connsiteX2" fmla="*/ 176911 w 735202"/>
                <a:gd name="connsiteY2" fmla="*/ 121729 h 180943"/>
                <a:gd name="connsiteX3" fmla="*/ 176721 w 735202"/>
                <a:gd name="connsiteY3" fmla="*/ 121729 h 180943"/>
                <a:gd name="connsiteX4" fmla="*/ 177038 w 735202"/>
                <a:gd name="connsiteY4" fmla="*/ 121729 h 180943"/>
                <a:gd name="connsiteX5" fmla="*/ 182372 w 735202"/>
                <a:gd name="connsiteY5" fmla="*/ 122110 h 180943"/>
                <a:gd name="connsiteX6" fmla="*/ 188849 w 735202"/>
                <a:gd name="connsiteY6" fmla="*/ 122491 h 180943"/>
                <a:gd name="connsiteX7" fmla="*/ 303784 w 735202"/>
                <a:gd name="connsiteY7" fmla="*/ 124587 h 180943"/>
                <a:gd name="connsiteX8" fmla="*/ 311086 w 735202"/>
                <a:gd name="connsiteY8" fmla="*/ 126238 h 180943"/>
                <a:gd name="connsiteX9" fmla="*/ 311214 w 735202"/>
                <a:gd name="connsiteY9" fmla="*/ 126238 h 180943"/>
                <a:gd name="connsiteX10" fmla="*/ 366522 w 735202"/>
                <a:gd name="connsiteY10" fmla="*/ 180276 h 180943"/>
                <a:gd name="connsiteX11" fmla="*/ 368681 w 735202"/>
                <a:gd name="connsiteY11" fmla="*/ 180276 h 180943"/>
                <a:gd name="connsiteX12" fmla="*/ 423101 w 735202"/>
                <a:gd name="connsiteY12" fmla="*/ 126492 h 180943"/>
                <a:gd name="connsiteX13" fmla="*/ 424878 w 735202"/>
                <a:gd name="connsiteY13" fmla="*/ 125984 h 180943"/>
                <a:gd name="connsiteX14" fmla="*/ 450342 w 735202"/>
                <a:gd name="connsiteY14" fmla="*/ 122428 h 180943"/>
                <a:gd name="connsiteX15" fmla="*/ 553021 w 735202"/>
                <a:gd name="connsiteY15" fmla="*/ 122047 h 180943"/>
                <a:gd name="connsiteX16" fmla="*/ 735203 w 735202"/>
                <a:gd name="connsiteY16" fmla="*/ 0 h 18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35202" h="180943">
                  <a:moveTo>
                    <a:pt x="0" y="4445"/>
                  </a:moveTo>
                  <a:lnTo>
                    <a:pt x="0" y="4635"/>
                  </a:lnTo>
                  <a:cubicBezTo>
                    <a:pt x="4064" y="75755"/>
                    <a:pt x="-26924" y="121729"/>
                    <a:pt x="176911" y="121729"/>
                  </a:cubicBezTo>
                  <a:lnTo>
                    <a:pt x="176721" y="121729"/>
                  </a:lnTo>
                  <a:cubicBezTo>
                    <a:pt x="176721" y="121729"/>
                    <a:pt x="176911" y="121729"/>
                    <a:pt x="177038" y="121729"/>
                  </a:cubicBezTo>
                  <a:cubicBezTo>
                    <a:pt x="178816" y="121857"/>
                    <a:pt x="180594" y="121983"/>
                    <a:pt x="182372" y="122110"/>
                  </a:cubicBezTo>
                  <a:cubicBezTo>
                    <a:pt x="184531" y="122238"/>
                    <a:pt x="186690" y="122364"/>
                    <a:pt x="188849" y="122491"/>
                  </a:cubicBezTo>
                  <a:cubicBezTo>
                    <a:pt x="195009" y="122809"/>
                    <a:pt x="297752" y="123444"/>
                    <a:pt x="303784" y="124587"/>
                  </a:cubicBezTo>
                  <a:cubicBezTo>
                    <a:pt x="306324" y="125095"/>
                    <a:pt x="308737" y="125666"/>
                    <a:pt x="311086" y="126238"/>
                  </a:cubicBezTo>
                  <a:cubicBezTo>
                    <a:pt x="311086" y="126238"/>
                    <a:pt x="311150" y="126238"/>
                    <a:pt x="311214" y="126238"/>
                  </a:cubicBezTo>
                  <a:cubicBezTo>
                    <a:pt x="347154" y="137414"/>
                    <a:pt x="362585" y="170307"/>
                    <a:pt x="366522" y="180276"/>
                  </a:cubicBezTo>
                  <a:cubicBezTo>
                    <a:pt x="366903" y="181165"/>
                    <a:pt x="368300" y="181165"/>
                    <a:pt x="368681" y="180276"/>
                  </a:cubicBezTo>
                  <a:cubicBezTo>
                    <a:pt x="372618" y="170370"/>
                    <a:pt x="387795" y="137922"/>
                    <a:pt x="423101" y="126492"/>
                  </a:cubicBezTo>
                  <a:cubicBezTo>
                    <a:pt x="423672" y="126301"/>
                    <a:pt x="424307" y="126174"/>
                    <a:pt x="424878" y="125984"/>
                  </a:cubicBezTo>
                  <a:cubicBezTo>
                    <a:pt x="433197" y="123952"/>
                    <a:pt x="441706" y="122872"/>
                    <a:pt x="450342" y="122428"/>
                  </a:cubicBezTo>
                  <a:cubicBezTo>
                    <a:pt x="452374" y="122301"/>
                    <a:pt x="551053" y="122047"/>
                    <a:pt x="553021" y="122047"/>
                  </a:cubicBezTo>
                  <a:cubicBezTo>
                    <a:pt x="735203" y="122047"/>
                    <a:pt x="734949" y="75628"/>
                    <a:pt x="735203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67" name="Forma libre 66">
              <a:extLst>
                <a:ext uri="{FF2B5EF4-FFF2-40B4-BE49-F238E27FC236}">
                  <a16:creationId xmlns:a16="http://schemas.microsoft.com/office/drawing/2014/main" id="{D9B4FE85-E7E8-7637-116D-93F58633ACDC}"/>
                </a:ext>
              </a:extLst>
            </p:cNvPr>
            <p:cNvSpPr/>
            <p:nvPr/>
          </p:nvSpPr>
          <p:spPr>
            <a:xfrm>
              <a:off x="4293044" y="4313682"/>
              <a:ext cx="735139" cy="528891"/>
            </a:xfrm>
            <a:custGeom>
              <a:avLst/>
              <a:gdLst>
                <a:gd name="connsiteX0" fmla="*/ 691134 w 735139"/>
                <a:gd name="connsiteY0" fmla="*/ 0 h 528891"/>
                <a:gd name="connsiteX1" fmla="*/ 735139 w 735139"/>
                <a:gd name="connsiteY1" fmla="*/ 44006 h 528891"/>
                <a:gd name="connsiteX2" fmla="*/ 735139 w 735139"/>
                <a:gd name="connsiteY2" fmla="*/ 484886 h 528891"/>
                <a:gd name="connsiteX3" fmla="*/ 691134 w 735139"/>
                <a:gd name="connsiteY3" fmla="*/ 528891 h 528891"/>
                <a:gd name="connsiteX4" fmla="*/ 44006 w 735139"/>
                <a:gd name="connsiteY4" fmla="*/ 528891 h 528891"/>
                <a:gd name="connsiteX5" fmla="*/ 0 w 735139"/>
                <a:gd name="connsiteY5" fmla="*/ 484886 h 528891"/>
                <a:gd name="connsiteX6" fmla="*/ 0 w 735139"/>
                <a:gd name="connsiteY6" fmla="*/ 44006 h 528891"/>
                <a:gd name="connsiteX7" fmla="*/ 44006 w 735139"/>
                <a:gd name="connsiteY7" fmla="*/ 0 h 528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5139" h="528891">
                  <a:moveTo>
                    <a:pt x="691134" y="0"/>
                  </a:moveTo>
                  <a:cubicBezTo>
                    <a:pt x="715437" y="0"/>
                    <a:pt x="735139" y="19702"/>
                    <a:pt x="735139" y="44006"/>
                  </a:cubicBezTo>
                  <a:lnTo>
                    <a:pt x="735139" y="484886"/>
                  </a:lnTo>
                  <a:cubicBezTo>
                    <a:pt x="735139" y="509190"/>
                    <a:pt x="715437" y="528891"/>
                    <a:pt x="691134" y="528891"/>
                  </a:cubicBezTo>
                  <a:lnTo>
                    <a:pt x="44006" y="528891"/>
                  </a:lnTo>
                  <a:cubicBezTo>
                    <a:pt x="19702" y="528891"/>
                    <a:pt x="0" y="509190"/>
                    <a:pt x="0" y="484886"/>
                  </a:cubicBezTo>
                  <a:lnTo>
                    <a:pt x="0" y="44006"/>
                  </a:lnTo>
                  <a:cubicBezTo>
                    <a:pt x="0" y="19702"/>
                    <a:pt x="19702" y="0"/>
                    <a:pt x="44006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68" name="Gráfico 4">
            <a:extLst>
              <a:ext uri="{FF2B5EF4-FFF2-40B4-BE49-F238E27FC236}">
                <a16:creationId xmlns:a16="http://schemas.microsoft.com/office/drawing/2014/main" id="{7BCA619E-1792-9383-919B-4EF8A39769A3}"/>
              </a:ext>
            </a:extLst>
          </p:cNvPr>
          <p:cNvGrpSpPr/>
          <p:nvPr/>
        </p:nvGrpSpPr>
        <p:grpSpPr>
          <a:xfrm>
            <a:off x="2781744" y="4369498"/>
            <a:ext cx="735139" cy="480250"/>
            <a:chOff x="2781744" y="4369498"/>
            <a:chExt cx="735139" cy="480250"/>
          </a:xfrm>
          <a:noFill/>
        </p:grpSpPr>
        <p:sp>
          <p:nvSpPr>
            <p:cNvPr id="69" name="Forma libre 68">
              <a:extLst>
                <a:ext uri="{FF2B5EF4-FFF2-40B4-BE49-F238E27FC236}">
                  <a16:creationId xmlns:a16="http://schemas.microsoft.com/office/drawing/2014/main" id="{355293AA-5109-15F3-A938-CE9D188D602B}"/>
                </a:ext>
              </a:extLst>
            </p:cNvPr>
            <p:cNvSpPr/>
            <p:nvPr/>
          </p:nvSpPr>
          <p:spPr>
            <a:xfrm>
              <a:off x="3156330" y="4405884"/>
              <a:ext cx="345884" cy="241490"/>
            </a:xfrm>
            <a:custGeom>
              <a:avLst/>
              <a:gdLst>
                <a:gd name="connsiteX0" fmla="*/ 345885 w 345884"/>
                <a:gd name="connsiteY0" fmla="*/ 0 h 241490"/>
                <a:gd name="connsiteX1" fmla="*/ 0 w 345884"/>
                <a:gd name="connsiteY1" fmla="*/ 241490 h 24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5884" h="241490">
                  <a:moveTo>
                    <a:pt x="345885" y="0"/>
                  </a:moveTo>
                  <a:cubicBezTo>
                    <a:pt x="204089" y="37973"/>
                    <a:pt x="58230" y="138747"/>
                    <a:pt x="0" y="24149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0" name="Forma libre 69">
              <a:extLst>
                <a:ext uri="{FF2B5EF4-FFF2-40B4-BE49-F238E27FC236}">
                  <a16:creationId xmlns:a16="http://schemas.microsoft.com/office/drawing/2014/main" id="{F4405360-E7B1-D89B-C798-0D543F6E317D}"/>
                </a:ext>
              </a:extLst>
            </p:cNvPr>
            <p:cNvSpPr/>
            <p:nvPr/>
          </p:nvSpPr>
          <p:spPr>
            <a:xfrm>
              <a:off x="2795777" y="4405884"/>
              <a:ext cx="360552" cy="241490"/>
            </a:xfrm>
            <a:custGeom>
              <a:avLst/>
              <a:gdLst>
                <a:gd name="connsiteX0" fmla="*/ 0 w 360552"/>
                <a:gd name="connsiteY0" fmla="*/ 0 h 241490"/>
                <a:gd name="connsiteX1" fmla="*/ 360553 w 360552"/>
                <a:gd name="connsiteY1" fmla="*/ 241490 h 24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0552" h="241490">
                  <a:moveTo>
                    <a:pt x="0" y="0"/>
                  </a:moveTo>
                  <a:cubicBezTo>
                    <a:pt x="144589" y="35877"/>
                    <a:pt x="295910" y="137160"/>
                    <a:pt x="360553" y="24149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1" name="Forma libre 70">
              <a:extLst>
                <a:ext uri="{FF2B5EF4-FFF2-40B4-BE49-F238E27FC236}">
                  <a16:creationId xmlns:a16="http://schemas.microsoft.com/office/drawing/2014/main" id="{F99FF8BB-8F59-B228-973D-9F0874F9DCCE}"/>
                </a:ext>
              </a:extLst>
            </p:cNvPr>
            <p:cNvSpPr/>
            <p:nvPr/>
          </p:nvSpPr>
          <p:spPr>
            <a:xfrm>
              <a:off x="2781744" y="4369498"/>
              <a:ext cx="735139" cy="480250"/>
            </a:xfrm>
            <a:custGeom>
              <a:avLst/>
              <a:gdLst>
                <a:gd name="connsiteX0" fmla="*/ 691134 w 735139"/>
                <a:gd name="connsiteY0" fmla="*/ 0 h 480250"/>
                <a:gd name="connsiteX1" fmla="*/ 735139 w 735139"/>
                <a:gd name="connsiteY1" fmla="*/ 44005 h 480250"/>
                <a:gd name="connsiteX2" fmla="*/ 735139 w 735139"/>
                <a:gd name="connsiteY2" fmla="*/ 436245 h 480250"/>
                <a:gd name="connsiteX3" fmla="*/ 691134 w 735139"/>
                <a:gd name="connsiteY3" fmla="*/ 480250 h 480250"/>
                <a:gd name="connsiteX4" fmla="*/ 44005 w 735139"/>
                <a:gd name="connsiteY4" fmla="*/ 480250 h 480250"/>
                <a:gd name="connsiteX5" fmla="*/ 0 w 735139"/>
                <a:gd name="connsiteY5" fmla="*/ 436245 h 480250"/>
                <a:gd name="connsiteX6" fmla="*/ 0 w 735139"/>
                <a:gd name="connsiteY6" fmla="*/ 44005 h 480250"/>
                <a:gd name="connsiteX7" fmla="*/ 44005 w 735139"/>
                <a:gd name="connsiteY7" fmla="*/ 0 h 48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5139" h="480250">
                  <a:moveTo>
                    <a:pt x="691134" y="0"/>
                  </a:moveTo>
                  <a:cubicBezTo>
                    <a:pt x="715437" y="0"/>
                    <a:pt x="735139" y="19702"/>
                    <a:pt x="735139" y="44005"/>
                  </a:cubicBezTo>
                  <a:lnTo>
                    <a:pt x="735139" y="436245"/>
                  </a:lnTo>
                  <a:cubicBezTo>
                    <a:pt x="735139" y="460549"/>
                    <a:pt x="715437" y="480250"/>
                    <a:pt x="691134" y="480250"/>
                  </a:cubicBezTo>
                  <a:lnTo>
                    <a:pt x="44005" y="480250"/>
                  </a:lnTo>
                  <a:cubicBezTo>
                    <a:pt x="19702" y="480250"/>
                    <a:pt x="0" y="460549"/>
                    <a:pt x="0" y="436245"/>
                  </a:cubicBezTo>
                  <a:lnTo>
                    <a:pt x="0" y="44005"/>
                  </a:lnTo>
                  <a:cubicBezTo>
                    <a:pt x="0" y="19702"/>
                    <a:pt x="19702" y="0"/>
                    <a:pt x="44005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2" name="Forma libre 71">
              <a:extLst>
                <a:ext uri="{FF2B5EF4-FFF2-40B4-BE49-F238E27FC236}">
                  <a16:creationId xmlns:a16="http://schemas.microsoft.com/office/drawing/2014/main" id="{255BB5AE-F73D-CFFB-CB71-EB18B8A67D2F}"/>
                </a:ext>
              </a:extLst>
            </p:cNvPr>
            <p:cNvSpPr/>
            <p:nvPr/>
          </p:nvSpPr>
          <p:spPr>
            <a:xfrm>
              <a:off x="2808668" y="4578159"/>
              <a:ext cx="276860" cy="240982"/>
            </a:xfrm>
            <a:custGeom>
              <a:avLst/>
              <a:gdLst>
                <a:gd name="connsiteX0" fmla="*/ 276860 w 276860"/>
                <a:gd name="connsiteY0" fmla="*/ 0 h 240982"/>
                <a:gd name="connsiteX1" fmla="*/ 0 w 276860"/>
                <a:gd name="connsiteY1" fmla="*/ 240982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860" h="240982">
                  <a:moveTo>
                    <a:pt x="276860" y="0"/>
                  </a:moveTo>
                  <a:lnTo>
                    <a:pt x="0" y="24098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3" name="Forma libre 72">
              <a:extLst>
                <a:ext uri="{FF2B5EF4-FFF2-40B4-BE49-F238E27FC236}">
                  <a16:creationId xmlns:a16="http://schemas.microsoft.com/office/drawing/2014/main" id="{5A5285F5-0722-FF64-5C67-393ED3BE1608}"/>
                </a:ext>
              </a:extLst>
            </p:cNvPr>
            <p:cNvSpPr/>
            <p:nvPr/>
          </p:nvSpPr>
          <p:spPr>
            <a:xfrm>
              <a:off x="3225355" y="4578159"/>
              <a:ext cx="276859" cy="240982"/>
            </a:xfrm>
            <a:custGeom>
              <a:avLst/>
              <a:gdLst>
                <a:gd name="connsiteX0" fmla="*/ 0 w 276859"/>
                <a:gd name="connsiteY0" fmla="*/ 0 h 240982"/>
                <a:gd name="connsiteX1" fmla="*/ 276860 w 276859"/>
                <a:gd name="connsiteY1" fmla="*/ 240982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859" h="240982">
                  <a:moveTo>
                    <a:pt x="0" y="0"/>
                  </a:moveTo>
                  <a:lnTo>
                    <a:pt x="276860" y="24098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74" name="Gráfico 4">
            <a:extLst>
              <a:ext uri="{FF2B5EF4-FFF2-40B4-BE49-F238E27FC236}">
                <a16:creationId xmlns:a16="http://schemas.microsoft.com/office/drawing/2014/main" id="{F6FAB54D-EF5C-4F23-5337-AF0CB4D53F26}"/>
              </a:ext>
            </a:extLst>
          </p:cNvPr>
          <p:cNvGrpSpPr/>
          <p:nvPr/>
        </p:nvGrpSpPr>
        <p:grpSpPr>
          <a:xfrm>
            <a:off x="1348803" y="5377497"/>
            <a:ext cx="555244" cy="646112"/>
            <a:chOff x="1348803" y="5377497"/>
            <a:chExt cx="555244" cy="646112"/>
          </a:xfrm>
          <a:noFill/>
        </p:grpSpPr>
        <p:sp>
          <p:nvSpPr>
            <p:cNvPr id="75" name="Forma libre 74">
              <a:extLst>
                <a:ext uri="{FF2B5EF4-FFF2-40B4-BE49-F238E27FC236}">
                  <a16:creationId xmlns:a16="http://schemas.microsoft.com/office/drawing/2014/main" id="{5DD0A03E-6296-D17D-804B-288224C5D947}"/>
                </a:ext>
              </a:extLst>
            </p:cNvPr>
            <p:cNvSpPr/>
            <p:nvPr/>
          </p:nvSpPr>
          <p:spPr>
            <a:xfrm>
              <a:off x="1348803" y="5377497"/>
              <a:ext cx="555244" cy="49212"/>
            </a:xfrm>
            <a:custGeom>
              <a:avLst/>
              <a:gdLst>
                <a:gd name="connsiteX0" fmla="*/ 0 w 555244"/>
                <a:gd name="connsiteY0" fmla="*/ 49212 h 49212"/>
                <a:gd name="connsiteX1" fmla="*/ 218757 w 555244"/>
                <a:gd name="connsiteY1" fmla="*/ 49212 h 49212"/>
                <a:gd name="connsiteX2" fmla="*/ 223075 w 555244"/>
                <a:gd name="connsiteY2" fmla="*/ 48895 h 49212"/>
                <a:gd name="connsiteX3" fmla="*/ 241110 w 555244"/>
                <a:gd name="connsiteY3" fmla="*/ 45593 h 49212"/>
                <a:gd name="connsiteX4" fmla="*/ 242316 w 555244"/>
                <a:gd name="connsiteY4" fmla="*/ 45212 h 49212"/>
                <a:gd name="connsiteX5" fmla="*/ 280988 w 555244"/>
                <a:gd name="connsiteY5" fmla="*/ 571 h 49212"/>
                <a:gd name="connsiteX6" fmla="*/ 282511 w 555244"/>
                <a:gd name="connsiteY6" fmla="*/ 571 h 49212"/>
                <a:gd name="connsiteX7" fmla="*/ 321754 w 555244"/>
                <a:gd name="connsiteY7" fmla="*/ 45402 h 49212"/>
                <a:gd name="connsiteX8" fmla="*/ 321818 w 555244"/>
                <a:gd name="connsiteY8" fmla="*/ 45402 h 49212"/>
                <a:gd name="connsiteX9" fmla="*/ 327025 w 555244"/>
                <a:gd name="connsiteY9" fmla="*/ 46799 h 49212"/>
                <a:gd name="connsiteX10" fmla="*/ 339979 w 555244"/>
                <a:gd name="connsiteY10" fmla="*/ 48577 h 49212"/>
                <a:gd name="connsiteX11" fmla="*/ 344614 w 555244"/>
                <a:gd name="connsiteY11" fmla="*/ 48895 h 49212"/>
                <a:gd name="connsiteX12" fmla="*/ 348361 w 555244"/>
                <a:gd name="connsiteY12" fmla="*/ 49212 h 49212"/>
                <a:gd name="connsiteX13" fmla="*/ 348551 w 555244"/>
                <a:gd name="connsiteY13" fmla="*/ 49212 h 49212"/>
                <a:gd name="connsiteX14" fmla="*/ 555244 w 555244"/>
                <a:gd name="connsiteY14" fmla="*/ 49212 h 4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5244" h="49212">
                  <a:moveTo>
                    <a:pt x="0" y="49212"/>
                  </a:moveTo>
                  <a:lnTo>
                    <a:pt x="218757" y="49212"/>
                  </a:lnTo>
                  <a:cubicBezTo>
                    <a:pt x="220154" y="49086"/>
                    <a:pt x="221615" y="49022"/>
                    <a:pt x="223075" y="48895"/>
                  </a:cubicBezTo>
                  <a:cubicBezTo>
                    <a:pt x="229171" y="48514"/>
                    <a:pt x="235268" y="47307"/>
                    <a:pt x="241110" y="45593"/>
                  </a:cubicBezTo>
                  <a:cubicBezTo>
                    <a:pt x="241491" y="45466"/>
                    <a:pt x="241935" y="45339"/>
                    <a:pt x="242316" y="45212"/>
                  </a:cubicBezTo>
                  <a:cubicBezTo>
                    <a:pt x="267399" y="35750"/>
                    <a:pt x="278194" y="8826"/>
                    <a:pt x="280988" y="571"/>
                  </a:cubicBezTo>
                  <a:cubicBezTo>
                    <a:pt x="281242" y="-190"/>
                    <a:pt x="282257" y="-190"/>
                    <a:pt x="282511" y="571"/>
                  </a:cubicBezTo>
                  <a:cubicBezTo>
                    <a:pt x="285305" y="8826"/>
                    <a:pt x="296227" y="36131"/>
                    <a:pt x="321754" y="45402"/>
                  </a:cubicBezTo>
                  <a:cubicBezTo>
                    <a:pt x="321754" y="45402"/>
                    <a:pt x="321754" y="45402"/>
                    <a:pt x="321818" y="45402"/>
                  </a:cubicBezTo>
                  <a:cubicBezTo>
                    <a:pt x="323469" y="45911"/>
                    <a:pt x="325183" y="46355"/>
                    <a:pt x="327025" y="46799"/>
                  </a:cubicBezTo>
                  <a:cubicBezTo>
                    <a:pt x="331279" y="47752"/>
                    <a:pt x="335661" y="48260"/>
                    <a:pt x="339979" y="48577"/>
                  </a:cubicBezTo>
                  <a:cubicBezTo>
                    <a:pt x="341503" y="48705"/>
                    <a:pt x="343091" y="48768"/>
                    <a:pt x="344614" y="48895"/>
                  </a:cubicBezTo>
                  <a:cubicBezTo>
                    <a:pt x="345885" y="48958"/>
                    <a:pt x="347154" y="49086"/>
                    <a:pt x="348361" y="49212"/>
                  </a:cubicBezTo>
                  <a:cubicBezTo>
                    <a:pt x="348424" y="49212"/>
                    <a:pt x="348488" y="49212"/>
                    <a:pt x="348551" y="49212"/>
                  </a:cubicBezTo>
                  <a:lnTo>
                    <a:pt x="555244" y="49212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6" name="Forma libre 75">
              <a:extLst>
                <a:ext uri="{FF2B5EF4-FFF2-40B4-BE49-F238E27FC236}">
                  <a16:creationId xmlns:a16="http://schemas.microsoft.com/office/drawing/2014/main" id="{A151194A-7912-650E-5E92-9B25BCF55ECF}"/>
                </a:ext>
              </a:extLst>
            </p:cNvPr>
            <p:cNvSpPr/>
            <p:nvPr/>
          </p:nvSpPr>
          <p:spPr>
            <a:xfrm>
              <a:off x="1348803" y="5434139"/>
              <a:ext cx="555244" cy="373760"/>
            </a:xfrm>
            <a:custGeom>
              <a:avLst/>
              <a:gdLst>
                <a:gd name="connsiteX0" fmla="*/ 555244 w 555244"/>
                <a:gd name="connsiteY0" fmla="*/ 0 h 373760"/>
                <a:gd name="connsiteX1" fmla="*/ 555244 w 555244"/>
                <a:gd name="connsiteY1" fmla="*/ 313880 h 373760"/>
                <a:gd name="connsiteX2" fmla="*/ 503555 w 555244"/>
                <a:gd name="connsiteY2" fmla="*/ 373761 h 373760"/>
                <a:gd name="connsiteX3" fmla="*/ 51689 w 555244"/>
                <a:gd name="connsiteY3" fmla="*/ 373761 h 373760"/>
                <a:gd name="connsiteX4" fmla="*/ 0 w 555244"/>
                <a:gd name="connsiteY4" fmla="*/ 313880 h 373760"/>
                <a:gd name="connsiteX5" fmla="*/ 0 w 555244"/>
                <a:gd name="connsiteY5" fmla="*/ 0 h 37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5244" h="373760">
                  <a:moveTo>
                    <a:pt x="555244" y="0"/>
                  </a:moveTo>
                  <a:lnTo>
                    <a:pt x="555244" y="313880"/>
                  </a:lnTo>
                  <a:cubicBezTo>
                    <a:pt x="555244" y="352552"/>
                    <a:pt x="532067" y="373761"/>
                    <a:pt x="503555" y="373761"/>
                  </a:cubicBezTo>
                  <a:lnTo>
                    <a:pt x="51689" y="373761"/>
                  </a:lnTo>
                  <a:cubicBezTo>
                    <a:pt x="23114" y="373761"/>
                    <a:pt x="0" y="352615"/>
                    <a:pt x="0" y="31388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7" name="Forma libre 76">
              <a:extLst>
                <a:ext uri="{FF2B5EF4-FFF2-40B4-BE49-F238E27FC236}">
                  <a16:creationId xmlns:a16="http://schemas.microsoft.com/office/drawing/2014/main" id="{89105B6A-371C-CD81-CCDE-59B764CE6442}"/>
                </a:ext>
              </a:extLst>
            </p:cNvPr>
            <p:cNvSpPr/>
            <p:nvPr/>
          </p:nvSpPr>
          <p:spPr>
            <a:xfrm>
              <a:off x="1621726" y="5815330"/>
              <a:ext cx="6350" cy="143446"/>
            </a:xfrm>
            <a:custGeom>
              <a:avLst/>
              <a:gdLst>
                <a:gd name="connsiteX0" fmla="*/ 0 w 6350"/>
                <a:gd name="connsiteY0" fmla="*/ 0 h 143446"/>
                <a:gd name="connsiteX1" fmla="*/ 0 w 6350"/>
                <a:gd name="connsiteY1" fmla="*/ 143447 h 143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43446">
                  <a:moveTo>
                    <a:pt x="0" y="0"/>
                  </a:moveTo>
                  <a:lnTo>
                    <a:pt x="0" y="143447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8" name="Forma libre 77">
              <a:extLst>
                <a:ext uri="{FF2B5EF4-FFF2-40B4-BE49-F238E27FC236}">
                  <a16:creationId xmlns:a16="http://schemas.microsoft.com/office/drawing/2014/main" id="{D8E151C4-0BB4-66A4-768B-9685C1F12611}"/>
                </a:ext>
              </a:extLst>
            </p:cNvPr>
            <p:cNvSpPr/>
            <p:nvPr/>
          </p:nvSpPr>
          <p:spPr>
            <a:xfrm>
              <a:off x="1727835" y="5815330"/>
              <a:ext cx="70992" cy="208280"/>
            </a:xfrm>
            <a:custGeom>
              <a:avLst/>
              <a:gdLst>
                <a:gd name="connsiteX0" fmla="*/ 0 w 70992"/>
                <a:gd name="connsiteY0" fmla="*/ 0 h 208280"/>
                <a:gd name="connsiteX1" fmla="*/ 70993 w 70992"/>
                <a:gd name="connsiteY1" fmla="*/ 20828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92" h="208280">
                  <a:moveTo>
                    <a:pt x="0" y="0"/>
                  </a:moveTo>
                  <a:lnTo>
                    <a:pt x="70993" y="20828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9" name="Forma libre 78">
              <a:extLst>
                <a:ext uri="{FF2B5EF4-FFF2-40B4-BE49-F238E27FC236}">
                  <a16:creationId xmlns:a16="http://schemas.microsoft.com/office/drawing/2014/main" id="{9BD02214-E71C-38D1-7E6D-56CEB96AF865}"/>
                </a:ext>
              </a:extLst>
            </p:cNvPr>
            <p:cNvSpPr/>
            <p:nvPr/>
          </p:nvSpPr>
          <p:spPr>
            <a:xfrm>
              <a:off x="1457769" y="5815330"/>
              <a:ext cx="70993" cy="208280"/>
            </a:xfrm>
            <a:custGeom>
              <a:avLst/>
              <a:gdLst>
                <a:gd name="connsiteX0" fmla="*/ 70993 w 70993"/>
                <a:gd name="connsiteY0" fmla="*/ 0 h 208280"/>
                <a:gd name="connsiteX1" fmla="*/ 0 w 70993"/>
                <a:gd name="connsiteY1" fmla="*/ 208280 h 2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993" h="208280">
                  <a:moveTo>
                    <a:pt x="70993" y="0"/>
                  </a:moveTo>
                  <a:lnTo>
                    <a:pt x="0" y="20828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0" name="Forma libre 79">
              <a:extLst>
                <a:ext uri="{FF2B5EF4-FFF2-40B4-BE49-F238E27FC236}">
                  <a16:creationId xmlns:a16="http://schemas.microsoft.com/office/drawing/2014/main" id="{EB002770-5ABE-B6B9-7631-7F0715786D49}"/>
                </a:ext>
              </a:extLst>
            </p:cNvPr>
            <p:cNvSpPr/>
            <p:nvPr/>
          </p:nvSpPr>
          <p:spPr>
            <a:xfrm>
              <a:off x="1359789" y="5526595"/>
              <a:ext cx="544258" cy="6350"/>
            </a:xfrm>
            <a:custGeom>
              <a:avLst/>
              <a:gdLst>
                <a:gd name="connsiteX0" fmla="*/ 0 w 544258"/>
                <a:gd name="connsiteY0" fmla="*/ 0 h 6350"/>
                <a:gd name="connsiteX1" fmla="*/ 544259 w 544258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44258" h="6350">
                  <a:moveTo>
                    <a:pt x="0" y="0"/>
                  </a:moveTo>
                  <a:lnTo>
                    <a:pt x="544259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dirty="0"/>
            </a:p>
          </p:txBody>
        </p:sp>
      </p:grpSp>
      <p:grpSp>
        <p:nvGrpSpPr>
          <p:cNvPr id="81" name="Gráfico 4">
            <a:extLst>
              <a:ext uri="{FF2B5EF4-FFF2-40B4-BE49-F238E27FC236}">
                <a16:creationId xmlns:a16="http://schemas.microsoft.com/office/drawing/2014/main" id="{B55E9043-14CA-A743-C6D2-905FD26BF151}"/>
              </a:ext>
            </a:extLst>
          </p:cNvPr>
          <p:cNvGrpSpPr/>
          <p:nvPr/>
        </p:nvGrpSpPr>
        <p:grpSpPr>
          <a:xfrm>
            <a:off x="4335462" y="5267642"/>
            <a:ext cx="650366" cy="723899"/>
            <a:chOff x="4335462" y="5267642"/>
            <a:chExt cx="650366" cy="723899"/>
          </a:xfrm>
        </p:grpSpPr>
        <p:sp>
          <p:nvSpPr>
            <p:cNvPr id="82" name="Forma libre 81">
              <a:extLst>
                <a:ext uri="{FF2B5EF4-FFF2-40B4-BE49-F238E27FC236}">
                  <a16:creationId xmlns:a16="http://schemas.microsoft.com/office/drawing/2014/main" id="{C216B494-817A-0EC7-AACB-8FBDC453757B}"/>
                </a:ext>
              </a:extLst>
            </p:cNvPr>
            <p:cNvSpPr/>
            <p:nvPr/>
          </p:nvSpPr>
          <p:spPr>
            <a:xfrm>
              <a:off x="4549902" y="5811313"/>
              <a:ext cx="183578" cy="47577"/>
            </a:xfrm>
            <a:custGeom>
              <a:avLst/>
              <a:gdLst>
                <a:gd name="connsiteX0" fmla="*/ 183578 w 183578"/>
                <a:gd name="connsiteY0" fmla="*/ 47514 h 47577"/>
                <a:gd name="connsiteX1" fmla="*/ 157988 w 183578"/>
                <a:gd name="connsiteY1" fmla="*/ 47514 h 47577"/>
                <a:gd name="connsiteX2" fmla="*/ 153607 w 183578"/>
                <a:gd name="connsiteY2" fmla="*/ 47260 h 47577"/>
                <a:gd name="connsiteX3" fmla="*/ 135318 w 183578"/>
                <a:gd name="connsiteY3" fmla="*/ 44085 h 47577"/>
                <a:gd name="connsiteX4" fmla="*/ 134112 w 183578"/>
                <a:gd name="connsiteY4" fmla="*/ 43704 h 47577"/>
                <a:gd name="connsiteX5" fmla="*/ 94932 w 183578"/>
                <a:gd name="connsiteY5" fmla="*/ 524 h 47577"/>
                <a:gd name="connsiteX6" fmla="*/ 93408 w 183578"/>
                <a:gd name="connsiteY6" fmla="*/ 524 h 47577"/>
                <a:gd name="connsiteX7" fmla="*/ 53657 w 183578"/>
                <a:gd name="connsiteY7" fmla="*/ 43894 h 47577"/>
                <a:gd name="connsiteX8" fmla="*/ 53594 w 183578"/>
                <a:gd name="connsiteY8" fmla="*/ 43894 h 47577"/>
                <a:gd name="connsiteX9" fmla="*/ 48323 w 183578"/>
                <a:gd name="connsiteY9" fmla="*/ 45228 h 47577"/>
                <a:gd name="connsiteX10" fmla="*/ 35179 w 183578"/>
                <a:gd name="connsiteY10" fmla="*/ 46942 h 47577"/>
                <a:gd name="connsiteX11" fmla="*/ 30480 w 183578"/>
                <a:gd name="connsiteY11" fmla="*/ 47260 h 47577"/>
                <a:gd name="connsiteX12" fmla="*/ 26670 w 183578"/>
                <a:gd name="connsiteY12" fmla="*/ 47577 h 47577"/>
                <a:gd name="connsiteX13" fmla="*/ 26416 w 183578"/>
                <a:gd name="connsiteY13" fmla="*/ 47577 h 47577"/>
                <a:gd name="connsiteX14" fmla="*/ 0 w 183578"/>
                <a:gd name="connsiteY14" fmla="*/ 47577 h 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3578" h="47577">
                  <a:moveTo>
                    <a:pt x="183578" y="47514"/>
                  </a:moveTo>
                  <a:lnTo>
                    <a:pt x="157988" y="47514"/>
                  </a:lnTo>
                  <a:cubicBezTo>
                    <a:pt x="156527" y="47387"/>
                    <a:pt x="155067" y="47323"/>
                    <a:pt x="153607" y="47260"/>
                  </a:cubicBezTo>
                  <a:cubicBezTo>
                    <a:pt x="147447" y="46879"/>
                    <a:pt x="141288" y="45736"/>
                    <a:pt x="135318" y="44085"/>
                  </a:cubicBezTo>
                  <a:cubicBezTo>
                    <a:pt x="134938" y="43958"/>
                    <a:pt x="134493" y="43831"/>
                    <a:pt x="134112" y="43704"/>
                  </a:cubicBezTo>
                  <a:cubicBezTo>
                    <a:pt x="108712" y="34560"/>
                    <a:pt x="97790" y="8461"/>
                    <a:pt x="94932" y="524"/>
                  </a:cubicBezTo>
                  <a:cubicBezTo>
                    <a:pt x="94678" y="-175"/>
                    <a:pt x="93663" y="-175"/>
                    <a:pt x="93408" y="524"/>
                  </a:cubicBezTo>
                  <a:cubicBezTo>
                    <a:pt x="90551" y="8525"/>
                    <a:pt x="79502" y="34877"/>
                    <a:pt x="53657" y="43894"/>
                  </a:cubicBezTo>
                  <a:cubicBezTo>
                    <a:pt x="53657" y="43894"/>
                    <a:pt x="53657" y="43894"/>
                    <a:pt x="53594" y="43894"/>
                  </a:cubicBezTo>
                  <a:cubicBezTo>
                    <a:pt x="51879" y="44402"/>
                    <a:pt x="50165" y="44847"/>
                    <a:pt x="48323" y="45228"/>
                  </a:cubicBezTo>
                  <a:cubicBezTo>
                    <a:pt x="44005" y="46180"/>
                    <a:pt x="39624" y="46625"/>
                    <a:pt x="35179" y="46942"/>
                  </a:cubicBezTo>
                  <a:cubicBezTo>
                    <a:pt x="33591" y="47069"/>
                    <a:pt x="32067" y="47133"/>
                    <a:pt x="30480" y="47260"/>
                  </a:cubicBezTo>
                  <a:cubicBezTo>
                    <a:pt x="29210" y="47323"/>
                    <a:pt x="27940" y="47450"/>
                    <a:pt x="26670" y="47577"/>
                  </a:cubicBezTo>
                  <a:cubicBezTo>
                    <a:pt x="26607" y="47577"/>
                    <a:pt x="26543" y="47577"/>
                    <a:pt x="26416" y="47577"/>
                  </a:cubicBezTo>
                  <a:lnTo>
                    <a:pt x="0" y="47577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3" name="Forma libre 82">
              <a:extLst>
                <a:ext uri="{FF2B5EF4-FFF2-40B4-BE49-F238E27FC236}">
                  <a16:creationId xmlns:a16="http://schemas.microsoft.com/office/drawing/2014/main" id="{AE4F5D66-1BA0-BA7A-7052-1189C1F7DF9D}"/>
                </a:ext>
              </a:extLst>
            </p:cNvPr>
            <p:cNvSpPr/>
            <p:nvPr/>
          </p:nvSpPr>
          <p:spPr>
            <a:xfrm>
              <a:off x="4633404" y="5506529"/>
              <a:ext cx="141478" cy="130746"/>
            </a:xfrm>
            <a:custGeom>
              <a:avLst/>
              <a:gdLst>
                <a:gd name="connsiteX0" fmla="*/ 118872 w 141478"/>
                <a:gd name="connsiteY0" fmla="*/ 130747 h 130746"/>
                <a:gd name="connsiteX1" fmla="*/ 141478 w 141478"/>
                <a:gd name="connsiteY1" fmla="*/ 130747 h 130746"/>
                <a:gd name="connsiteX2" fmla="*/ 100267 w 141478"/>
                <a:gd name="connsiteY2" fmla="*/ 41656 h 130746"/>
                <a:gd name="connsiteX3" fmla="*/ 0 w 141478"/>
                <a:gd name="connsiteY3" fmla="*/ 0 h 130746"/>
                <a:gd name="connsiteX4" fmla="*/ 0 w 141478"/>
                <a:gd name="connsiteY4" fmla="*/ 22606 h 130746"/>
                <a:gd name="connsiteX5" fmla="*/ 84328 w 141478"/>
                <a:gd name="connsiteY5" fmla="*/ 57595 h 130746"/>
                <a:gd name="connsiteX6" fmla="*/ 118936 w 141478"/>
                <a:gd name="connsiteY6" fmla="*/ 130747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78" h="130746">
                  <a:moveTo>
                    <a:pt x="118872" y="130747"/>
                  </a:moveTo>
                  <a:lnTo>
                    <a:pt x="141478" y="130747"/>
                  </a:lnTo>
                  <a:cubicBezTo>
                    <a:pt x="138874" y="97917"/>
                    <a:pt x="124905" y="66294"/>
                    <a:pt x="100267" y="41656"/>
                  </a:cubicBezTo>
                  <a:cubicBezTo>
                    <a:pt x="73470" y="14859"/>
                    <a:pt x="37846" y="64"/>
                    <a:pt x="0" y="0"/>
                  </a:cubicBezTo>
                  <a:lnTo>
                    <a:pt x="0" y="22606"/>
                  </a:lnTo>
                  <a:cubicBezTo>
                    <a:pt x="31877" y="22606"/>
                    <a:pt x="61786" y="35116"/>
                    <a:pt x="84328" y="57595"/>
                  </a:cubicBezTo>
                  <a:cubicBezTo>
                    <a:pt x="104585" y="77851"/>
                    <a:pt x="116332" y="103759"/>
                    <a:pt x="118936" y="130747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4" name="Forma libre 83">
              <a:extLst>
                <a:ext uri="{FF2B5EF4-FFF2-40B4-BE49-F238E27FC236}">
                  <a16:creationId xmlns:a16="http://schemas.microsoft.com/office/drawing/2014/main" id="{BFF171A1-F132-36F5-0D16-862FED7AC0AB}"/>
                </a:ext>
              </a:extLst>
            </p:cNvPr>
            <p:cNvSpPr/>
            <p:nvPr/>
          </p:nvSpPr>
          <p:spPr>
            <a:xfrm>
              <a:off x="4453382" y="5423598"/>
              <a:ext cx="388620" cy="320421"/>
            </a:xfrm>
            <a:custGeom>
              <a:avLst/>
              <a:gdLst>
                <a:gd name="connsiteX0" fmla="*/ 46482 w 388620"/>
                <a:gd name="connsiteY0" fmla="*/ 320421 h 320421"/>
                <a:gd name="connsiteX1" fmla="*/ 0 w 388620"/>
                <a:gd name="connsiteY1" fmla="*/ 194310 h 320421"/>
                <a:gd name="connsiteX2" fmla="*/ 194310 w 388620"/>
                <a:gd name="connsiteY2" fmla="*/ 0 h 320421"/>
                <a:gd name="connsiteX3" fmla="*/ 388620 w 388620"/>
                <a:gd name="connsiteY3" fmla="*/ 194310 h 320421"/>
                <a:gd name="connsiteX4" fmla="*/ 345948 w 388620"/>
                <a:gd name="connsiteY4" fmla="*/ 315786 h 320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620" h="320421">
                  <a:moveTo>
                    <a:pt x="46482" y="320421"/>
                  </a:moveTo>
                  <a:cubicBezTo>
                    <a:pt x="17526" y="286512"/>
                    <a:pt x="0" y="242443"/>
                    <a:pt x="0" y="194310"/>
                  </a:cubicBezTo>
                  <a:cubicBezTo>
                    <a:pt x="0" y="86995"/>
                    <a:pt x="86995" y="0"/>
                    <a:pt x="194310" y="0"/>
                  </a:cubicBezTo>
                  <a:cubicBezTo>
                    <a:pt x="301625" y="0"/>
                    <a:pt x="388620" y="86995"/>
                    <a:pt x="388620" y="194310"/>
                  </a:cubicBezTo>
                  <a:cubicBezTo>
                    <a:pt x="388620" y="240284"/>
                    <a:pt x="372682" y="282511"/>
                    <a:pt x="345948" y="315786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5" name="Forma libre 84">
              <a:extLst>
                <a:ext uri="{FF2B5EF4-FFF2-40B4-BE49-F238E27FC236}">
                  <a16:creationId xmlns:a16="http://schemas.microsoft.com/office/drawing/2014/main" id="{70EFEA1C-995D-964C-C230-9FB5256E43E6}"/>
                </a:ext>
              </a:extLst>
            </p:cNvPr>
            <p:cNvSpPr/>
            <p:nvPr/>
          </p:nvSpPr>
          <p:spPr>
            <a:xfrm>
              <a:off x="4335462" y="5445760"/>
              <a:ext cx="79755" cy="34353"/>
            </a:xfrm>
            <a:custGeom>
              <a:avLst/>
              <a:gdLst>
                <a:gd name="connsiteX0" fmla="*/ 0 w 79755"/>
                <a:gd name="connsiteY0" fmla="*/ 0 h 34353"/>
                <a:gd name="connsiteX1" fmla="*/ 79756 w 79755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5" h="34353">
                  <a:moveTo>
                    <a:pt x="0" y="0"/>
                  </a:moveTo>
                  <a:lnTo>
                    <a:pt x="79756" y="34354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6" name="Forma libre 85">
              <a:extLst>
                <a:ext uri="{FF2B5EF4-FFF2-40B4-BE49-F238E27FC236}">
                  <a16:creationId xmlns:a16="http://schemas.microsoft.com/office/drawing/2014/main" id="{03E9695E-6D46-64E8-5C18-7B04014CF187}"/>
                </a:ext>
              </a:extLst>
            </p:cNvPr>
            <p:cNvSpPr/>
            <p:nvPr/>
          </p:nvSpPr>
          <p:spPr>
            <a:xfrm>
              <a:off x="4463542" y="5326634"/>
              <a:ext cx="50482" cy="69532"/>
            </a:xfrm>
            <a:custGeom>
              <a:avLst/>
              <a:gdLst>
                <a:gd name="connsiteX0" fmla="*/ 0 w 50482"/>
                <a:gd name="connsiteY0" fmla="*/ 0 h 69532"/>
                <a:gd name="connsiteX1" fmla="*/ 50482 w 50482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" h="69532">
                  <a:moveTo>
                    <a:pt x="0" y="0"/>
                  </a:moveTo>
                  <a:lnTo>
                    <a:pt x="50482" y="6953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7" name="Forma libre 86">
              <a:extLst>
                <a:ext uri="{FF2B5EF4-FFF2-40B4-BE49-F238E27FC236}">
                  <a16:creationId xmlns:a16="http://schemas.microsoft.com/office/drawing/2014/main" id="{BFE775DB-DD5A-3D70-3FBE-4DE313383534}"/>
                </a:ext>
              </a:extLst>
            </p:cNvPr>
            <p:cNvSpPr/>
            <p:nvPr/>
          </p:nvSpPr>
          <p:spPr>
            <a:xfrm>
              <a:off x="4906073" y="5445760"/>
              <a:ext cx="79755" cy="34353"/>
            </a:xfrm>
            <a:custGeom>
              <a:avLst/>
              <a:gdLst>
                <a:gd name="connsiteX0" fmla="*/ 79756 w 79755"/>
                <a:gd name="connsiteY0" fmla="*/ 0 h 34353"/>
                <a:gd name="connsiteX1" fmla="*/ 0 w 79755"/>
                <a:gd name="connsiteY1" fmla="*/ 34354 h 3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755" h="34353">
                  <a:moveTo>
                    <a:pt x="79756" y="0"/>
                  </a:moveTo>
                  <a:lnTo>
                    <a:pt x="0" y="34354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8" name="Forma libre 87">
              <a:extLst>
                <a:ext uri="{FF2B5EF4-FFF2-40B4-BE49-F238E27FC236}">
                  <a16:creationId xmlns:a16="http://schemas.microsoft.com/office/drawing/2014/main" id="{AF21E448-A96C-D723-D500-9B6F03EB40E5}"/>
                </a:ext>
              </a:extLst>
            </p:cNvPr>
            <p:cNvSpPr/>
            <p:nvPr/>
          </p:nvSpPr>
          <p:spPr>
            <a:xfrm>
              <a:off x="4807204" y="5326634"/>
              <a:ext cx="50546" cy="69532"/>
            </a:xfrm>
            <a:custGeom>
              <a:avLst/>
              <a:gdLst>
                <a:gd name="connsiteX0" fmla="*/ 50546 w 50546"/>
                <a:gd name="connsiteY0" fmla="*/ 0 h 69532"/>
                <a:gd name="connsiteX1" fmla="*/ 0 w 50546"/>
                <a:gd name="connsiteY1" fmla="*/ 69532 h 6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546" h="69532">
                  <a:moveTo>
                    <a:pt x="50546" y="0"/>
                  </a:moveTo>
                  <a:lnTo>
                    <a:pt x="0" y="6953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89" name="Forma libre 88">
              <a:extLst>
                <a:ext uri="{FF2B5EF4-FFF2-40B4-BE49-F238E27FC236}">
                  <a16:creationId xmlns:a16="http://schemas.microsoft.com/office/drawing/2014/main" id="{C73353FD-F4C1-2E5B-009B-CF7E81A26929}"/>
                </a:ext>
              </a:extLst>
            </p:cNvPr>
            <p:cNvSpPr/>
            <p:nvPr/>
          </p:nvSpPr>
          <p:spPr>
            <a:xfrm>
              <a:off x="4514786" y="5860796"/>
              <a:ext cx="266890" cy="130746"/>
            </a:xfrm>
            <a:custGeom>
              <a:avLst/>
              <a:gdLst>
                <a:gd name="connsiteX0" fmla="*/ 35179 w 266890"/>
                <a:gd name="connsiteY0" fmla="*/ 0 h 130746"/>
                <a:gd name="connsiteX1" fmla="*/ 0 w 266890"/>
                <a:gd name="connsiteY1" fmla="*/ 35179 h 130746"/>
                <a:gd name="connsiteX2" fmla="*/ 0 w 266890"/>
                <a:gd name="connsiteY2" fmla="*/ 95567 h 130746"/>
                <a:gd name="connsiteX3" fmla="*/ 35179 w 266890"/>
                <a:gd name="connsiteY3" fmla="*/ 130746 h 130746"/>
                <a:gd name="connsiteX4" fmla="*/ 231711 w 266890"/>
                <a:gd name="connsiteY4" fmla="*/ 130746 h 130746"/>
                <a:gd name="connsiteX5" fmla="*/ 266891 w 266890"/>
                <a:gd name="connsiteY5" fmla="*/ 95567 h 130746"/>
                <a:gd name="connsiteX6" fmla="*/ 266891 w 266890"/>
                <a:gd name="connsiteY6" fmla="*/ 35179 h 130746"/>
                <a:gd name="connsiteX7" fmla="*/ 231711 w 266890"/>
                <a:gd name="connsiteY7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6890" h="130746">
                  <a:moveTo>
                    <a:pt x="35179" y="0"/>
                  </a:moveTo>
                  <a:cubicBezTo>
                    <a:pt x="15748" y="0"/>
                    <a:pt x="0" y="15748"/>
                    <a:pt x="0" y="35179"/>
                  </a:cubicBezTo>
                  <a:lnTo>
                    <a:pt x="0" y="95567"/>
                  </a:lnTo>
                  <a:cubicBezTo>
                    <a:pt x="0" y="114998"/>
                    <a:pt x="15748" y="130746"/>
                    <a:pt x="35179" y="130746"/>
                  </a:cubicBezTo>
                  <a:lnTo>
                    <a:pt x="231711" y="130746"/>
                  </a:lnTo>
                  <a:cubicBezTo>
                    <a:pt x="251142" y="130746"/>
                    <a:pt x="266891" y="114998"/>
                    <a:pt x="266891" y="95567"/>
                  </a:cubicBezTo>
                  <a:lnTo>
                    <a:pt x="266891" y="35179"/>
                  </a:lnTo>
                  <a:cubicBezTo>
                    <a:pt x="266891" y="15748"/>
                    <a:pt x="251142" y="0"/>
                    <a:pt x="231711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0" name="Forma libre 89">
              <a:extLst>
                <a:ext uri="{FF2B5EF4-FFF2-40B4-BE49-F238E27FC236}">
                  <a16:creationId xmlns:a16="http://schemas.microsoft.com/office/drawing/2014/main" id="{541D7647-3360-D9A6-13EB-231D2DF4A269}"/>
                </a:ext>
              </a:extLst>
            </p:cNvPr>
            <p:cNvSpPr/>
            <p:nvPr/>
          </p:nvSpPr>
          <p:spPr>
            <a:xfrm>
              <a:off x="4647755" y="5267642"/>
              <a:ext cx="6350" cy="93725"/>
            </a:xfrm>
            <a:custGeom>
              <a:avLst/>
              <a:gdLst>
                <a:gd name="connsiteX0" fmla="*/ 0 w 6350"/>
                <a:gd name="connsiteY0" fmla="*/ 0 h 93725"/>
                <a:gd name="connsiteX1" fmla="*/ 0 w 6350"/>
                <a:gd name="connsiteY1" fmla="*/ 93726 h 9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93725">
                  <a:moveTo>
                    <a:pt x="0" y="0"/>
                  </a:moveTo>
                  <a:lnTo>
                    <a:pt x="0" y="93726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1" name="Forma libre 90">
              <a:extLst>
                <a:ext uri="{FF2B5EF4-FFF2-40B4-BE49-F238E27FC236}">
                  <a16:creationId xmlns:a16="http://schemas.microsoft.com/office/drawing/2014/main" id="{1DE4B250-F699-D4FA-034D-7C0F034B3E0F}"/>
                </a:ext>
              </a:extLst>
            </p:cNvPr>
            <p:cNvSpPr/>
            <p:nvPr/>
          </p:nvSpPr>
          <p:spPr>
            <a:xfrm>
              <a:off x="4751260" y="5740908"/>
              <a:ext cx="47180" cy="116077"/>
            </a:xfrm>
            <a:custGeom>
              <a:avLst/>
              <a:gdLst>
                <a:gd name="connsiteX0" fmla="*/ 47180 w 47180"/>
                <a:gd name="connsiteY0" fmla="*/ 0 h 116077"/>
                <a:gd name="connsiteX1" fmla="*/ 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47180" y="0"/>
                  </a:moveTo>
                  <a:cubicBezTo>
                    <a:pt x="47180" y="0"/>
                    <a:pt x="8318" y="43180"/>
                    <a:pt x="0" y="116078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2" name="Forma libre 91">
              <a:extLst>
                <a:ext uri="{FF2B5EF4-FFF2-40B4-BE49-F238E27FC236}">
                  <a16:creationId xmlns:a16="http://schemas.microsoft.com/office/drawing/2014/main" id="{205BF897-591D-3D5D-701A-D611DE39C990}"/>
                </a:ext>
              </a:extLst>
            </p:cNvPr>
            <p:cNvSpPr/>
            <p:nvPr/>
          </p:nvSpPr>
          <p:spPr>
            <a:xfrm>
              <a:off x="4497578" y="5740908"/>
              <a:ext cx="47180" cy="116077"/>
            </a:xfrm>
            <a:custGeom>
              <a:avLst/>
              <a:gdLst>
                <a:gd name="connsiteX0" fmla="*/ 0 w 47180"/>
                <a:gd name="connsiteY0" fmla="*/ 0 h 116077"/>
                <a:gd name="connsiteX1" fmla="*/ 47180 w 47180"/>
                <a:gd name="connsiteY1" fmla="*/ 116078 h 116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180" h="116077">
                  <a:moveTo>
                    <a:pt x="0" y="0"/>
                  </a:moveTo>
                  <a:cubicBezTo>
                    <a:pt x="0" y="0"/>
                    <a:pt x="38862" y="43180"/>
                    <a:pt x="47180" y="116078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21C71E68-081A-C3C7-7F89-6C6FF3360C1B}"/>
              </a:ext>
            </a:extLst>
          </p:cNvPr>
          <p:cNvGrpSpPr/>
          <p:nvPr/>
        </p:nvGrpSpPr>
        <p:grpSpPr>
          <a:xfrm>
            <a:off x="5737415" y="2108517"/>
            <a:ext cx="577977" cy="560577"/>
            <a:chOff x="5737415" y="2108517"/>
            <a:chExt cx="577977" cy="560577"/>
          </a:xfrm>
        </p:grpSpPr>
        <p:grpSp>
          <p:nvGrpSpPr>
            <p:cNvPr id="94" name="Gráfico 4">
              <a:extLst>
                <a:ext uri="{FF2B5EF4-FFF2-40B4-BE49-F238E27FC236}">
                  <a16:creationId xmlns:a16="http://schemas.microsoft.com/office/drawing/2014/main" id="{C0A5AA13-2B4E-362B-2264-BCA9ADD82BB0}"/>
                </a:ext>
              </a:extLst>
            </p:cNvPr>
            <p:cNvGrpSpPr/>
            <p:nvPr/>
          </p:nvGrpSpPr>
          <p:grpSpPr>
            <a:xfrm>
              <a:off x="6075362" y="2430716"/>
              <a:ext cx="150304" cy="160718"/>
              <a:chOff x="6075362" y="2430716"/>
              <a:chExt cx="150304" cy="160718"/>
            </a:xfrm>
            <a:noFill/>
          </p:grpSpPr>
          <p:sp>
            <p:nvSpPr>
              <p:cNvPr id="98" name="Forma libre 97">
                <a:extLst>
                  <a:ext uri="{FF2B5EF4-FFF2-40B4-BE49-F238E27FC236}">
                    <a16:creationId xmlns:a16="http://schemas.microsoft.com/office/drawing/2014/main" id="{8D31C78A-31CB-2D15-FE76-5BBAE15CC665}"/>
                  </a:ext>
                </a:extLst>
              </p:cNvPr>
              <p:cNvSpPr/>
              <p:nvPr/>
            </p:nvSpPr>
            <p:spPr>
              <a:xfrm>
                <a:off x="6209472" y="2430716"/>
                <a:ext cx="16194" cy="148399"/>
              </a:xfrm>
              <a:custGeom>
                <a:avLst/>
                <a:gdLst>
                  <a:gd name="connsiteX0" fmla="*/ 16194 w 16194"/>
                  <a:gd name="connsiteY0" fmla="*/ 0 h 148399"/>
                  <a:gd name="connsiteX1" fmla="*/ 14416 w 16194"/>
                  <a:gd name="connsiteY1" fmla="*/ 148399 h 14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194" h="148399">
                    <a:moveTo>
                      <a:pt x="16194" y="0"/>
                    </a:moveTo>
                    <a:cubicBezTo>
                      <a:pt x="-1586" y="45148"/>
                      <a:pt x="-8190" y="101854"/>
                      <a:pt x="14416" y="148399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99" name="Forma libre 98">
                <a:extLst>
                  <a:ext uri="{FF2B5EF4-FFF2-40B4-BE49-F238E27FC236}">
                    <a16:creationId xmlns:a16="http://schemas.microsoft.com/office/drawing/2014/main" id="{7686A3A7-2C52-9A02-EFCC-E7477E6E206F}"/>
                  </a:ext>
                </a:extLst>
              </p:cNvPr>
              <p:cNvSpPr/>
              <p:nvPr/>
            </p:nvSpPr>
            <p:spPr>
              <a:xfrm>
                <a:off x="6075362" y="2569132"/>
                <a:ext cx="148526" cy="22302"/>
              </a:xfrm>
              <a:custGeom>
                <a:avLst/>
                <a:gdLst>
                  <a:gd name="connsiteX0" fmla="*/ 148527 w 148526"/>
                  <a:gd name="connsiteY0" fmla="*/ 9920 h 22302"/>
                  <a:gd name="connsiteX1" fmla="*/ 0 w 148526"/>
                  <a:gd name="connsiteY1" fmla="*/ 22303 h 22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8526" h="22302">
                    <a:moveTo>
                      <a:pt x="148527" y="9920"/>
                    </a:moveTo>
                    <a:cubicBezTo>
                      <a:pt x="99251" y="-9130"/>
                      <a:pt x="42418" y="1602"/>
                      <a:pt x="0" y="22303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95" name="Forma libre 94">
              <a:extLst>
                <a:ext uri="{FF2B5EF4-FFF2-40B4-BE49-F238E27FC236}">
                  <a16:creationId xmlns:a16="http://schemas.microsoft.com/office/drawing/2014/main" id="{98CDBAB0-4F0C-88FA-84B4-AF29FEEB4B4C}"/>
                </a:ext>
              </a:extLst>
            </p:cNvPr>
            <p:cNvSpPr/>
            <p:nvPr/>
          </p:nvSpPr>
          <p:spPr>
            <a:xfrm>
              <a:off x="5737415" y="2108517"/>
              <a:ext cx="498728" cy="498729"/>
            </a:xfrm>
            <a:custGeom>
              <a:avLst/>
              <a:gdLst>
                <a:gd name="connsiteX0" fmla="*/ 351282 w 498728"/>
                <a:gd name="connsiteY0" fmla="*/ 477012 h 498729"/>
                <a:gd name="connsiteX1" fmla="*/ 249364 w 498728"/>
                <a:gd name="connsiteY1" fmla="*/ 498729 h 498729"/>
                <a:gd name="connsiteX2" fmla="*/ 0 w 498728"/>
                <a:gd name="connsiteY2" fmla="*/ 249365 h 498729"/>
                <a:gd name="connsiteX3" fmla="*/ 249364 w 498728"/>
                <a:gd name="connsiteY3" fmla="*/ 0 h 498729"/>
                <a:gd name="connsiteX4" fmla="*/ 498729 w 498728"/>
                <a:gd name="connsiteY4" fmla="*/ 249365 h 498729"/>
                <a:gd name="connsiteX5" fmla="*/ 483997 w 498728"/>
                <a:gd name="connsiteY5" fmla="*/ 333947 h 498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728" h="498729">
                  <a:moveTo>
                    <a:pt x="351282" y="477012"/>
                  </a:moveTo>
                  <a:cubicBezTo>
                    <a:pt x="320167" y="490982"/>
                    <a:pt x="285623" y="498729"/>
                    <a:pt x="249364" y="498729"/>
                  </a:cubicBezTo>
                  <a:cubicBezTo>
                    <a:pt x="111633" y="498729"/>
                    <a:pt x="0" y="387096"/>
                    <a:pt x="0" y="249365"/>
                  </a:cubicBezTo>
                  <a:cubicBezTo>
                    <a:pt x="0" y="111633"/>
                    <a:pt x="111633" y="0"/>
                    <a:pt x="249364" y="0"/>
                  </a:cubicBezTo>
                  <a:cubicBezTo>
                    <a:pt x="387096" y="0"/>
                    <a:pt x="498729" y="111633"/>
                    <a:pt x="498729" y="249365"/>
                  </a:cubicBezTo>
                  <a:cubicBezTo>
                    <a:pt x="498729" y="279083"/>
                    <a:pt x="493522" y="307531"/>
                    <a:pt x="483997" y="333947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6" name="Forma libre 95">
              <a:extLst>
                <a:ext uri="{FF2B5EF4-FFF2-40B4-BE49-F238E27FC236}">
                  <a16:creationId xmlns:a16="http://schemas.microsoft.com/office/drawing/2014/main" id="{8F2BBF03-8630-314A-F108-34669B3234EE}"/>
                </a:ext>
              </a:extLst>
            </p:cNvPr>
            <p:cNvSpPr/>
            <p:nvPr/>
          </p:nvSpPr>
          <p:spPr>
            <a:xfrm>
              <a:off x="6212205" y="2568892"/>
              <a:ext cx="103187" cy="100202"/>
            </a:xfrm>
            <a:custGeom>
              <a:avLst/>
              <a:gdLst>
                <a:gd name="connsiteX0" fmla="*/ 0 w 103187"/>
                <a:gd name="connsiteY0" fmla="*/ 0 h 100202"/>
                <a:gd name="connsiteX1" fmla="*/ 103187 w 103187"/>
                <a:gd name="connsiteY1" fmla="*/ 100203 h 100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187" h="100202">
                  <a:moveTo>
                    <a:pt x="0" y="0"/>
                  </a:moveTo>
                  <a:lnTo>
                    <a:pt x="103187" y="100203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97" name="Forma libre 96">
              <a:extLst>
                <a:ext uri="{FF2B5EF4-FFF2-40B4-BE49-F238E27FC236}">
                  <a16:creationId xmlns:a16="http://schemas.microsoft.com/office/drawing/2014/main" id="{011A52ED-3FFA-7E18-7455-F7B655035143}"/>
                </a:ext>
              </a:extLst>
            </p:cNvPr>
            <p:cNvSpPr/>
            <p:nvPr/>
          </p:nvSpPr>
          <p:spPr>
            <a:xfrm>
              <a:off x="5925058" y="2194986"/>
              <a:ext cx="218884" cy="120223"/>
            </a:xfrm>
            <a:custGeom>
              <a:avLst/>
              <a:gdLst>
                <a:gd name="connsiteX0" fmla="*/ 191833 w 218884"/>
                <a:gd name="connsiteY0" fmla="*/ 120224 h 120223"/>
                <a:gd name="connsiteX1" fmla="*/ 218884 w 218884"/>
                <a:gd name="connsiteY1" fmla="*/ 111715 h 120223"/>
                <a:gd name="connsiteX2" fmla="*/ 135953 w 218884"/>
                <a:gd name="connsiteY2" fmla="*/ 20402 h 120223"/>
                <a:gd name="connsiteX3" fmla="*/ 0 w 218884"/>
                <a:gd name="connsiteY3" fmla="*/ 8210 h 120223"/>
                <a:gd name="connsiteX4" fmla="*/ 8509 w 218884"/>
                <a:gd name="connsiteY4" fmla="*/ 35261 h 120223"/>
                <a:gd name="connsiteX5" fmla="*/ 122809 w 218884"/>
                <a:gd name="connsiteY5" fmla="*/ 45548 h 120223"/>
                <a:gd name="connsiteX6" fmla="*/ 191770 w 218884"/>
                <a:gd name="connsiteY6" fmla="*/ 120224 h 12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884" h="120223">
                  <a:moveTo>
                    <a:pt x="191833" y="120224"/>
                  </a:moveTo>
                  <a:lnTo>
                    <a:pt x="218884" y="111715"/>
                  </a:lnTo>
                  <a:cubicBezTo>
                    <a:pt x="203454" y="73297"/>
                    <a:pt x="174752" y="40658"/>
                    <a:pt x="135953" y="20402"/>
                  </a:cubicBezTo>
                  <a:cubicBezTo>
                    <a:pt x="93726" y="-1633"/>
                    <a:pt x="45466" y="-6014"/>
                    <a:pt x="0" y="8210"/>
                  </a:cubicBezTo>
                  <a:lnTo>
                    <a:pt x="8509" y="35261"/>
                  </a:lnTo>
                  <a:cubicBezTo>
                    <a:pt x="46736" y="23323"/>
                    <a:pt x="87313" y="27006"/>
                    <a:pt x="122809" y="45548"/>
                  </a:cubicBezTo>
                  <a:cubicBezTo>
                    <a:pt x="154686" y="62248"/>
                    <a:pt x="178562" y="88855"/>
                    <a:pt x="191770" y="120224"/>
                  </a:cubicBezTo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00" name="Forma libre 99">
            <a:extLst>
              <a:ext uri="{FF2B5EF4-FFF2-40B4-BE49-F238E27FC236}">
                <a16:creationId xmlns:a16="http://schemas.microsoft.com/office/drawing/2014/main" id="{C365E3E5-45A7-77E7-1C66-60EEBAAE6961}"/>
              </a:ext>
            </a:extLst>
          </p:cNvPr>
          <p:cNvSpPr/>
          <p:nvPr/>
        </p:nvSpPr>
        <p:spPr>
          <a:xfrm>
            <a:off x="4941113" y="449706"/>
            <a:ext cx="2310078" cy="446849"/>
          </a:xfrm>
          <a:custGeom>
            <a:avLst/>
            <a:gdLst>
              <a:gd name="connsiteX0" fmla="*/ 2309507 w 2310078"/>
              <a:gd name="connsiteY0" fmla="*/ 220980 h 446849"/>
              <a:gd name="connsiteX1" fmla="*/ 2309507 w 2310078"/>
              <a:gd name="connsiteY1" fmla="*/ 220980 h 446849"/>
              <a:gd name="connsiteX2" fmla="*/ 2309507 w 2310078"/>
              <a:gd name="connsiteY2" fmla="*/ 220917 h 446849"/>
              <a:gd name="connsiteX3" fmla="*/ 2307475 w 2310078"/>
              <a:gd name="connsiteY3" fmla="*/ 218440 h 446849"/>
              <a:gd name="connsiteX4" fmla="*/ 2306840 w 2310078"/>
              <a:gd name="connsiteY4" fmla="*/ 217996 h 446849"/>
              <a:gd name="connsiteX5" fmla="*/ 2306206 w 2310078"/>
              <a:gd name="connsiteY5" fmla="*/ 217551 h 446849"/>
              <a:gd name="connsiteX6" fmla="*/ 2228544 w 2310078"/>
              <a:gd name="connsiteY6" fmla="*/ 152146 h 446849"/>
              <a:gd name="connsiteX7" fmla="*/ 2212480 w 2310078"/>
              <a:gd name="connsiteY7" fmla="*/ 100330 h 446849"/>
              <a:gd name="connsiteX8" fmla="*/ 2212480 w 2310078"/>
              <a:gd name="connsiteY8" fmla="*/ 78740 h 446849"/>
              <a:gd name="connsiteX9" fmla="*/ 2133739 w 2310078"/>
              <a:gd name="connsiteY9" fmla="*/ 0 h 446849"/>
              <a:gd name="connsiteX10" fmla="*/ 176225 w 2310078"/>
              <a:gd name="connsiteY10" fmla="*/ 0 h 446849"/>
              <a:gd name="connsiteX11" fmla="*/ 97485 w 2310078"/>
              <a:gd name="connsiteY11" fmla="*/ 78740 h 446849"/>
              <a:gd name="connsiteX12" fmla="*/ 97485 w 2310078"/>
              <a:gd name="connsiteY12" fmla="*/ 100330 h 446849"/>
              <a:gd name="connsiteX13" fmla="*/ 81419 w 2310078"/>
              <a:gd name="connsiteY13" fmla="*/ 152146 h 446849"/>
              <a:gd name="connsiteX14" fmla="*/ 3758 w 2310078"/>
              <a:gd name="connsiteY14" fmla="*/ 217551 h 446849"/>
              <a:gd name="connsiteX15" fmla="*/ 3124 w 2310078"/>
              <a:gd name="connsiteY15" fmla="*/ 217996 h 446849"/>
              <a:gd name="connsiteX16" fmla="*/ 2489 w 2310078"/>
              <a:gd name="connsiteY16" fmla="*/ 218440 h 446849"/>
              <a:gd name="connsiteX17" fmla="*/ 457 w 2310078"/>
              <a:gd name="connsiteY17" fmla="*/ 220917 h 446849"/>
              <a:gd name="connsiteX18" fmla="*/ 457 w 2310078"/>
              <a:gd name="connsiteY18" fmla="*/ 220980 h 446849"/>
              <a:gd name="connsiteX19" fmla="*/ 457 w 2310078"/>
              <a:gd name="connsiteY19" fmla="*/ 220980 h 446849"/>
              <a:gd name="connsiteX20" fmla="*/ 12 w 2310078"/>
              <a:gd name="connsiteY20" fmla="*/ 223457 h 446849"/>
              <a:gd name="connsiteX21" fmla="*/ 520 w 2310078"/>
              <a:gd name="connsiteY21" fmla="*/ 225870 h 446849"/>
              <a:gd name="connsiteX22" fmla="*/ 520 w 2310078"/>
              <a:gd name="connsiteY22" fmla="*/ 225870 h 446849"/>
              <a:gd name="connsiteX23" fmla="*/ 838 w 2310078"/>
              <a:gd name="connsiteY23" fmla="*/ 226378 h 446849"/>
              <a:gd name="connsiteX24" fmla="*/ 1917 w 2310078"/>
              <a:gd name="connsiteY24" fmla="*/ 227902 h 446849"/>
              <a:gd name="connsiteX25" fmla="*/ 3124 w 2310078"/>
              <a:gd name="connsiteY25" fmla="*/ 228727 h 446849"/>
              <a:gd name="connsiteX26" fmla="*/ 3886 w 2310078"/>
              <a:gd name="connsiteY26" fmla="*/ 229235 h 446849"/>
              <a:gd name="connsiteX27" fmla="*/ 81483 w 2310078"/>
              <a:gd name="connsiteY27" fmla="*/ 294704 h 446849"/>
              <a:gd name="connsiteX28" fmla="*/ 97548 w 2310078"/>
              <a:gd name="connsiteY28" fmla="*/ 346520 h 446849"/>
              <a:gd name="connsiteX29" fmla="*/ 97548 w 2310078"/>
              <a:gd name="connsiteY29" fmla="*/ 368109 h 446849"/>
              <a:gd name="connsiteX30" fmla="*/ 176288 w 2310078"/>
              <a:gd name="connsiteY30" fmla="*/ 446850 h 446849"/>
              <a:gd name="connsiteX31" fmla="*/ 2133803 w 2310078"/>
              <a:gd name="connsiteY31" fmla="*/ 446850 h 446849"/>
              <a:gd name="connsiteX32" fmla="*/ 2212543 w 2310078"/>
              <a:gd name="connsiteY32" fmla="*/ 368109 h 446849"/>
              <a:gd name="connsiteX33" fmla="*/ 2212543 w 2310078"/>
              <a:gd name="connsiteY33" fmla="*/ 331343 h 446849"/>
              <a:gd name="connsiteX34" fmla="*/ 2216226 w 2310078"/>
              <a:gd name="connsiteY34" fmla="*/ 315722 h 446849"/>
              <a:gd name="connsiteX35" fmla="*/ 2306206 w 2310078"/>
              <a:gd name="connsiteY35" fmla="*/ 229235 h 446849"/>
              <a:gd name="connsiteX36" fmla="*/ 2306968 w 2310078"/>
              <a:gd name="connsiteY36" fmla="*/ 228727 h 446849"/>
              <a:gd name="connsiteX37" fmla="*/ 2308174 w 2310078"/>
              <a:gd name="connsiteY37" fmla="*/ 227902 h 446849"/>
              <a:gd name="connsiteX38" fmla="*/ 2309254 w 2310078"/>
              <a:gd name="connsiteY38" fmla="*/ 226378 h 446849"/>
              <a:gd name="connsiteX39" fmla="*/ 2309571 w 2310078"/>
              <a:gd name="connsiteY39" fmla="*/ 225870 h 446849"/>
              <a:gd name="connsiteX40" fmla="*/ 2309571 w 2310078"/>
              <a:gd name="connsiteY40" fmla="*/ 225870 h 446849"/>
              <a:gd name="connsiteX41" fmla="*/ 2310079 w 2310078"/>
              <a:gd name="connsiteY41" fmla="*/ 223457 h 446849"/>
              <a:gd name="connsiteX42" fmla="*/ 2309634 w 2310078"/>
              <a:gd name="connsiteY42" fmla="*/ 220980 h 446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310078" h="446849">
                <a:moveTo>
                  <a:pt x="2309507" y="220980"/>
                </a:moveTo>
                <a:cubicBezTo>
                  <a:pt x="2309507" y="220980"/>
                  <a:pt x="2309507" y="220980"/>
                  <a:pt x="2309507" y="220980"/>
                </a:cubicBezTo>
                <a:cubicBezTo>
                  <a:pt x="2309507" y="220980"/>
                  <a:pt x="2309507" y="220980"/>
                  <a:pt x="2309507" y="220917"/>
                </a:cubicBezTo>
                <a:cubicBezTo>
                  <a:pt x="2309063" y="219900"/>
                  <a:pt x="2308364" y="219139"/>
                  <a:pt x="2307475" y="218440"/>
                </a:cubicBezTo>
                <a:cubicBezTo>
                  <a:pt x="2307285" y="218250"/>
                  <a:pt x="2307030" y="218122"/>
                  <a:pt x="2306840" y="217996"/>
                </a:cubicBezTo>
                <a:cubicBezTo>
                  <a:pt x="2306650" y="217868"/>
                  <a:pt x="2306459" y="217678"/>
                  <a:pt x="2306206" y="217551"/>
                </a:cubicBezTo>
                <a:cubicBezTo>
                  <a:pt x="2276742" y="204851"/>
                  <a:pt x="2247785" y="179896"/>
                  <a:pt x="2228544" y="152146"/>
                </a:cubicBezTo>
                <a:cubicBezTo>
                  <a:pt x="2218004" y="136970"/>
                  <a:pt x="2212480" y="118808"/>
                  <a:pt x="2212480" y="100330"/>
                </a:cubicBezTo>
                <a:lnTo>
                  <a:pt x="2212480" y="78740"/>
                </a:lnTo>
                <a:cubicBezTo>
                  <a:pt x="2212480" y="35243"/>
                  <a:pt x="2177237" y="0"/>
                  <a:pt x="2133739" y="0"/>
                </a:cubicBezTo>
                <a:lnTo>
                  <a:pt x="176225" y="0"/>
                </a:lnTo>
                <a:cubicBezTo>
                  <a:pt x="132727" y="0"/>
                  <a:pt x="97485" y="35243"/>
                  <a:pt x="97485" y="78740"/>
                </a:cubicBezTo>
                <a:lnTo>
                  <a:pt x="97485" y="100330"/>
                </a:lnTo>
                <a:cubicBezTo>
                  <a:pt x="97485" y="118808"/>
                  <a:pt x="91960" y="136970"/>
                  <a:pt x="81419" y="152146"/>
                </a:cubicBezTo>
                <a:cubicBezTo>
                  <a:pt x="62179" y="179896"/>
                  <a:pt x="33223" y="204851"/>
                  <a:pt x="3758" y="217551"/>
                </a:cubicBezTo>
                <a:cubicBezTo>
                  <a:pt x="3505" y="217678"/>
                  <a:pt x="3377" y="217868"/>
                  <a:pt x="3124" y="217996"/>
                </a:cubicBezTo>
                <a:cubicBezTo>
                  <a:pt x="2870" y="218122"/>
                  <a:pt x="2679" y="218313"/>
                  <a:pt x="2489" y="218440"/>
                </a:cubicBezTo>
                <a:cubicBezTo>
                  <a:pt x="1600" y="219139"/>
                  <a:pt x="838" y="219900"/>
                  <a:pt x="457" y="220917"/>
                </a:cubicBezTo>
                <a:cubicBezTo>
                  <a:pt x="457" y="220917"/>
                  <a:pt x="457" y="220917"/>
                  <a:pt x="457" y="220980"/>
                </a:cubicBezTo>
                <a:cubicBezTo>
                  <a:pt x="457" y="220980"/>
                  <a:pt x="457" y="220980"/>
                  <a:pt x="457" y="220980"/>
                </a:cubicBezTo>
                <a:cubicBezTo>
                  <a:pt x="139" y="221742"/>
                  <a:pt x="-51" y="222568"/>
                  <a:pt x="12" y="223457"/>
                </a:cubicBezTo>
                <a:cubicBezTo>
                  <a:pt x="12" y="224282"/>
                  <a:pt x="202" y="225107"/>
                  <a:pt x="520" y="225870"/>
                </a:cubicBezTo>
                <a:cubicBezTo>
                  <a:pt x="520" y="225870"/>
                  <a:pt x="520" y="225870"/>
                  <a:pt x="520" y="225870"/>
                </a:cubicBezTo>
                <a:cubicBezTo>
                  <a:pt x="583" y="226060"/>
                  <a:pt x="774" y="226187"/>
                  <a:pt x="838" y="226378"/>
                </a:cubicBezTo>
                <a:cubicBezTo>
                  <a:pt x="1155" y="226949"/>
                  <a:pt x="1473" y="227457"/>
                  <a:pt x="1917" y="227902"/>
                </a:cubicBezTo>
                <a:cubicBezTo>
                  <a:pt x="2298" y="228282"/>
                  <a:pt x="2743" y="228473"/>
                  <a:pt x="3124" y="228727"/>
                </a:cubicBezTo>
                <a:cubicBezTo>
                  <a:pt x="3377" y="228918"/>
                  <a:pt x="3632" y="229108"/>
                  <a:pt x="3886" y="229235"/>
                </a:cubicBezTo>
                <a:cubicBezTo>
                  <a:pt x="32969" y="241173"/>
                  <a:pt x="61925" y="266256"/>
                  <a:pt x="81483" y="294704"/>
                </a:cubicBezTo>
                <a:cubicBezTo>
                  <a:pt x="91960" y="309944"/>
                  <a:pt x="97548" y="328041"/>
                  <a:pt x="97548" y="346520"/>
                </a:cubicBezTo>
                <a:lnTo>
                  <a:pt x="97548" y="368109"/>
                </a:lnTo>
                <a:cubicBezTo>
                  <a:pt x="97548" y="411607"/>
                  <a:pt x="132791" y="446850"/>
                  <a:pt x="176288" y="446850"/>
                </a:cubicBezTo>
                <a:lnTo>
                  <a:pt x="2133803" y="446850"/>
                </a:lnTo>
                <a:cubicBezTo>
                  <a:pt x="2177300" y="446850"/>
                  <a:pt x="2212543" y="411607"/>
                  <a:pt x="2212543" y="368109"/>
                </a:cubicBezTo>
                <a:lnTo>
                  <a:pt x="2212543" y="331343"/>
                </a:lnTo>
                <a:cubicBezTo>
                  <a:pt x="2212543" y="325946"/>
                  <a:pt x="2213813" y="320612"/>
                  <a:pt x="2216226" y="315722"/>
                </a:cubicBezTo>
                <a:cubicBezTo>
                  <a:pt x="2234133" y="279146"/>
                  <a:pt x="2270137" y="244031"/>
                  <a:pt x="2306206" y="229235"/>
                </a:cubicBezTo>
                <a:cubicBezTo>
                  <a:pt x="2306523" y="229108"/>
                  <a:pt x="2306713" y="228854"/>
                  <a:pt x="2306968" y="228727"/>
                </a:cubicBezTo>
                <a:cubicBezTo>
                  <a:pt x="2307412" y="228473"/>
                  <a:pt x="2307856" y="228282"/>
                  <a:pt x="2308174" y="227902"/>
                </a:cubicBezTo>
                <a:cubicBezTo>
                  <a:pt x="2308618" y="227457"/>
                  <a:pt x="2308936" y="226949"/>
                  <a:pt x="2309254" y="226378"/>
                </a:cubicBezTo>
                <a:cubicBezTo>
                  <a:pt x="2309381" y="226187"/>
                  <a:pt x="2309507" y="226060"/>
                  <a:pt x="2309571" y="225870"/>
                </a:cubicBezTo>
                <a:cubicBezTo>
                  <a:pt x="2309571" y="225870"/>
                  <a:pt x="2309571" y="225870"/>
                  <a:pt x="2309571" y="225870"/>
                </a:cubicBezTo>
                <a:cubicBezTo>
                  <a:pt x="2309888" y="225107"/>
                  <a:pt x="2310079" y="224282"/>
                  <a:pt x="2310079" y="223457"/>
                </a:cubicBezTo>
                <a:cubicBezTo>
                  <a:pt x="2310079" y="222631"/>
                  <a:pt x="2309888" y="221806"/>
                  <a:pt x="2309634" y="220980"/>
                </a:cubicBezTo>
                <a:close/>
              </a:path>
            </a:pathLst>
          </a:custGeom>
          <a:solidFill>
            <a:schemeClr val="bg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01" name="Gráfico 4">
            <a:extLst>
              <a:ext uri="{FF2B5EF4-FFF2-40B4-BE49-F238E27FC236}">
                <a16:creationId xmlns:a16="http://schemas.microsoft.com/office/drawing/2014/main" id="{A2988E67-7E28-0483-BD07-A6A0CDD81777}"/>
              </a:ext>
            </a:extLst>
          </p:cNvPr>
          <p:cNvGrpSpPr/>
          <p:nvPr/>
        </p:nvGrpSpPr>
        <p:grpSpPr>
          <a:xfrm>
            <a:off x="5652897" y="5379910"/>
            <a:ext cx="734060" cy="589962"/>
            <a:chOff x="5652897" y="5379910"/>
            <a:chExt cx="734060" cy="589962"/>
          </a:xfrm>
          <a:noFill/>
        </p:grpSpPr>
        <p:sp>
          <p:nvSpPr>
            <p:cNvPr id="102" name="Forma libre 101">
              <a:extLst>
                <a:ext uri="{FF2B5EF4-FFF2-40B4-BE49-F238E27FC236}">
                  <a16:creationId xmlns:a16="http://schemas.microsoft.com/office/drawing/2014/main" id="{74F374A7-3FB0-8D36-7489-09B0C2808A7C}"/>
                </a:ext>
              </a:extLst>
            </p:cNvPr>
            <p:cNvSpPr/>
            <p:nvPr/>
          </p:nvSpPr>
          <p:spPr>
            <a:xfrm>
              <a:off x="5652897" y="5379910"/>
              <a:ext cx="734060" cy="480250"/>
            </a:xfrm>
            <a:custGeom>
              <a:avLst/>
              <a:gdLst>
                <a:gd name="connsiteX0" fmla="*/ 695833 w 734060"/>
                <a:gd name="connsiteY0" fmla="*/ 0 h 480250"/>
                <a:gd name="connsiteX1" fmla="*/ 734060 w 734060"/>
                <a:gd name="connsiteY1" fmla="*/ 38227 h 480250"/>
                <a:gd name="connsiteX2" fmla="*/ 734060 w 734060"/>
                <a:gd name="connsiteY2" fmla="*/ 442024 h 480250"/>
                <a:gd name="connsiteX3" fmla="*/ 695833 w 734060"/>
                <a:gd name="connsiteY3" fmla="*/ 480251 h 480250"/>
                <a:gd name="connsiteX4" fmla="*/ 38227 w 734060"/>
                <a:gd name="connsiteY4" fmla="*/ 480251 h 480250"/>
                <a:gd name="connsiteX5" fmla="*/ 0 w 734060"/>
                <a:gd name="connsiteY5" fmla="*/ 442024 h 480250"/>
                <a:gd name="connsiteX6" fmla="*/ 0 w 734060"/>
                <a:gd name="connsiteY6" fmla="*/ 38227 h 480250"/>
                <a:gd name="connsiteX7" fmla="*/ 38227 w 734060"/>
                <a:gd name="connsiteY7" fmla="*/ 0 h 48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4060" h="480250">
                  <a:moveTo>
                    <a:pt x="695833" y="0"/>
                  </a:moveTo>
                  <a:cubicBezTo>
                    <a:pt x="716945" y="0"/>
                    <a:pt x="734060" y="17115"/>
                    <a:pt x="734060" y="38227"/>
                  </a:cubicBezTo>
                  <a:lnTo>
                    <a:pt x="734060" y="442024"/>
                  </a:lnTo>
                  <a:cubicBezTo>
                    <a:pt x="734060" y="463136"/>
                    <a:pt x="716945" y="480251"/>
                    <a:pt x="695833" y="480251"/>
                  </a:cubicBezTo>
                  <a:lnTo>
                    <a:pt x="38227" y="480251"/>
                  </a:lnTo>
                  <a:cubicBezTo>
                    <a:pt x="17115" y="480251"/>
                    <a:pt x="0" y="463136"/>
                    <a:pt x="0" y="442024"/>
                  </a:cubicBezTo>
                  <a:lnTo>
                    <a:pt x="0" y="38227"/>
                  </a:lnTo>
                  <a:cubicBezTo>
                    <a:pt x="0" y="17115"/>
                    <a:pt x="17115" y="0"/>
                    <a:pt x="38227" y="0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3" name="Forma libre 102">
              <a:extLst>
                <a:ext uri="{FF2B5EF4-FFF2-40B4-BE49-F238E27FC236}">
                  <a16:creationId xmlns:a16="http://schemas.microsoft.com/office/drawing/2014/main" id="{0AF2FFAB-61D5-F9F9-F13E-345058CFD6FF}"/>
                </a:ext>
              </a:extLst>
            </p:cNvPr>
            <p:cNvSpPr/>
            <p:nvPr/>
          </p:nvSpPr>
          <p:spPr>
            <a:xfrm>
              <a:off x="5655817" y="5931153"/>
              <a:ext cx="728154" cy="38719"/>
            </a:xfrm>
            <a:custGeom>
              <a:avLst/>
              <a:gdLst>
                <a:gd name="connsiteX0" fmla="*/ 728154 w 728154"/>
                <a:gd name="connsiteY0" fmla="*/ 0 h 38719"/>
                <a:gd name="connsiteX1" fmla="*/ 277178 w 728154"/>
                <a:gd name="connsiteY1" fmla="*/ 0 h 38719"/>
                <a:gd name="connsiteX2" fmla="*/ 273622 w 728154"/>
                <a:gd name="connsiteY2" fmla="*/ 254 h 38719"/>
                <a:gd name="connsiteX3" fmla="*/ 258763 w 728154"/>
                <a:gd name="connsiteY3" fmla="*/ 2858 h 38719"/>
                <a:gd name="connsiteX4" fmla="*/ 257747 w 728154"/>
                <a:gd name="connsiteY4" fmla="*/ 3175 h 38719"/>
                <a:gd name="connsiteX5" fmla="*/ 225870 w 728154"/>
                <a:gd name="connsiteY5" fmla="*/ 38291 h 38719"/>
                <a:gd name="connsiteX6" fmla="*/ 224599 w 728154"/>
                <a:gd name="connsiteY6" fmla="*/ 38291 h 38719"/>
                <a:gd name="connsiteX7" fmla="*/ 192278 w 728154"/>
                <a:gd name="connsiteY7" fmla="*/ 2985 h 38719"/>
                <a:gd name="connsiteX8" fmla="*/ 192278 w 728154"/>
                <a:gd name="connsiteY8" fmla="*/ 2985 h 38719"/>
                <a:gd name="connsiteX9" fmla="*/ 188023 w 728154"/>
                <a:gd name="connsiteY9" fmla="*/ 1905 h 38719"/>
                <a:gd name="connsiteX10" fmla="*/ 177355 w 728154"/>
                <a:gd name="connsiteY10" fmla="*/ 508 h 38719"/>
                <a:gd name="connsiteX11" fmla="*/ 173546 w 728154"/>
                <a:gd name="connsiteY11" fmla="*/ 254 h 38719"/>
                <a:gd name="connsiteX12" fmla="*/ 170434 w 728154"/>
                <a:gd name="connsiteY12" fmla="*/ 0 h 38719"/>
                <a:gd name="connsiteX13" fmla="*/ 170243 w 728154"/>
                <a:gd name="connsiteY13" fmla="*/ 0 h 38719"/>
                <a:gd name="connsiteX14" fmla="*/ 0 w 728154"/>
                <a:gd name="connsiteY14" fmla="*/ 0 h 38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28154" h="38719">
                  <a:moveTo>
                    <a:pt x="728154" y="0"/>
                  </a:moveTo>
                  <a:lnTo>
                    <a:pt x="277178" y="0"/>
                  </a:lnTo>
                  <a:cubicBezTo>
                    <a:pt x="276035" y="64"/>
                    <a:pt x="274828" y="127"/>
                    <a:pt x="273622" y="254"/>
                  </a:cubicBezTo>
                  <a:cubicBezTo>
                    <a:pt x="268605" y="572"/>
                    <a:pt x="263589" y="1524"/>
                    <a:pt x="258763" y="2858"/>
                  </a:cubicBezTo>
                  <a:cubicBezTo>
                    <a:pt x="258445" y="2985"/>
                    <a:pt x="258128" y="3048"/>
                    <a:pt x="257747" y="3175"/>
                  </a:cubicBezTo>
                  <a:cubicBezTo>
                    <a:pt x="237046" y="10668"/>
                    <a:pt x="228155" y="31814"/>
                    <a:pt x="225870" y="38291"/>
                  </a:cubicBezTo>
                  <a:cubicBezTo>
                    <a:pt x="225679" y="38862"/>
                    <a:pt x="224854" y="38862"/>
                    <a:pt x="224599" y="38291"/>
                  </a:cubicBezTo>
                  <a:cubicBezTo>
                    <a:pt x="222314" y="31750"/>
                    <a:pt x="213297" y="10351"/>
                    <a:pt x="192278" y="2985"/>
                  </a:cubicBezTo>
                  <a:cubicBezTo>
                    <a:pt x="192278" y="2985"/>
                    <a:pt x="192278" y="2985"/>
                    <a:pt x="192278" y="2985"/>
                  </a:cubicBezTo>
                  <a:cubicBezTo>
                    <a:pt x="190881" y="2604"/>
                    <a:pt x="189484" y="2223"/>
                    <a:pt x="188023" y="1905"/>
                  </a:cubicBezTo>
                  <a:cubicBezTo>
                    <a:pt x="184531" y="1143"/>
                    <a:pt x="180911" y="762"/>
                    <a:pt x="177355" y="508"/>
                  </a:cubicBezTo>
                  <a:cubicBezTo>
                    <a:pt x="176085" y="445"/>
                    <a:pt x="174816" y="318"/>
                    <a:pt x="173546" y="254"/>
                  </a:cubicBezTo>
                  <a:cubicBezTo>
                    <a:pt x="172529" y="191"/>
                    <a:pt x="171450" y="64"/>
                    <a:pt x="170434" y="0"/>
                  </a:cubicBezTo>
                  <a:cubicBezTo>
                    <a:pt x="170434" y="0"/>
                    <a:pt x="170307" y="0"/>
                    <a:pt x="170243" y="0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4" name="Gráfico 4">
            <a:extLst>
              <a:ext uri="{FF2B5EF4-FFF2-40B4-BE49-F238E27FC236}">
                <a16:creationId xmlns:a16="http://schemas.microsoft.com/office/drawing/2014/main" id="{36023C6C-C8C1-E448-8679-464E51033574}"/>
              </a:ext>
            </a:extLst>
          </p:cNvPr>
          <p:cNvGrpSpPr/>
          <p:nvPr/>
        </p:nvGrpSpPr>
        <p:grpSpPr>
          <a:xfrm>
            <a:off x="6926135" y="2080767"/>
            <a:ext cx="519874" cy="588327"/>
            <a:chOff x="6926135" y="2080767"/>
            <a:chExt cx="519874" cy="588327"/>
          </a:xfrm>
          <a:noFill/>
        </p:grpSpPr>
        <p:sp>
          <p:nvSpPr>
            <p:cNvPr id="105" name="Forma libre 104">
              <a:extLst>
                <a:ext uri="{FF2B5EF4-FFF2-40B4-BE49-F238E27FC236}">
                  <a16:creationId xmlns:a16="http://schemas.microsoft.com/office/drawing/2014/main" id="{12F0DF17-BFC6-9D58-8DE3-744EF8E6D46A}"/>
                </a:ext>
              </a:extLst>
            </p:cNvPr>
            <p:cNvSpPr/>
            <p:nvPr/>
          </p:nvSpPr>
          <p:spPr>
            <a:xfrm>
              <a:off x="6926135" y="2080767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4 w 519874"/>
                <a:gd name="connsiteY7" fmla="*/ 583184 h 588327"/>
                <a:gd name="connsiteX8" fmla="*/ 251841 w 519874"/>
                <a:gd name="connsiteY8" fmla="*/ 583755 h 588327"/>
                <a:gd name="connsiteX9" fmla="*/ 254254 w 519874"/>
                <a:gd name="connsiteY9" fmla="*/ 585915 h 588327"/>
                <a:gd name="connsiteX10" fmla="*/ 254509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7 h 588327"/>
                <a:gd name="connsiteX14" fmla="*/ 261810 w 519874"/>
                <a:gd name="connsiteY14" fmla="*/ 588327 h 588327"/>
                <a:gd name="connsiteX15" fmla="*/ 261810 w 519874"/>
                <a:gd name="connsiteY15" fmla="*/ 588327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7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7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4" y="583184"/>
                  </a:cubicBezTo>
                  <a:cubicBezTo>
                    <a:pt x="251523" y="583375"/>
                    <a:pt x="251651" y="583565"/>
                    <a:pt x="251841" y="583755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5" y="586042"/>
                    <a:pt x="254509" y="586105"/>
                  </a:cubicBezTo>
                  <a:cubicBezTo>
                    <a:pt x="255270" y="586613"/>
                    <a:pt x="256096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7"/>
                  </a:cubicBezTo>
                  <a:cubicBezTo>
                    <a:pt x="261810" y="588327"/>
                    <a:pt x="261810" y="588327"/>
                    <a:pt x="261810" y="588327"/>
                  </a:cubicBezTo>
                  <a:lnTo>
                    <a:pt x="261810" y="588327"/>
                  </a:lnTo>
                  <a:cubicBezTo>
                    <a:pt x="262954" y="588327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20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7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6" name="Forma libre 105">
              <a:extLst>
                <a:ext uri="{FF2B5EF4-FFF2-40B4-BE49-F238E27FC236}">
                  <a16:creationId xmlns:a16="http://schemas.microsoft.com/office/drawing/2014/main" id="{9686405A-66F7-F6BA-30D5-C753603A58FD}"/>
                </a:ext>
              </a:extLst>
            </p:cNvPr>
            <p:cNvSpPr/>
            <p:nvPr/>
          </p:nvSpPr>
          <p:spPr>
            <a:xfrm>
              <a:off x="7185977" y="2196909"/>
              <a:ext cx="6350" cy="294385"/>
            </a:xfrm>
            <a:custGeom>
              <a:avLst/>
              <a:gdLst>
                <a:gd name="connsiteX0" fmla="*/ 0 w 6350"/>
                <a:gd name="connsiteY0" fmla="*/ 0 h 294385"/>
                <a:gd name="connsiteX1" fmla="*/ 0 w 6350"/>
                <a:gd name="connsiteY1" fmla="*/ 294386 h 29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94385">
                  <a:moveTo>
                    <a:pt x="0" y="0"/>
                  </a:moveTo>
                  <a:lnTo>
                    <a:pt x="0" y="294386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07" name="Forma libre 106">
              <a:extLst>
                <a:ext uri="{FF2B5EF4-FFF2-40B4-BE49-F238E27FC236}">
                  <a16:creationId xmlns:a16="http://schemas.microsoft.com/office/drawing/2014/main" id="{FC5EC2D7-BA58-2A67-1078-8806E807B3C0}"/>
                </a:ext>
              </a:extLst>
            </p:cNvPr>
            <p:cNvSpPr/>
            <p:nvPr/>
          </p:nvSpPr>
          <p:spPr>
            <a:xfrm>
              <a:off x="7038784" y="2344102"/>
              <a:ext cx="294322" cy="6350"/>
            </a:xfrm>
            <a:custGeom>
              <a:avLst/>
              <a:gdLst>
                <a:gd name="connsiteX0" fmla="*/ 294322 w 294322"/>
                <a:gd name="connsiteY0" fmla="*/ 0 h 6350"/>
                <a:gd name="connsiteX1" fmla="*/ 0 w 29432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4322" h="6350">
                  <a:moveTo>
                    <a:pt x="294322" y="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08" name="Gráfico 4">
            <a:extLst>
              <a:ext uri="{FF2B5EF4-FFF2-40B4-BE49-F238E27FC236}">
                <a16:creationId xmlns:a16="http://schemas.microsoft.com/office/drawing/2014/main" id="{E14B4B7F-320A-2E1B-2F67-D46AA3A0F090}"/>
              </a:ext>
            </a:extLst>
          </p:cNvPr>
          <p:cNvGrpSpPr/>
          <p:nvPr/>
        </p:nvGrpSpPr>
        <p:grpSpPr>
          <a:xfrm>
            <a:off x="6820598" y="4078732"/>
            <a:ext cx="730631" cy="730567"/>
            <a:chOff x="6820598" y="4078732"/>
            <a:chExt cx="730631" cy="730567"/>
          </a:xfrm>
          <a:noFill/>
        </p:grpSpPr>
        <p:sp>
          <p:nvSpPr>
            <p:cNvPr id="109" name="Forma libre 108">
              <a:extLst>
                <a:ext uri="{FF2B5EF4-FFF2-40B4-BE49-F238E27FC236}">
                  <a16:creationId xmlns:a16="http://schemas.microsoft.com/office/drawing/2014/main" id="{56FCE789-695F-8D73-668A-BAD72F164293}"/>
                </a:ext>
              </a:extLst>
            </p:cNvPr>
            <p:cNvSpPr/>
            <p:nvPr/>
          </p:nvSpPr>
          <p:spPr>
            <a:xfrm>
              <a:off x="6820598" y="4078732"/>
              <a:ext cx="730631" cy="730567"/>
            </a:xfrm>
            <a:custGeom>
              <a:avLst/>
              <a:gdLst>
                <a:gd name="connsiteX0" fmla="*/ 404305 w 730631"/>
                <a:gd name="connsiteY0" fmla="*/ 730567 h 730567"/>
                <a:gd name="connsiteX1" fmla="*/ 326390 w 730631"/>
                <a:gd name="connsiteY1" fmla="*/ 730567 h 730567"/>
                <a:gd name="connsiteX2" fmla="*/ 299021 w 730631"/>
                <a:gd name="connsiteY2" fmla="*/ 703199 h 730567"/>
                <a:gd name="connsiteX3" fmla="*/ 299021 w 730631"/>
                <a:gd name="connsiteY3" fmla="*/ 669989 h 730567"/>
                <a:gd name="connsiteX4" fmla="*/ 273685 w 730631"/>
                <a:gd name="connsiteY4" fmla="*/ 634809 h 730567"/>
                <a:gd name="connsiteX5" fmla="*/ 238887 w 730631"/>
                <a:gd name="connsiteY5" fmla="*/ 620268 h 730567"/>
                <a:gd name="connsiteX6" fmla="*/ 197548 w 730631"/>
                <a:gd name="connsiteY6" fmla="*/ 626809 h 730567"/>
                <a:gd name="connsiteX7" fmla="*/ 173292 w 730631"/>
                <a:gd name="connsiteY7" fmla="*/ 651065 h 730567"/>
                <a:gd name="connsiteX8" fmla="*/ 134620 w 730631"/>
                <a:gd name="connsiteY8" fmla="*/ 651065 h 730567"/>
                <a:gd name="connsiteX9" fmla="*/ 79502 w 730631"/>
                <a:gd name="connsiteY9" fmla="*/ 596011 h 730567"/>
                <a:gd name="connsiteX10" fmla="*/ 79502 w 730631"/>
                <a:gd name="connsiteY10" fmla="*/ 557276 h 730567"/>
                <a:gd name="connsiteX11" fmla="*/ 104077 w 730631"/>
                <a:gd name="connsiteY11" fmla="*/ 532702 h 730567"/>
                <a:gd name="connsiteX12" fmla="*/ 110681 w 730631"/>
                <a:gd name="connsiteY12" fmla="*/ 491490 h 730567"/>
                <a:gd name="connsiteX13" fmla="*/ 96266 w 730631"/>
                <a:gd name="connsiteY13" fmla="*/ 456692 h 730567"/>
                <a:gd name="connsiteX14" fmla="*/ 61532 w 730631"/>
                <a:gd name="connsiteY14" fmla="*/ 431546 h 730567"/>
                <a:gd name="connsiteX15" fmla="*/ 27369 w 730631"/>
                <a:gd name="connsiteY15" fmla="*/ 431546 h 730567"/>
                <a:gd name="connsiteX16" fmla="*/ 0 w 730631"/>
                <a:gd name="connsiteY16" fmla="*/ 404177 h 730567"/>
                <a:gd name="connsiteX17" fmla="*/ 0 w 730631"/>
                <a:gd name="connsiteY17" fmla="*/ 326263 h 730567"/>
                <a:gd name="connsiteX18" fmla="*/ 27369 w 730631"/>
                <a:gd name="connsiteY18" fmla="*/ 298895 h 730567"/>
                <a:gd name="connsiteX19" fmla="*/ 62167 w 730631"/>
                <a:gd name="connsiteY19" fmla="*/ 298895 h 730567"/>
                <a:gd name="connsiteX20" fmla="*/ 96901 w 730631"/>
                <a:gd name="connsiteY20" fmla="*/ 273939 h 730567"/>
                <a:gd name="connsiteX21" fmla="*/ 111252 w 730631"/>
                <a:gd name="connsiteY21" fmla="*/ 239776 h 730567"/>
                <a:gd name="connsiteX22" fmla="*/ 104711 w 730631"/>
                <a:gd name="connsiteY22" fmla="*/ 198374 h 730567"/>
                <a:gd name="connsiteX23" fmla="*/ 79502 w 730631"/>
                <a:gd name="connsiteY23" fmla="*/ 173165 h 730567"/>
                <a:gd name="connsiteX24" fmla="*/ 71501 w 730631"/>
                <a:gd name="connsiteY24" fmla="*/ 153797 h 730567"/>
                <a:gd name="connsiteX25" fmla="*/ 79502 w 730631"/>
                <a:gd name="connsiteY25" fmla="*/ 134429 h 730567"/>
                <a:gd name="connsiteX26" fmla="*/ 134620 w 730631"/>
                <a:gd name="connsiteY26" fmla="*/ 79375 h 730567"/>
                <a:gd name="connsiteX27" fmla="*/ 173292 w 730631"/>
                <a:gd name="connsiteY27" fmla="*/ 79375 h 730567"/>
                <a:gd name="connsiteX28" fmla="*/ 198755 w 730631"/>
                <a:gd name="connsiteY28" fmla="*/ 104902 h 730567"/>
                <a:gd name="connsiteX29" fmla="*/ 240030 w 730631"/>
                <a:gd name="connsiteY29" fmla="*/ 111506 h 730567"/>
                <a:gd name="connsiteX30" fmla="*/ 274257 w 730631"/>
                <a:gd name="connsiteY30" fmla="*/ 97346 h 730567"/>
                <a:gd name="connsiteX31" fmla="*/ 299021 w 730631"/>
                <a:gd name="connsiteY31" fmla="*/ 63055 h 730567"/>
                <a:gd name="connsiteX32" fmla="*/ 299021 w 730631"/>
                <a:gd name="connsiteY32" fmla="*/ 27368 h 730567"/>
                <a:gd name="connsiteX33" fmla="*/ 326390 w 730631"/>
                <a:gd name="connsiteY33" fmla="*/ 0 h 730567"/>
                <a:gd name="connsiteX34" fmla="*/ 404305 w 730631"/>
                <a:gd name="connsiteY34" fmla="*/ 0 h 730567"/>
                <a:gd name="connsiteX35" fmla="*/ 431673 w 730631"/>
                <a:gd name="connsiteY35" fmla="*/ 27368 h 730567"/>
                <a:gd name="connsiteX36" fmla="*/ 431673 w 730631"/>
                <a:gd name="connsiteY36" fmla="*/ 63055 h 730567"/>
                <a:gd name="connsiteX37" fmla="*/ 456438 w 730631"/>
                <a:gd name="connsiteY37" fmla="*/ 97346 h 730567"/>
                <a:gd name="connsiteX38" fmla="*/ 490665 w 730631"/>
                <a:gd name="connsiteY38" fmla="*/ 111506 h 730567"/>
                <a:gd name="connsiteX39" fmla="*/ 531940 w 730631"/>
                <a:gd name="connsiteY39" fmla="*/ 104902 h 730567"/>
                <a:gd name="connsiteX40" fmla="*/ 557403 w 730631"/>
                <a:gd name="connsiteY40" fmla="*/ 79375 h 730567"/>
                <a:gd name="connsiteX41" fmla="*/ 596138 w 730631"/>
                <a:gd name="connsiteY41" fmla="*/ 79375 h 730567"/>
                <a:gd name="connsiteX42" fmla="*/ 651193 w 730631"/>
                <a:gd name="connsiteY42" fmla="*/ 134493 h 730567"/>
                <a:gd name="connsiteX43" fmla="*/ 659194 w 730631"/>
                <a:gd name="connsiteY43" fmla="*/ 153860 h 730567"/>
                <a:gd name="connsiteX44" fmla="*/ 651193 w 730631"/>
                <a:gd name="connsiteY44" fmla="*/ 173228 h 730567"/>
                <a:gd name="connsiteX45" fmla="*/ 625983 w 730631"/>
                <a:gd name="connsiteY45" fmla="*/ 198374 h 730567"/>
                <a:gd name="connsiteX46" fmla="*/ 619443 w 730631"/>
                <a:gd name="connsiteY46" fmla="*/ 239776 h 730567"/>
                <a:gd name="connsiteX47" fmla="*/ 633730 w 730631"/>
                <a:gd name="connsiteY47" fmla="*/ 273939 h 730567"/>
                <a:gd name="connsiteX48" fmla="*/ 668465 w 730631"/>
                <a:gd name="connsiteY48" fmla="*/ 298895 h 730567"/>
                <a:gd name="connsiteX49" fmla="*/ 703263 w 730631"/>
                <a:gd name="connsiteY49" fmla="*/ 298895 h 730567"/>
                <a:gd name="connsiteX50" fmla="*/ 730631 w 730631"/>
                <a:gd name="connsiteY50" fmla="*/ 326263 h 730567"/>
                <a:gd name="connsiteX51" fmla="*/ 730631 w 730631"/>
                <a:gd name="connsiteY51" fmla="*/ 404177 h 730567"/>
                <a:gd name="connsiteX52" fmla="*/ 703263 w 730631"/>
                <a:gd name="connsiteY52" fmla="*/ 431546 h 730567"/>
                <a:gd name="connsiteX53" fmla="*/ 669100 w 730631"/>
                <a:gd name="connsiteY53" fmla="*/ 431546 h 730567"/>
                <a:gd name="connsiteX54" fmla="*/ 634365 w 730631"/>
                <a:gd name="connsiteY54" fmla="*/ 456692 h 730567"/>
                <a:gd name="connsiteX55" fmla="*/ 619951 w 730631"/>
                <a:gd name="connsiteY55" fmla="*/ 491490 h 730567"/>
                <a:gd name="connsiteX56" fmla="*/ 626555 w 730631"/>
                <a:gd name="connsiteY56" fmla="*/ 532702 h 730567"/>
                <a:gd name="connsiteX57" fmla="*/ 651129 w 730631"/>
                <a:gd name="connsiteY57" fmla="*/ 557276 h 730567"/>
                <a:gd name="connsiteX58" fmla="*/ 651129 w 730631"/>
                <a:gd name="connsiteY58" fmla="*/ 596011 h 730567"/>
                <a:gd name="connsiteX59" fmla="*/ 596075 w 730631"/>
                <a:gd name="connsiteY59" fmla="*/ 651065 h 730567"/>
                <a:gd name="connsiteX60" fmla="*/ 557340 w 730631"/>
                <a:gd name="connsiteY60" fmla="*/ 651065 h 730567"/>
                <a:gd name="connsiteX61" fmla="*/ 533083 w 730631"/>
                <a:gd name="connsiteY61" fmla="*/ 626809 h 730567"/>
                <a:gd name="connsiteX62" fmla="*/ 491744 w 730631"/>
                <a:gd name="connsiteY62" fmla="*/ 620268 h 730567"/>
                <a:gd name="connsiteX63" fmla="*/ 456946 w 730631"/>
                <a:gd name="connsiteY63" fmla="*/ 634809 h 730567"/>
                <a:gd name="connsiteX64" fmla="*/ 431609 w 730631"/>
                <a:gd name="connsiteY64" fmla="*/ 669989 h 730567"/>
                <a:gd name="connsiteX65" fmla="*/ 431609 w 730631"/>
                <a:gd name="connsiteY65" fmla="*/ 703199 h 730567"/>
                <a:gd name="connsiteX66" fmla="*/ 404241 w 730631"/>
                <a:gd name="connsiteY66" fmla="*/ 730567 h 730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730631" h="730567">
                  <a:moveTo>
                    <a:pt x="404305" y="730567"/>
                  </a:moveTo>
                  <a:lnTo>
                    <a:pt x="326390" y="730567"/>
                  </a:lnTo>
                  <a:cubicBezTo>
                    <a:pt x="311277" y="730567"/>
                    <a:pt x="299021" y="718312"/>
                    <a:pt x="299021" y="703199"/>
                  </a:cubicBezTo>
                  <a:lnTo>
                    <a:pt x="299021" y="669989"/>
                  </a:lnTo>
                  <a:cubicBezTo>
                    <a:pt x="299021" y="654114"/>
                    <a:pt x="288861" y="640016"/>
                    <a:pt x="273685" y="634809"/>
                  </a:cubicBezTo>
                  <a:cubicBezTo>
                    <a:pt x="261874" y="630746"/>
                    <a:pt x="250127" y="625856"/>
                    <a:pt x="238887" y="620268"/>
                  </a:cubicBezTo>
                  <a:cubicBezTo>
                    <a:pt x="224981" y="613346"/>
                    <a:pt x="208407" y="616014"/>
                    <a:pt x="197548" y="626809"/>
                  </a:cubicBezTo>
                  <a:lnTo>
                    <a:pt x="173292" y="651065"/>
                  </a:lnTo>
                  <a:cubicBezTo>
                    <a:pt x="162941" y="661416"/>
                    <a:pt x="144907" y="661416"/>
                    <a:pt x="134620" y="651065"/>
                  </a:cubicBezTo>
                  <a:lnTo>
                    <a:pt x="79502" y="596011"/>
                  </a:lnTo>
                  <a:cubicBezTo>
                    <a:pt x="68834" y="585343"/>
                    <a:pt x="68834" y="568008"/>
                    <a:pt x="79502" y="557276"/>
                  </a:cubicBezTo>
                  <a:lnTo>
                    <a:pt x="104077" y="532702"/>
                  </a:lnTo>
                  <a:cubicBezTo>
                    <a:pt x="114871" y="521907"/>
                    <a:pt x="117539" y="505333"/>
                    <a:pt x="110681" y="491490"/>
                  </a:cubicBezTo>
                  <a:cubicBezTo>
                    <a:pt x="105156" y="480251"/>
                    <a:pt x="100267" y="468566"/>
                    <a:pt x="96266" y="456692"/>
                  </a:cubicBezTo>
                  <a:cubicBezTo>
                    <a:pt x="91186" y="441642"/>
                    <a:pt x="77216" y="431546"/>
                    <a:pt x="61532" y="431546"/>
                  </a:cubicBezTo>
                  <a:lnTo>
                    <a:pt x="27369" y="431546"/>
                  </a:lnTo>
                  <a:cubicBezTo>
                    <a:pt x="12256" y="431546"/>
                    <a:pt x="0" y="419290"/>
                    <a:pt x="0" y="404177"/>
                  </a:cubicBezTo>
                  <a:lnTo>
                    <a:pt x="0" y="326263"/>
                  </a:lnTo>
                  <a:cubicBezTo>
                    <a:pt x="0" y="311150"/>
                    <a:pt x="12256" y="298895"/>
                    <a:pt x="27369" y="298895"/>
                  </a:cubicBezTo>
                  <a:lnTo>
                    <a:pt x="62167" y="298895"/>
                  </a:lnTo>
                  <a:cubicBezTo>
                    <a:pt x="77788" y="298895"/>
                    <a:pt x="91758" y="288861"/>
                    <a:pt x="96901" y="273939"/>
                  </a:cubicBezTo>
                  <a:cubicBezTo>
                    <a:pt x="100902" y="262319"/>
                    <a:pt x="105728" y="250825"/>
                    <a:pt x="111252" y="239776"/>
                  </a:cubicBezTo>
                  <a:cubicBezTo>
                    <a:pt x="118173" y="225870"/>
                    <a:pt x="115570" y="209233"/>
                    <a:pt x="104711" y="198374"/>
                  </a:cubicBezTo>
                  <a:lnTo>
                    <a:pt x="79502" y="173165"/>
                  </a:lnTo>
                  <a:cubicBezTo>
                    <a:pt x="74358" y="168021"/>
                    <a:pt x="71501" y="161099"/>
                    <a:pt x="71501" y="153797"/>
                  </a:cubicBezTo>
                  <a:cubicBezTo>
                    <a:pt x="71501" y="146495"/>
                    <a:pt x="74358" y="139636"/>
                    <a:pt x="79502" y="134429"/>
                  </a:cubicBezTo>
                  <a:lnTo>
                    <a:pt x="134620" y="79375"/>
                  </a:lnTo>
                  <a:cubicBezTo>
                    <a:pt x="144907" y="69024"/>
                    <a:pt x="162941" y="69024"/>
                    <a:pt x="173292" y="79375"/>
                  </a:cubicBezTo>
                  <a:lnTo>
                    <a:pt x="198755" y="104902"/>
                  </a:lnTo>
                  <a:cubicBezTo>
                    <a:pt x="209550" y="115697"/>
                    <a:pt x="226123" y="118364"/>
                    <a:pt x="240030" y="111506"/>
                  </a:cubicBezTo>
                  <a:cubicBezTo>
                    <a:pt x="251079" y="106045"/>
                    <a:pt x="262636" y="101283"/>
                    <a:pt x="274257" y="97346"/>
                  </a:cubicBezTo>
                  <a:cubicBezTo>
                    <a:pt x="289052" y="92329"/>
                    <a:pt x="299021" y="78549"/>
                    <a:pt x="299021" y="63055"/>
                  </a:cubicBezTo>
                  <a:lnTo>
                    <a:pt x="299021" y="27368"/>
                  </a:lnTo>
                  <a:cubicBezTo>
                    <a:pt x="299021" y="12255"/>
                    <a:pt x="311277" y="0"/>
                    <a:pt x="326390" y="0"/>
                  </a:cubicBezTo>
                  <a:lnTo>
                    <a:pt x="404305" y="0"/>
                  </a:lnTo>
                  <a:cubicBezTo>
                    <a:pt x="419418" y="0"/>
                    <a:pt x="431673" y="12255"/>
                    <a:pt x="431673" y="27368"/>
                  </a:cubicBezTo>
                  <a:lnTo>
                    <a:pt x="431673" y="63055"/>
                  </a:lnTo>
                  <a:cubicBezTo>
                    <a:pt x="431673" y="78549"/>
                    <a:pt x="441643" y="92329"/>
                    <a:pt x="456438" y="97346"/>
                  </a:cubicBezTo>
                  <a:cubicBezTo>
                    <a:pt x="468058" y="101283"/>
                    <a:pt x="479552" y="106045"/>
                    <a:pt x="490665" y="111506"/>
                  </a:cubicBezTo>
                  <a:cubicBezTo>
                    <a:pt x="504571" y="118364"/>
                    <a:pt x="521145" y="115697"/>
                    <a:pt x="531940" y="104902"/>
                  </a:cubicBezTo>
                  <a:lnTo>
                    <a:pt x="557403" y="79375"/>
                  </a:lnTo>
                  <a:cubicBezTo>
                    <a:pt x="568071" y="68707"/>
                    <a:pt x="585407" y="68707"/>
                    <a:pt x="596138" y="79375"/>
                  </a:cubicBezTo>
                  <a:lnTo>
                    <a:pt x="651193" y="134493"/>
                  </a:lnTo>
                  <a:cubicBezTo>
                    <a:pt x="656336" y="139636"/>
                    <a:pt x="659194" y="146558"/>
                    <a:pt x="659194" y="153860"/>
                  </a:cubicBezTo>
                  <a:cubicBezTo>
                    <a:pt x="659194" y="161163"/>
                    <a:pt x="656336" y="168021"/>
                    <a:pt x="651193" y="173228"/>
                  </a:cubicBezTo>
                  <a:lnTo>
                    <a:pt x="625983" y="198374"/>
                  </a:lnTo>
                  <a:cubicBezTo>
                    <a:pt x="615125" y="209233"/>
                    <a:pt x="612521" y="225870"/>
                    <a:pt x="619443" y="239776"/>
                  </a:cubicBezTo>
                  <a:cubicBezTo>
                    <a:pt x="624967" y="250825"/>
                    <a:pt x="629793" y="262319"/>
                    <a:pt x="633730" y="273939"/>
                  </a:cubicBezTo>
                  <a:cubicBezTo>
                    <a:pt x="638873" y="288861"/>
                    <a:pt x="652844" y="298895"/>
                    <a:pt x="668465" y="298895"/>
                  </a:cubicBezTo>
                  <a:lnTo>
                    <a:pt x="703263" y="298895"/>
                  </a:lnTo>
                  <a:cubicBezTo>
                    <a:pt x="718376" y="298895"/>
                    <a:pt x="730631" y="311150"/>
                    <a:pt x="730631" y="326263"/>
                  </a:cubicBezTo>
                  <a:lnTo>
                    <a:pt x="730631" y="404177"/>
                  </a:lnTo>
                  <a:cubicBezTo>
                    <a:pt x="730631" y="419290"/>
                    <a:pt x="718376" y="431546"/>
                    <a:pt x="703263" y="431546"/>
                  </a:cubicBezTo>
                  <a:lnTo>
                    <a:pt x="669100" y="431546"/>
                  </a:lnTo>
                  <a:cubicBezTo>
                    <a:pt x="653415" y="431546"/>
                    <a:pt x="639445" y="441642"/>
                    <a:pt x="634365" y="456692"/>
                  </a:cubicBezTo>
                  <a:cubicBezTo>
                    <a:pt x="630365" y="468566"/>
                    <a:pt x="625539" y="480251"/>
                    <a:pt x="619951" y="491490"/>
                  </a:cubicBezTo>
                  <a:cubicBezTo>
                    <a:pt x="613093" y="505333"/>
                    <a:pt x="615759" y="521907"/>
                    <a:pt x="626555" y="532702"/>
                  </a:cubicBezTo>
                  <a:lnTo>
                    <a:pt x="651129" y="557276"/>
                  </a:lnTo>
                  <a:cubicBezTo>
                    <a:pt x="661797" y="567944"/>
                    <a:pt x="661797" y="585279"/>
                    <a:pt x="651129" y="596011"/>
                  </a:cubicBezTo>
                  <a:lnTo>
                    <a:pt x="596075" y="651065"/>
                  </a:lnTo>
                  <a:cubicBezTo>
                    <a:pt x="585407" y="661734"/>
                    <a:pt x="568071" y="661734"/>
                    <a:pt x="557340" y="651065"/>
                  </a:cubicBezTo>
                  <a:lnTo>
                    <a:pt x="533083" y="626809"/>
                  </a:lnTo>
                  <a:cubicBezTo>
                    <a:pt x="522224" y="615950"/>
                    <a:pt x="505587" y="613346"/>
                    <a:pt x="491744" y="620268"/>
                  </a:cubicBezTo>
                  <a:cubicBezTo>
                    <a:pt x="480505" y="625856"/>
                    <a:pt x="468820" y="630746"/>
                    <a:pt x="456946" y="634809"/>
                  </a:cubicBezTo>
                  <a:cubicBezTo>
                    <a:pt x="441770" y="640016"/>
                    <a:pt x="431609" y="654114"/>
                    <a:pt x="431609" y="669989"/>
                  </a:cubicBezTo>
                  <a:lnTo>
                    <a:pt x="431609" y="703199"/>
                  </a:lnTo>
                  <a:cubicBezTo>
                    <a:pt x="431609" y="718312"/>
                    <a:pt x="419354" y="730567"/>
                    <a:pt x="404241" y="73056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0" name="Forma libre 109">
              <a:extLst>
                <a:ext uri="{FF2B5EF4-FFF2-40B4-BE49-F238E27FC236}">
                  <a16:creationId xmlns:a16="http://schemas.microsoft.com/office/drawing/2014/main" id="{FFD16837-D7AE-1BDF-E6E6-525C0BCEFF41}"/>
                </a:ext>
              </a:extLst>
            </p:cNvPr>
            <p:cNvSpPr/>
            <p:nvPr/>
          </p:nvSpPr>
          <p:spPr>
            <a:xfrm>
              <a:off x="7034085" y="4296854"/>
              <a:ext cx="303974" cy="343789"/>
            </a:xfrm>
            <a:custGeom>
              <a:avLst/>
              <a:gdLst>
                <a:gd name="connsiteX0" fmla="*/ 303784 w 303974"/>
                <a:gd name="connsiteY0" fmla="*/ 151892 h 343789"/>
                <a:gd name="connsiteX1" fmla="*/ 151892 w 303974"/>
                <a:gd name="connsiteY1" fmla="*/ 0 h 343789"/>
                <a:gd name="connsiteX2" fmla="*/ 0 w 303974"/>
                <a:gd name="connsiteY2" fmla="*/ 151892 h 343789"/>
                <a:gd name="connsiteX3" fmla="*/ 92456 w 303974"/>
                <a:gd name="connsiteY3" fmla="*/ 291655 h 343789"/>
                <a:gd name="connsiteX4" fmla="*/ 94171 w 303974"/>
                <a:gd name="connsiteY4" fmla="*/ 292608 h 343789"/>
                <a:gd name="connsiteX5" fmla="*/ 145859 w 303974"/>
                <a:gd name="connsiteY5" fmla="*/ 339027 h 343789"/>
                <a:gd name="connsiteX6" fmla="*/ 145859 w 303974"/>
                <a:gd name="connsiteY6" fmla="*/ 339090 h 343789"/>
                <a:gd name="connsiteX7" fmla="*/ 146939 w 303974"/>
                <a:gd name="connsiteY7" fmla="*/ 340868 h 343789"/>
                <a:gd name="connsiteX8" fmla="*/ 147257 w 303974"/>
                <a:gd name="connsiteY8" fmla="*/ 341186 h 343789"/>
                <a:gd name="connsiteX9" fmla="*/ 148654 w 303974"/>
                <a:gd name="connsiteY9" fmla="*/ 342455 h 343789"/>
                <a:gd name="connsiteX10" fmla="*/ 148781 w 303974"/>
                <a:gd name="connsiteY10" fmla="*/ 342583 h 343789"/>
                <a:gd name="connsiteX11" fmla="*/ 150241 w 303974"/>
                <a:gd name="connsiteY11" fmla="*/ 343345 h 343789"/>
                <a:gd name="connsiteX12" fmla="*/ 150495 w 303974"/>
                <a:gd name="connsiteY12" fmla="*/ 343345 h 343789"/>
                <a:gd name="connsiteX13" fmla="*/ 153035 w 303974"/>
                <a:gd name="connsiteY13" fmla="*/ 343789 h 343789"/>
                <a:gd name="connsiteX14" fmla="*/ 153035 w 303974"/>
                <a:gd name="connsiteY14" fmla="*/ 343789 h 343789"/>
                <a:gd name="connsiteX15" fmla="*/ 153035 w 303974"/>
                <a:gd name="connsiteY15" fmla="*/ 343789 h 343789"/>
                <a:gd name="connsiteX16" fmla="*/ 155067 w 303974"/>
                <a:gd name="connsiteY16" fmla="*/ 343472 h 343789"/>
                <a:gd name="connsiteX17" fmla="*/ 155511 w 303974"/>
                <a:gd name="connsiteY17" fmla="*/ 343345 h 343789"/>
                <a:gd name="connsiteX18" fmla="*/ 155956 w 303974"/>
                <a:gd name="connsiteY18" fmla="*/ 343217 h 343789"/>
                <a:gd name="connsiteX19" fmla="*/ 157417 w 303974"/>
                <a:gd name="connsiteY19" fmla="*/ 342455 h 343789"/>
                <a:gd name="connsiteX20" fmla="*/ 157480 w 303974"/>
                <a:gd name="connsiteY20" fmla="*/ 342455 h 343789"/>
                <a:gd name="connsiteX21" fmla="*/ 158941 w 303974"/>
                <a:gd name="connsiteY21" fmla="*/ 341122 h 343789"/>
                <a:gd name="connsiteX22" fmla="*/ 159259 w 303974"/>
                <a:gd name="connsiteY22" fmla="*/ 340805 h 343789"/>
                <a:gd name="connsiteX23" fmla="*/ 160338 w 303974"/>
                <a:gd name="connsiteY23" fmla="*/ 338963 h 343789"/>
                <a:gd name="connsiteX24" fmla="*/ 160338 w 303974"/>
                <a:gd name="connsiteY24" fmla="*/ 338899 h 343789"/>
                <a:gd name="connsiteX25" fmla="*/ 208597 w 303974"/>
                <a:gd name="connsiteY25" fmla="*/ 292799 h 343789"/>
                <a:gd name="connsiteX26" fmla="*/ 303974 w 303974"/>
                <a:gd name="connsiteY26" fmla="*/ 151829 h 343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03974" h="343789">
                  <a:moveTo>
                    <a:pt x="303784" y="151892"/>
                  </a:moveTo>
                  <a:cubicBezTo>
                    <a:pt x="303784" y="68136"/>
                    <a:pt x="235648" y="0"/>
                    <a:pt x="151892" y="0"/>
                  </a:cubicBezTo>
                  <a:cubicBezTo>
                    <a:pt x="68135" y="0"/>
                    <a:pt x="0" y="68136"/>
                    <a:pt x="0" y="151892"/>
                  </a:cubicBezTo>
                  <a:cubicBezTo>
                    <a:pt x="0" y="213487"/>
                    <a:pt x="37465" y="268224"/>
                    <a:pt x="92456" y="291655"/>
                  </a:cubicBezTo>
                  <a:cubicBezTo>
                    <a:pt x="92964" y="292036"/>
                    <a:pt x="93535" y="292354"/>
                    <a:pt x="94171" y="292608"/>
                  </a:cubicBezTo>
                  <a:cubicBezTo>
                    <a:pt x="118555" y="301942"/>
                    <a:pt x="137858" y="319278"/>
                    <a:pt x="145859" y="339027"/>
                  </a:cubicBezTo>
                  <a:cubicBezTo>
                    <a:pt x="145859" y="339027"/>
                    <a:pt x="145859" y="339027"/>
                    <a:pt x="145859" y="339090"/>
                  </a:cubicBezTo>
                  <a:cubicBezTo>
                    <a:pt x="146114" y="339725"/>
                    <a:pt x="146495" y="340297"/>
                    <a:pt x="146939" y="340868"/>
                  </a:cubicBezTo>
                  <a:cubicBezTo>
                    <a:pt x="147003" y="340995"/>
                    <a:pt x="147130" y="341122"/>
                    <a:pt x="147257" y="341186"/>
                  </a:cubicBezTo>
                  <a:cubicBezTo>
                    <a:pt x="147638" y="341630"/>
                    <a:pt x="148146" y="342074"/>
                    <a:pt x="148654" y="342455"/>
                  </a:cubicBezTo>
                  <a:cubicBezTo>
                    <a:pt x="148654" y="342455"/>
                    <a:pt x="148717" y="342519"/>
                    <a:pt x="148781" y="342583"/>
                  </a:cubicBezTo>
                  <a:cubicBezTo>
                    <a:pt x="149225" y="342900"/>
                    <a:pt x="149734" y="343154"/>
                    <a:pt x="150241" y="343345"/>
                  </a:cubicBezTo>
                  <a:cubicBezTo>
                    <a:pt x="150305" y="343345"/>
                    <a:pt x="150432" y="343345"/>
                    <a:pt x="150495" y="343345"/>
                  </a:cubicBezTo>
                  <a:cubicBezTo>
                    <a:pt x="151321" y="343599"/>
                    <a:pt x="152146" y="343789"/>
                    <a:pt x="153035" y="343789"/>
                  </a:cubicBezTo>
                  <a:cubicBezTo>
                    <a:pt x="153035" y="343789"/>
                    <a:pt x="153035" y="343789"/>
                    <a:pt x="153035" y="343789"/>
                  </a:cubicBezTo>
                  <a:lnTo>
                    <a:pt x="153035" y="343789"/>
                  </a:lnTo>
                  <a:cubicBezTo>
                    <a:pt x="153733" y="343789"/>
                    <a:pt x="154369" y="343662"/>
                    <a:pt x="155067" y="343472"/>
                  </a:cubicBezTo>
                  <a:cubicBezTo>
                    <a:pt x="155194" y="343472"/>
                    <a:pt x="155384" y="343408"/>
                    <a:pt x="155511" y="343345"/>
                  </a:cubicBezTo>
                  <a:cubicBezTo>
                    <a:pt x="155639" y="343345"/>
                    <a:pt x="155766" y="343281"/>
                    <a:pt x="155956" y="343217"/>
                  </a:cubicBezTo>
                  <a:cubicBezTo>
                    <a:pt x="156464" y="343027"/>
                    <a:pt x="156972" y="342773"/>
                    <a:pt x="157417" y="342455"/>
                  </a:cubicBezTo>
                  <a:cubicBezTo>
                    <a:pt x="157417" y="342455"/>
                    <a:pt x="157417" y="342455"/>
                    <a:pt x="157480" y="342455"/>
                  </a:cubicBezTo>
                  <a:cubicBezTo>
                    <a:pt x="158052" y="342074"/>
                    <a:pt x="158496" y="341630"/>
                    <a:pt x="158941" y="341122"/>
                  </a:cubicBezTo>
                  <a:cubicBezTo>
                    <a:pt x="159068" y="340995"/>
                    <a:pt x="159131" y="340868"/>
                    <a:pt x="159259" y="340805"/>
                  </a:cubicBezTo>
                  <a:cubicBezTo>
                    <a:pt x="159703" y="340233"/>
                    <a:pt x="160020" y="339661"/>
                    <a:pt x="160338" y="338963"/>
                  </a:cubicBezTo>
                  <a:cubicBezTo>
                    <a:pt x="160338" y="338963"/>
                    <a:pt x="160338" y="338963"/>
                    <a:pt x="160338" y="338899"/>
                  </a:cubicBezTo>
                  <a:cubicBezTo>
                    <a:pt x="168910" y="316611"/>
                    <a:pt x="190309" y="300736"/>
                    <a:pt x="208597" y="292799"/>
                  </a:cubicBezTo>
                  <a:cubicBezTo>
                    <a:pt x="265684" y="270066"/>
                    <a:pt x="303974" y="214948"/>
                    <a:pt x="303974" y="15182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1" name="Gráfico 4">
            <a:extLst>
              <a:ext uri="{FF2B5EF4-FFF2-40B4-BE49-F238E27FC236}">
                <a16:creationId xmlns:a16="http://schemas.microsoft.com/office/drawing/2014/main" id="{03608C8F-4B27-F58A-DBAB-3D5902BF5F08}"/>
              </a:ext>
            </a:extLst>
          </p:cNvPr>
          <p:cNvGrpSpPr/>
          <p:nvPr/>
        </p:nvGrpSpPr>
        <p:grpSpPr>
          <a:xfrm>
            <a:off x="6926135" y="3100197"/>
            <a:ext cx="519874" cy="588327"/>
            <a:chOff x="6926135" y="3100197"/>
            <a:chExt cx="519874" cy="588327"/>
          </a:xfrm>
          <a:noFill/>
        </p:grpSpPr>
        <p:sp>
          <p:nvSpPr>
            <p:cNvPr id="112" name="Forma libre 111">
              <a:extLst>
                <a:ext uri="{FF2B5EF4-FFF2-40B4-BE49-F238E27FC236}">
                  <a16:creationId xmlns:a16="http://schemas.microsoft.com/office/drawing/2014/main" id="{15151FD3-01F8-BC29-72C7-DA77DE845341}"/>
                </a:ext>
              </a:extLst>
            </p:cNvPr>
            <p:cNvSpPr/>
            <p:nvPr/>
          </p:nvSpPr>
          <p:spPr>
            <a:xfrm>
              <a:off x="6926135" y="3100197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0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4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4 h 588327"/>
                <a:gd name="connsiteX10" fmla="*/ 254509 w 519874"/>
                <a:gd name="connsiteY10" fmla="*/ 586105 h 588327"/>
                <a:gd name="connsiteX11" fmla="*/ 257048 w 519874"/>
                <a:gd name="connsiteY11" fmla="*/ 587438 h 588327"/>
                <a:gd name="connsiteX12" fmla="*/ 257493 w 519874"/>
                <a:gd name="connsiteY12" fmla="*/ 587502 h 588327"/>
                <a:gd name="connsiteX13" fmla="*/ 261810 w 519874"/>
                <a:gd name="connsiteY13" fmla="*/ 588327 h 588327"/>
                <a:gd name="connsiteX14" fmla="*/ 261810 w 519874"/>
                <a:gd name="connsiteY14" fmla="*/ 588327 h 588327"/>
                <a:gd name="connsiteX15" fmla="*/ 261810 w 519874"/>
                <a:gd name="connsiteY15" fmla="*/ 588327 h 588327"/>
                <a:gd name="connsiteX16" fmla="*/ 265303 w 519874"/>
                <a:gd name="connsiteY16" fmla="*/ 587819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0 h 588327"/>
                <a:gd name="connsiteX23" fmla="*/ 274193 w 519874"/>
                <a:gd name="connsiteY23" fmla="*/ 580009 h 588327"/>
                <a:gd name="connsiteX24" fmla="*/ 274257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8"/>
                    <a:pt x="64135" y="458787"/>
                    <a:pt x="158115" y="498983"/>
                  </a:cubicBezTo>
                  <a:cubicBezTo>
                    <a:pt x="159004" y="499618"/>
                    <a:pt x="159957" y="500189"/>
                    <a:pt x="161036" y="500570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1"/>
                    <a:pt x="251334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4"/>
                  </a:cubicBezTo>
                  <a:cubicBezTo>
                    <a:pt x="254318" y="585914"/>
                    <a:pt x="254445" y="586042"/>
                    <a:pt x="254509" y="586105"/>
                  </a:cubicBezTo>
                  <a:cubicBezTo>
                    <a:pt x="255270" y="586613"/>
                    <a:pt x="256096" y="587057"/>
                    <a:pt x="257048" y="587438"/>
                  </a:cubicBezTo>
                  <a:cubicBezTo>
                    <a:pt x="257175" y="587438"/>
                    <a:pt x="257302" y="587438"/>
                    <a:pt x="257493" y="587502"/>
                  </a:cubicBezTo>
                  <a:cubicBezTo>
                    <a:pt x="258890" y="588010"/>
                    <a:pt x="260286" y="588264"/>
                    <a:pt x="261810" y="588327"/>
                  </a:cubicBezTo>
                  <a:cubicBezTo>
                    <a:pt x="261810" y="588327"/>
                    <a:pt x="261810" y="588327"/>
                    <a:pt x="261810" y="588327"/>
                  </a:cubicBezTo>
                  <a:lnTo>
                    <a:pt x="261810" y="588327"/>
                  </a:lnTo>
                  <a:cubicBezTo>
                    <a:pt x="262954" y="588327"/>
                    <a:pt x="264096" y="588137"/>
                    <a:pt x="265303" y="587819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8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20" y="585343"/>
                    <a:pt x="271145" y="584518"/>
                    <a:pt x="271907" y="583692"/>
                  </a:cubicBezTo>
                  <a:cubicBezTo>
                    <a:pt x="272097" y="583501"/>
                    <a:pt x="272224" y="583311"/>
                    <a:pt x="272415" y="583120"/>
                  </a:cubicBezTo>
                  <a:cubicBezTo>
                    <a:pt x="273177" y="582168"/>
                    <a:pt x="273748" y="581088"/>
                    <a:pt x="274193" y="580009"/>
                  </a:cubicBezTo>
                  <a:cubicBezTo>
                    <a:pt x="274193" y="580009"/>
                    <a:pt x="274193" y="579945"/>
                    <a:pt x="274257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3" name="Forma libre 112">
              <a:extLst>
                <a:ext uri="{FF2B5EF4-FFF2-40B4-BE49-F238E27FC236}">
                  <a16:creationId xmlns:a16="http://schemas.microsoft.com/office/drawing/2014/main" id="{A576542C-B05B-773A-C495-AC02A8B4B966}"/>
                </a:ext>
              </a:extLst>
            </p:cNvPr>
            <p:cNvSpPr/>
            <p:nvPr/>
          </p:nvSpPr>
          <p:spPr>
            <a:xfrm>
              <a:off x="7081901" y="3259454"/>
              <a:ext cx="208152" cy="208153"/>
            </a:xfrm>
            <a:custGeom>
              <a:avLst/>
              <a:gdLst>
                <a:gd name="connsiteX0" fmla="*/ 208153 w 208152"/>
                <a:gd name="connsiteY0" fmla="*/ 0 h 208153"/>
                <a:gd name="connsiteX1" fmla="*/ 0 w 208152"/>
                <a:gd name="connsiteY1" fmla="*/ 208153 h 2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52" h="208153">
                  <a:moveTo>
                    <a:pt x="208153" y="0"/>
                  </a:moveTo>
                  <a:lnTo>
                    <a:pt x="0" y="208153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4" name="Forma libre 113">
              <a:extLst>
                <a:ext uri="{FF2B5EF4-FFF2-40B4-BE49-F238E27FC236}">
                  <a16:creationId xmlns:a16="http://schemas.microsoft.com/office/drawing/2014/main" id="{AB1C6F04-EC8C-C19D-8E64-5EA8895549BD}"/>
                </a:ext>
              </a:extLst>
            </p:cNvPr>
            <p:cNvSpPr/>
            <p:nvPr/>
          </p:nvSpPr>
          <p:spPr>
            <a:xfrm>
              <a:off x="7081901" y="3259454"/>
              <a:ext cx="208152" cy="208153"/>
            </a:xfrm>
            <a:custGeom>
              <a:avLst/>
              <a:gdLst>
                <a:gd name="connsiteX0" fmla="*/ 208153 w 208152"/>
                <a:gd name="connsiteY0" fmla="*/ 208153 h 208153"/>
                <a:gd name="connsiteX1" fmla="*/ 0 w 208152"/>
                <a:gd name="connsiteY1" fmla="*/ 0 h 20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8152" h="208153">
                  <a:moveTo>
                    <a:pt x="208153" y="208153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5" name="Gráfico 4">
            <a:extLst>
              <a:ext uri="{FF2B5EF4-FFF2-40B4-BE49-F238E27FC236}">
                <a16:creationId xmlns:a16="http://schemas.microsoft.com/office/drawing/2014/main" id="{FE41F0F5-DB7E-4977-8E0D-11E73E78A832}"/>
              </a:ext>
            </a:extLst>
          </p:cNvPr>
          <p:cNvGrpSpPr/>
          <p:nvPr/>
        </p:nvGrpSpPr>
        <p:grpSpPr>
          <a:xfrm>
            <a:off x="6814184" y="5224652"/>
            <a:ext cx="743457" cy="718185"/>
            <a:chOff x="6814184" y="5224652"/>
            <a:chExt cx="743457" cy="718185"/>
          </a:xfrm>
          <a:noFill/>
        </p:grpSpPr>
        <p:sp>
          <p:nvSpPr>
            <p:cNvPr id="116" name="Forma libre 115">
              <a:extLst>
                <a:ext uri="{FF2B5EF4-FFF2-40B4-BE49-F238E27FC236}">
                  <a16:creationId xmlns:a16="http://schemas.microsoft.com/office/drawing/2014/main" id="{24186BA7-0B90-0D55-6C16-B7008F6164B4}"/>
                </a:ext>
              </a:extLst>
            </p:cNvPr>
            <p:cNvSpPr/>
            <p:nvPr/>
          </p:nvSpPr>
          <p:spPr>
            <a:xfrm>
              <a:off x="6814184" y="5224652"/>
              <a:ext cx="743457" cy="718185"/>
            </a:xfrm>
            <a:custGeom>
              <a:avLst/>
              <a:gdLst>
                <a:gd name="connsiteX0" fmla="*/ 446722 w 743457"/>
                <a:gd name="connsiteY0" fmla="*/ 460946 h 718185"/>
                <a:gd name="connsiteX1" fmla="*/ 473393 w 743457"/>
                <a:gd name="connsiteY1" fmla="*/ 487617 h 718185"/>
                <a:gd name="connsiteX2" fmla="*/ 473393 w 743457"/>
                <a:gd name="connsiteY2" fmla="*/ 708343 h 718185"/>
                <a:gd name="connsiteX3" fmla="*/ 483235 w 743457"/>
                <a:gd name="connsiteY3" fmla="*/ 718185 h 718185"/>
                <a:gd name="connsiteX4" fmla="*/ 632334 w 743457"/>
                <a:gd name="connsiteY4" fmla="*/ 718185 h 718185"/>
                <a:gd name="connsiteX5" fmla="*/ 642176 w 743457"/>
                <a:gd name="connsiteY5" fmla="*/ 708343 h 718185"/>
                <a:gd name="connsiteX6" fmla="*/ 642176 w 743457"/>
                <a:gd name="connsiteY6" fmla="*/ 399351 h 718185"/>
                <a:gd name="connsiteX7" fmla="*/ 660019 w 743457"/>
                <a:gd name="connsiteY7" fmla="*/ 381508 h 718185"/>
                <a:gd name="connsiteX8" fmla="*/ 733489 w 743457"/>
                <a:gd name="connsiteY8" fmla="*/ 381508 h 718185"/>
                <a:gd name="connsiteX9" fmla="*/ 733679 w 743457"/>
                <a:gd name="connsiteY9" fmla="*/ 381508 h 718185"/>
                <a:gd name="connsiteX10" fmla="*/ 740601 w 743457"/>
                <a:gd name="connsiteY10" fmla="*/ 378650 h 718185"/>
                <a:gd name="connsiteX11" fmla="*/ 740601 w 743457"/>
                <a:gd name="connsiteY11" fmla="*/ 364744 h 718185"/>
                <a:gd name="connsiteX12" fmla="*/ 378714 w 743457"/>
                <a:gd name="connsiteY12" fmla="*/ 2857 h 718185"/>
                <a:gd name="connsiteX13" fmla="*/ 364808 w 743457"/>
                <a:gd name="connsiteY13" fmla="*/ 2857 h 718185"/>
                <a:gd name="connsiteX14" fmla="*/ 2858 w 743457"/>
                <a:gd name="connsiteY14" fmla="*/ 364807 h 718185"/>
                <a:gd name="connsiteX15" fmla="*/ 2858 w 743457"/>
                <a:gd name="connsiteY15" fmla="*/ 378714 h 718185"/>
                <a:gd name="connsiteX16" fmla="*/ 8827 w 743457"/>
                <a:gd name="connsiteY16" fmla="*/ 381381 h 718185"/>
                <a:gd name="connsiteX17" fmla="*/ 9589 w 743457"/>
                <a:gd name="connsiteY17" fmla="*/ 381508 h 718185"/>
                <a:gd name="connsiteX18" fmla="*/ 10033 w 743457"/>
                <a:gd name="connsiteY18" fmla="*/ 381508 h 718185"/>
                <a:gd name="connsiteX19" fmla="*/ 83503 w 743457"/>
                <a:gd name="connsiteY19" fmla="*/ 381508 h 718185"/>
                <a:gd name="connsiteX20" fmla="*/ 101347 w 743457"/>
                <a:gd name="connsiteY20" fmla="*/ 399351 h 718185"/>
                <a:gd name="connsiteX21" fmla="*/ 101347 w 743457"/>
                <a:gd name="connsiteY21" fmla="*/ 708343 h 718185"/>
                <a:gd name="connsiteX22" fmla="*/ 111189 w 743457"/>
                <a:gd name="connsiteY22" fmla="*/ 718185 h 718185"/>
                <a:gd name="connsiteX23" fmla="*/ 260604 w 743457"/>
                <a:gd name="connsiteY23" fmla="*/ 718185 h 718185"/>
                <a:gd name="connsiteX24" fmla="*/ 270446 w 743457"/>
                <a:gd name="connsiteY24" fmla="*/ 708343 h 718185"/>
                <a:gd name="connsiteX25" fmla="*/ 270446 w 743457"/>
                <a:gd name="connsiteY25" fmla="*/ 487617 h 718185"/>
                <a:gd name="connsiteX26" fmla="*/ 297117 w 743457"/>
                <a:gd name="connsiteY26" fmla="*/ 460946 h 71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43457" h="718185">
                  <a:moveTo>
                    <a:pt x="446722" y="460946"/>
                  </a:moveTo>
                  <a:cubicBezTo>
                    <a:pt x="461455" y="460946"/>
                    <a:pt x="473393" y="472885"/>
                    <a:pt x="473393" y="487617"/>
                  </a:cubicBezTo>
                  <a:lnTo>
                    <a:pt x="473393" y="708343"/>
                  </a:lnTo>
                  <a:cubicBezTo>
                    <a:pt x="473393" y="713740"/>
                    <a:pt x="477774" y="718185"/>
                    <a:pt x="483235" y="718185"/>
                  </a:cubicBezTo>
                  <a:lnTo>
                    <a:pt x="632334" y="718185"/>
                  </a:lnTo>
                  <a:cubicBezTo>
                    <a:pt x="637731" y="718185"/>
                    <a:pt x="642176" y="713804"/>
                    <a:pt x="642176" y="708343"/>
                  </a:cubicBezTo>
                  <a:lnTo>
                    <a:pt x="642176" y="399351"/>
                  </a:lnTo>
                  <a:cubicBezTo>
                    <a:pt x="642176" y="389509"/>
                    <a:pt x="650177" y="381508"/>
                    <a:pt x="660019" y="381508"/>
                  </a:cubicBezTo>
                  <a:lnTo>
                    <a:pt x="733489" y="381508"/>
                  </a:lnTo>
                  <a:cubicBezTo>
                    <a:pt x="733489" y="381508"/>
                    <a:pt x="733616" y="381508"/>
                    <a:pt x="733679" y="381508"/>
                  </a:cubicBezTo>
                  <a:cubicBezTo>
                    <a:pt x="736219" y="381508"/>
                    <a:pt x="738696" y="380556"/>
                    <a:pt x="740601" y="378650"/>
                  </a:cubicBezTo>
                  <a:cubicBezTo>
                    <a:pt x="744410" y="374841"/>
                    <a:pt x="744410" y="368618"/>
                    <a:pt x="740601" y="364744"/>
                  </a:cubicBezTo>
                  <a:lnTo>
                    <a:pt x="378714" y="2857"/>
                  </a:lnTo>
                  <a:cubicBezTo>
                    <a:pt x="374904" y="-952"/>
                    <a:pt x="368618" y="-952"/>
                    <a:pt x="364808" y="2857"/>
                  </a:cubicBezTo>
                  <a:lnTo>
                    <a:pt x="2858" y="364807"/>
                  </a:lnTo>
                  <a:cubicBezTo>
                    <a:pt x="-953" y="368618"/>
                    <a:pt x="-953" y="374841"/>
                    <a:pt x="2858" y="378714"/>
                  </a:cubicBezTo>
                  <a:cubicBezTo>
                    <a:pt x="4509" y="380365"/>
                    <a:pt x="6668" y="381191"/>
                    <a:pt x="8827" y="381381"/>
                  </a:cubicBezTo>
                  <a:lnTo>
                    <a:pt x="9589" y="381508"/>
                  </a:lnTo>
                  <a:cubicBezTo>
                    <a:pt x="9589" y="381508"/>
                    <a:pt x="9843" y="381508"/>
                    <a:pt x="10033" y="381508"/>
                  </a:cubicBezTo>
                  <a:lnTo>
                    <a:pt x="83503" y="381508"/>
                  </a:lnTo>
                  <a:cubicBezTo>
                    <a:pt x="93345" y="381508"/>
                    <a:pt x="101347" y="389509"/>
                    <a:pt x="101347" y="399351"/>
                  </a:cubicBezTo>
                  <a:lnTo>
                    <a:pt x="101347" y="708343"/>
                  </a:lnTo>
                  <a:cubicBezTo>
                    <a:pt x="101347" y="713740"/>
                    <a:pt x="105728" y="718185"/>
                    <a:pt x="111189" y="718185"/>
                  </a:cubicBezTo>
                  <a:lnTo>
                    <a:pt x="260604" y="718185"/>
                  </a:lnTo>
                  <a:cubicBezTo>
                    <a:pt x="266002" y="718185"/>
                    <a:pt x="270446" y="713804"/>
                    <a:pt x="270446" y="708343"/>
                  </a:cubicBezTo>
                  <a:lnTo>
                    <a:pt x="270446" y="487617"/>
                  </a:lnTo>
                  <a:cubicBezTo>
                    <a:pt x="270446" y="472885"/>
                    <a:pt x="282384" y="460946"/>
                    <a:pt x="297117" y="460946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17" name="Forma libre 116">
              <a:extLst>
                <a:ext uri="{FF2B5EF4-FFF2-40B4-BE49-F238E27FC236}">
                  <a16:creationId xmlns:a16="http://schemas.microsoft.com/office/drawing/2014/main" id="{EFC75AC5-F5B5-111E-81D8-19362E906C54}"/>
                </a:ext>
              </a:extLst>
            </p:cNvPr>
            <p:cNvSpPr/>
            <p:nvPr/>
          </p:nvSpPr>
          <p:spPr>
            <a:xfrm>
              <a:off x="7108317" y="5636831"/>
              <a:ext cx="155384" cy="49212"/>
            </a:xfrm>
            <a:custGeom>
              <a:avLst/>
              <a:gdLst>
                <a:gd name="connsiteX0" fmla="*/ 155384 w 155384"/>
                <a:gd name="connsiteY0" fmla="*/ 49213 h 49212"/>
                <a:gd name="connsiteX1" fmla="*/ 133667 w 155384"/>
                <a:gd name="connsiteY1" fmla="*/ 49213 h 49212"/>
                <a:gd name="connsiteX2" fmla="*/ 129984 w 155384"/>
                <a:gd name="connsiteY2" fmla="*/ 48895 h 49212"/>
                <a:gd name="connsiteX3" fmla="*/ 114490 w 155384"/>
                <a:gd name="connsiteY3" fmla="*/ 45593 h 49212"/>
                <a:gd name="connsiteX4" fmla="*/ 113474 w 155384"/>
                <a:gd name="connsiteY4" fmla="*/ 45212 h 49212"/>
                <a:gd name="connsiteX5" fmla="*/ 80264 w 155384"/>
                <a:gd name="connsiteY5" fmla="*/ 572 h 49212"/>
                <a:gd name="connsiteX6" fmla="*/ 78994 w 155384"/>
                <a:gd name="connsiteY6" fmla="*/ 572 h 49212"/>
                <a:gd name="connsiteX7" fmla="*/ 45339 w 155384"/>
                <a:gd name="connsiteY7" fmla="*/ 45403 h 49212"/>
                <a:gd name="connsiteX8" fmla="*/ 45339 w 155384"/>
                <a:gd name="connsiteY8" fmla="*/ 45403 h 49212"/>
                <a:gd name="connsiteX9" fmla="*/ 40894 w 155384"/>
                <a:gd name="connsiteY9" fmla="*/ 46800 h 49212"/>
                <a:gd name="connsiteX10" fmla="*/ 29781 w 155384"/>
                <a:gd name="connsiteY10" fmla="*/ 48578 h 49212"/>
                <a:gd name="connsiteX11" fmla="*/ 25844 w 155384"/>
                <a:gd name="connsiteY11" fmla="*/ 48895 h 49212"/>
                <a:gd name="connsiteX12" fmla="*/ 22606 w 155384"/>
                <a:gd name="connsiteY12" fmla="*/ 49213 h 49212"/>
                <a:gd name="connsiteX13" fmla="*/ 22415 w 155384"/>
                <a:gd name="connsiteY13" fmla="*/ 49213 h 49212"/>
                <a:gd name="connsiteX14" fmla="*/ 0 w 155384"/>
                <a:gd name="connsiteY14" fmla="*/ 49213 h 49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5384" h="49212">
                  <a:moveTo>
                    <a:pt x="155384" y="49213"/>
                  </a:moveTo>
                  <a:lnTo>
                    <a:pt x="133667" y="49213"/>
                  </a:lnTo>
                  <a:cubicBezTo>
                    <a:pt x="132461" y="49085"/>
                    <a:pt x="131190" y="49022"/>
                    <a:pt x="129984" y="48895"/>
                  </a:cubicBezTo>
                  <a:cubicBezTo>
                    <a:pt x="124777" y="48514"/>
                    <a:pt x="119570" y="47308"/>
                    <a:pt x="114490" y="45593"/>
                  </a:cubicBezTo>
                  <a:cubicBezTo>
                    <a:pt x="114173" y="45466"/>
                    <a:pt x="113792" y="45339"/>
                    <a:pt x="113474" y="45212"/>
                  </a:cubicBezTo>
                  <a:cubicBezTo>
                    <a:pt x="91948" y="35751"/>
                    <a:pt x="82676" y="8827"/>
                    <a:pt x="80264" y="572"/>
                  </a:cubicBezTo>
                  <a:cubicBezTo>
                    <a:pt x="80073" y="-191"/>
                    <a:pt x="79184" y="-191"/>
                    <a:pt x="78994" y="572"/>
                  </a:cubicBezTo>
                  <a:cubicBezTo>
                    <a:pt x="76581" y="8827"/>
                    <a:pt x="67183" y="36132"/>
                    <a:pt x="45339" y="45403"/>
                  </a:cubicBezTo>
                  <a:cubicBezTo>
                    <a:pt x="45339" y="45403"/>
                    <a:pt x="45339" y="45403"/>
                    <a:pt x="45339" y="45403"/>
                  </a:cubicBezTo>
                  <a:cubicBezTo>
                    <a:pt x="43878" y="45910"/>
                    <a:pt x="42418" y="46355"/>
                    <a:pt x="40894" y="46800"/>
                  </a:cubicBezTo>
                  <a:cubicBezTo>
                    <a:pt x="37211" y="47752"/>
                    <a:pt x="33527" y="48260"/>
                    <a:pt x="29781" y="48578"/>
                  </a:cubicBezTo>
                  <a:cubicBezTo>
                    <a:pt x="28448" y="48704"/>
                    <a:pt x="27114" y="48768"/>
                    <a:pt x="25844" y="48895"/>
                  </a:cubicBezTo>
                  <a:cubicBezTo>
                    <a:pt x="24764" y="48959"/>
                    <a:pt x="23685" y="49085"/>
                    <a:pt x="22606" y="49213"/>
                  </a:cubicBezTo>
                  <a:cubicBezTo>
                    <a:pt x="22606" y="49213"/>
                    <a:pt x="22478" y="49213"/>
                    <a:pt x="22415" y="49213"/>
                  </a:cubicBezTo>
                  <a:lnTo>
                    <a:pt x="0" y="49213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18" name="Gráfico 4">
            <a:extLst>
              <a:ext uri="{FF2B5EF4-FFF2-40B4-BE49-F238E27FC236}">
                <a16:creationId xmlns:a16="http://schemas.microsoft.com/office/drawing/2014/main" id="{F152F998-7DD5-64BD-A30F-501D200939F9}"/>
              </a:ext>
            </a:extLst>
          </p:cNvPr>
          <p:cNvGrpSpPr/>
          <p:nvPr/>
        </p:nvGrpSpPr>
        <p:grpSpPr>
          <a:xfrm>
            <a:off x="8056562" y="2072195"/>
            <a:ext cx="519874" cy="588327"/>
            <a:chOff x="8056562" y="2072195"/>
            <a:chExt cx="519874" cy="588327"/>
          </a:xfrm>
          <a:noFill/>
        </p:grpSpPr>
        <p:sp>
          <p:nvSpPr>
            <p:cNvPr id="119" name="Forma libre 118">
              <a:extLst>
                <a:ext uri="{FF2B5EF4-FFF2-40B4-BE49-F238E27FC236}">
                  <a16:creationId xmlns:a16="http://schemas.microsoft.com/office/drawing/2014/main" id="{1B3941A2-6978-83F7-7A77-69435C8FD42B}"/>
                </a:ext>
              </a:extLst>
            </p:cNvPr>
            <p:cNvSpPr/>
            <p:nvPr/>
          </p:nvSpPr>
          <p:spPr>
            <a:xfrm>
              <a:off x="8056562" y="2072195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3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6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8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3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3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120" name="Gráfico 4">
              <a:extLst>
                <a:ext uri="{FF2B5EF4-FFF2-40B4-BE49-F238E27FC236}">
                  <a16:creationId xmlns:a16="http://schemas.microsoft.com/office/drawing/2014/main" id="{3C76AC42-3BF0-5BBD-39A2-C844B4E0CFAA}"/>
                </a:ext>
              </a:extLst>
            </p:cNvPr>
            <p:cNvGrpSpPr/>
            <p:nvPr/>
          </p:nvGrpSpPr>
          <p:grpSpPr>
            <a:xfrm>
              <a:off x="8255381" y="2198687"/>
              <a:ext cx="121920" cy="278955"/>
              <a:chOff x="8255381" y="2198687"/>
              <a:chExt cx="121920" cy="278955"/>
            </a:xfrm>
            <a:noFill/>
          </p:grpSpPr>
          <p:sp>
            <p:nvSpPr>
              <p:cNvPr id="121" name="Forma libre 120">
                <a:extLst>
                  <a:ext uri="{FF2B5EF4-FFF2-40B4-BE49-F238E27FC236}">
                    <a16:creationId xmlns:a16="http://schemas.microsoft.com/office/drawing/2014/main" id="{CC876F29-5688-E076-D7B8-0F315A9D6ADB}"/>
                  </a:ext>
                </a:extLst>
              </p:cNvPr>
              <p:cNvSpPr/>
              <p:nvPr/>
            </p:nvSpPr>
            <p:spPr>
              <a:xfrm>
                <a:off x="8273288" y="2311400"/>
                <a:ext cx="43053" cy="154495"/>
              </a:xfrm>
              <a:custGeom>
                <a:avLst/>
                <a:gdLst>
                  <a:gd name="connsiteX0" fmla="*/ 0 w 43053"/>
                  <a:gd name="connsiteY0" fmla="*/ 0 h 154495"/>
                  <a:gd name="connsiteX1" fmla="*/ 39370 w 43053"/>
                  <a:gd name="connsiteY1" fmla="*/ 0 h 154495"/>
                  <a:gd name="connsiteX2" fmla="*/ 43053 w 43053"/>
                  <a:gd name="connsiteY2" fmla="*/ 3683 h 154495"/>
                  <a:gd name="connsiteX3" fmla="*/ 43053 w 43053"/>
                  <a:gd name="connsiteY3" fmla="*/ 154495 h 154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053" h="154495">
                    <a:moveTo>
                      <a:pt x="0" y="0"/>
                    </a:moveTo>
                    <a:lnTo>
                      <a:pt x="39370" y="0"/>
                    </a:lnTo>
                    <a:cubicBezTo>
                      <a:pt x="41402" y="0"/>
                      <a:pt x="43053" y="1651"/>
                      <a:pt x="43053" y="3683"/>
                    </a:cubicBezTo>
                    <a:lnTo>
                      <a:pt x="43053" y="154495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2" name="Forma libre 121">
                <a:extLst>
                  <a:ext uri="{FF2B5EF4-FFF2-40B4-BE49-F238E27FC236}">
                    <a16:creationId xmlns:a16="http://schemas.microsoft.com/office/drawing/2014/main" id="{A4CF1263-D28A-A8AC-5274-B2823B5F59DA}"/>
                  </a:ext>
                </a:extLst>
              </p:cNvPr>
              <p:cNvSpPr/>
              <p:nvPr/>
            </p:nvSpPr>
            <p:spPr>
              <a:xfrm>
                <a:off x="8255381" y="2477643"/>
                <a:ext cx="121920" cy="6350"/>
              </a:xfrm>
              <a:custGeom>
                <a:avLst/>
                <a:gdLst>
                  <a:gd name="connsiteX0" fmla="*/ 0 w 121920"/>
                  <a:gd name="connsiteY0" fmla="*/ 0 h 6350"/>
                  <a:gd name="connsiteX1" fmla="*/ 121920 w 121920"/>
                  <a:gd name="connsiteY1" fmla="*/ 0 h 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1920" h="6350">
                    <a:moveTo>
                      <a:pt x="0" y="0"/>
                    </a:moveTo>
                    <a:lnTo>
                      <a:pt x="12192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23" name="Forma libre 122">
                <a:extLst>
                  <a:ext uri="{FF2B5EF4-FFF2-40B4-BE49-F238E27FC236}">
                    <a16:creationId xmlns:a16="http://schemas.microsoft.com/office/drawing/2014/main" id="{755D705F-B478-80D7-124F-372AD8EE877B}"/>
                  </a:ext>
                </a:extLst>
              </p:cNvPr>
              <p:cNvSpPr/>
              <p:nvPr/>
            </p:nvSpPr>
            <p:spPr>
              <a:xfrm>
                <a:off x="8289163" y="2198687"/>
                <a:ext cx="54355" cy="54355"/>
              </a:xfrm>
              <a:custGeom>
                <a:avLst/>
                <a:gdLst>
                  <a:gd name="connsiteX0" fmla="*/ 54356 w 54355"/>
                  <a:gd name="connsiteY0" fmla="*/ 27178 h 54355"/>
                  <a:gd name="connsiteX1" fmla="*/ 27177 w 54355"/>
                  <a:gd name="connsiteY1" fmla="*/ 54356 h 54355"/>
                  <a:gd name="connsiteX2" fmla="*/ -1 w 54355"/>
                  <a:gd name="connsiteY2" fmla="*/ 27178 h 54355"/>
                  <a:gd name="connsiteX3" fmla="*/ 27177 w 54355"/>
                  <a:gd name="connsiteY3" fmla="*/ 0 h 54355"/>
                  <a:gd name="connsiteX4" fmla="*/ 54356 w 54355"/>
                  <a:gd name="connsiteY4" fmla="*/ 27178 h 5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355" h="54355">
                    <a:moveTo>
                      <a:pt x="54356" y="27178"/>
                    </a:moveTo>
                    <a:cubicBezTo>
                      <a:pt x="54356" y="42188"/>
                      <a:pt x="42187" y="54356"/>
                      <a:pt x="27177" y="54356"/>
                    </a:cubicBezTo>
                    <a:cubicBezTo>
                      <a:pt x="12168" y="54356"/>
                      <a:pt x="-1" y="42188"/>
                      <a:pt x="-1" y="27178"/>
                    </a:cubicBezTo>
                    <a:cubicBezTo>
                      <a:pt x="-1" y="12168"/>
                      <a:pt x="12168" y="0"/>
                      <a:pt x="27177" y="0"/>
                    </a:cubicBezTo>
                    <a:cubicBezTo>
                      <a:pt x="42187" y="0"/>
                      <a:pt x="54356" y="12168"/>
                      <a:pt x="54356" y="27178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DBB009A4-643B-88B7-88AA-4CC2602A2C9F}"/>
              </a:ext>
            </a:extLst>
          </p:cNvPr>
          <p:cNvGrpSpPr/>
          <p:nvPr/>
        </p:nvGrpSpPr>
        <p:grpSpPr>
          <a:xfrm>
            <a:off x="7958772" y="4113085"/>
            <a:ext cx="690054" cy="683831"/>
            <a:chOff x="7958772" y="4113085"/>
            <a:chExt cx="690054" cy="683831"/>
          </a:xfrm>
        </p:grpSpPr>
        <p:grpSp>
          <p:nvGrpSpPr>
            <p:cNvPr id="125" name="Gráfico 4">
              <a:extLst>
                <a:ext uri="{FF2B5EF4-FFF2-40B4-BE49-F238E27FC236}">
                  <a16:creationId xmlns:a16="http://schemas.microsoft.com/office/drawing/2014/main" id="{A44DE1C9-676E-DC8D-D281-8416C879A938}"/>
                </a:ext>
              </a:extLst>
            </p:cNvPr>
            <p:cNvGrpSpPr/>
            <p:nvPr/>
          </p:nvGrpSpPr>
          <p:grpSpPr>
            <a:xfrm>
              <a:off x="7958772" y="4113085"/>
              <a:ext cx="690054" cy="683831"/>
              <a:chOff x="7958772" y="4113085"/>
              <a:chExt cx="690054" cy="683831"/>
            </a:xfrm>
            <a:noFill/>
          </p:grpSpPr>
          <p:sp>
            <p:nvSpPr>
              <p:cNvPr id="134" name="Forma libre 133">
                <a:extLst>
                  <a:ext uri="{FF2B5EF4-FFF2-40B4-BE49-F238E27FC236}">
                    <a16:creationId xmlns:a16="http://schemas.microsoft.com/office/drawing/2014/main" id="{3858025D-B6A7-5FED-0D18-7778288CDF58}"/>
                  </a:ext>
                </a:extLst>
              </p:cNvPr>
              <p:cNvSpPr/>
              <p:nvPr/>
            </p:nvSpPr>
            <p:spPr>
              <a:xfrm>
                <a:off x="7958772" y="4230115"/>
                <a:ext cx="690054" cy="169783"/>
              </a:xfrm>
              <a:custGeom>
                <a:avLst/>
                <a:gdLst>
                  <a:gd name="connsiteX0" fmla="*/ 0 w 690054"/>
                  <a:gd name="connsiteY0" fmla="*/ 4064 h 169783"/>
                  <a:gd name="connsiteX1" fmla="*/ 0 w 690054"/>
                  <a:gd name="connsiteY1" fmla="*/ 4255 h 169783"/>
                  <a:gd name="connsiteX2" fmla="*/ 166053 w 690054"/>
                  <a:gd name="connsiteY2" fmla="*/ 114173 h 169783"/>
                  <a:gd name="connsiteX3" fmla="*/ 165862 w 690054"/>
                  <a:gd name="connsiteY3" fmla="*/ 114173 h 169783"/>
                  <a:gd name="connsiteX4" fmla="*/ 166180 w 690054"/>
                  <a:gd name="connsiteY4" fmla="*/ 114173 h 169783"/>
                  <a:gd name="connsiteX5" fmla="*/ 171197 w 690054"/>
                  <a:gd name="connsiteY5" fmla="*/ 114554 h 169783"/>
                  <a:gd name="connsiteX6" fmla="*/ 177292 w 690054"/>
                  <a:gd name="connsiteY6" fmla="*/ 114935 h 169783"/>
                  <a:gd name="connsiteX7" fmla="*/ 285179 w 690054"/>
                  <a:gd name="connsiteY7" fmla="*/ 116904 h 169783"/>
                  <a:gd name="connsiteX8" fmla="*/ 292036 w 690054"/>
                  <a:gd name="connsiteY8" fmla="*/ 118428 h 169783"/>
                  <a:gd name="connsiteX9" fmla="*/ 292164 w 690054"/>
                  <a:gd name="connsiteY9" fmla="*/ 118428 h 169783"/>
                  <a:gd name="connsiteX10" fmla="*/ 344043 w 690054"/>
                  <a:gd name="connsiteY10" fmla="*/ 169164 h 169783"/>
                  <a:gd name="connsiteX11" fmla="*/ 346075 w 690054"/>
                  <a:gd name="connsiteY11" fmla="*/ 169164 h 169783"/>
                  <a:gd name="connsiteX12" fmla="*/ 397129 w 690054"/>
                  <a:gd name="connsiteY12" fmla="*/ 118682 h 169783"/>
                  <a:gd name="connsiteX13" fmla="*/ 398780 w 690054"/>
                  <a:gd name="connsiteY13" fmla="*/ 118237 h 169783"/>
                  <a:gd name="connsiteX14" fmla="*/ 422656 w 690054"/>
                  <a:gd name="connsiteY14" fmla="*/ 114872 h 169783"/>
                  <a:gd name="connsiteX15" fmla="*/ 519049 w 690054"/>
                  <a:gd name="connsiteY15" fmla="*/ 114554 h 169783"/>
                  <a:gd name="connsiteX16" fmla="*/ 690055 w 690054"/>
                  <a:gd name="connsiteY16" fmla="*/ 0 h 169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90054" h="169783">
                    <a:moveTo>
                      <a:pt x="0" y="4064"/>
                    </a:moveTo>
                    <a:lnTo>
                      <a:pt x="0" y="4255"/>
                    </a:lnTo>
                    <a:cubicBezTo>
                      <a:pt x="3810" y="70993"/>
                      <a:pt x="-25273" y="114173"/>
                      <a:pt x="166053" y="114173"/>
                    </a:cubicBezTo>
                    <a:lnTo>
                      <a:pt x="165862" y="114173"/>
                    </a:lnTo>
                    <a:cubicBezTo>
                      <a:pt x="165862" y="114173"/>
                      <a:pt x="166053" y="114173"/>
                      <a:pt x="166180" y="114173"/>
                    </a:cubicBezTo>
                    <a:cubicBezTo>
                      <a:pt x="167831" y="114300"/>
                      <a:pt x="169545" y="114427"/>
                      <a:pt x="171197" y="114554"/>
                    </a:cubicBezTo>
                    <a:cubicBezTo>
                      <a:pt x="173228" y="114681"/>
                      <a:pt x="175260" y="114808"/>
                      <a:pt x="177292" y="114935"/>
                    </a:cubicBezTo>
                    <a:cubicBezTo>
                      <a:pt x="183071" y="115253"/>
                      <a:pt x="279527" y="115824"/>
                      <a:pt x="285179" y="116904"/>
                    </a:cubicBezTo>
                    <a:cubicBezTo>
                      <a:pt x="287528" y="117348"/>
                      <a:pt x="289814" y="117920"/>
                      <a:pt x="292036" y="118428"/>
                    </a:cubicBezTo>
                    <a:cubicBezTo>
                      <a:pt x="292036" y="118428"/>
                      <a:pt x="292100" y="118428"/>
                      <a:pt x="292164" y="118428"/>
                    </a:cubicBezTo>
                    <a:cubicBezTo>
                      <a:pt x="325882" y="128905"/>
                      <a:pt x="340360" y="159766"/>
                      <a:pt x="344043" y="169164"/>
                    </a:cubicBezTo>
                    <a:cubicBezTo>
                      <a:pt x="344360" y="169990"/>
                      <a:pt x="345694" y="169990"/>
                      <a:pt x="346075" y="169164"/>
                    </a:cubicBezTo>
                    <a:cubicBezTo>
                      <a:pt x="349759" y="159830"/>
                      <a:pt x="364046" y="129413"/>
                      <a:pt x="397129" y="118682"/>
                    </a:cubicBezTo>
                    <a:cubicBezTo>
                      <a:pt x="397701" y="118555"/>
                      <a:pt x="398272" y="118364"/>
                      <a:pt x="398780" y="118237"/>
                    </a:cubicBezTo>
                    <a:cubicBezTo>
                      <a:pt x="406591" y="116332"/>
                      <a:pt x="414592" y="115316"/>
                      <a:pt x="422656" y="114872"/>
                    </a:cubicBezTo>
                    <a:cubicBezTo>
                      <a:pt x="424561" y="114745"/>
                      <a:pt x="517144" y="114554"/>
                      <a:pt x="519049" y="114554"/>
                    </a:cubicBezTo>
                    <a:cubicBezTo>
                      <a:pt x="690055" y="114554"/>
                      <a:pt x="689801" y="70993"/>
                      <a:pt x="690055" y="0"/>
                    </a:cubicBez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5" name="Forma libre 134">
                <a:extLst>
                  <a:ext uri="{FF2B5EF4-FFF2-40B4-BE49-F238E27FC236}">
                    <a16:creationId xmlns:a16="http://schemas.microsoft.com/office/drawing/2014/main" id="{5EF6F7B6-AE13-8522-0C69-D483C9DDE21E}"/>
                  </a:ext>
                </a:extLst>
              </p:cNvPr>
              <p:cNvSpPr/>
              <p:nvPr/>
            </p:nvSpPr>
            <p:spPr>
              <a:xfrm>
                <a:off x="7958772" y="4162933"/>
                <a:ext cx="689991" cy="633984"/>
              </a:xfrm>
              <a:custGeom>
                <a:avLst/>
                <a:gdLst>
                  <a:gd name="connsiteX0" fmla="*/ 645985 w 689991"/>
                  <a:gd name="connsiteY0" fmla="*/ 0 h 633984"/>
                  <a:gd name="connsiteX1" fmla="*/ 689991 w 689991"/>
                  <a:gd name="connsiteY1" fmla="*/ 44006 h 633984"/>
                  <a:gd name="connsiteX2" fmla="*/ 689991 w 689991"/>
                  <a:gd name="connsiteY2" fmla="*/ 589978 h 633984"/>
                  <a:gd name="connsiteX3" fmla="*/ 645985 w 689991"/>
                  <a:gd name="connsiteY3" fmla="*/ 633984 h 633984"/>
                  <a:gd name="connsiteX4" fmla="*/ 44005 w 689991"/>
                  <a:gd name="connsiteY4" fmla="*/ 633984 h 633984"/>
                  <a:gd name="connsiteX5" fmla="*/ -1 w 689991"/>
                  <a:gd name="connsiteY5" fmla="*/ 589978 h 633984"/>
                  <a:gd name="connsiteX6" fmla="*/ -1 w 689991"/>
                  <a:gd name="connsiteY6" fmla="*/ 44006 h 633984"/>
                  <a:gd name="connsiteX7" fmla="*/ 44005 w 689991"/>
                  <a:gd name="connsiteY7" fmla="*/ 0 h 633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9991" h="633984">
                    <a:moveTo>
                      <a:pt x="645985" y="0"/>
                    </a:moveTo>
                    <a:cubicBezTo>
                      <a:pt x="670289" y="0"/>
                      <a:pt x="689991" y="19702"/>
                      <a:pt x="689991" y="44006"/>
                    </a:cubicBezTo>
                    <a:lnTo>
                      <a:pt x="689991" y="589978"/>
                    </a:lnTo>
                    <a:cubicBezTo>
                      <a:pt x="689991" y="614282"/>
                      <a:pt x="670289" y="633984"/>
                      <a:pt x="645985" y="633984"/>
                    </a:cubicBezTo>
                    <a:lnTo>
                      <a:pt x="44005" y="633984"/>
                    </a:lnTo>
                    <a:cubicBezTo>
                      <a:pt x="19701" y="633984"/>
                      <a:pt x="-1" y="614282"/>
                      <a:pt x="-1" y="589978"/>
                    </a:cubicBezTo>
                    <a:lnTo>
                      <a:pt x="-1" y="44006"/>
                    </a:lnTo>
                    <a:cubicBezTo>
                      <a:pt x="-1" y="19702"/>
                      <a:pt x="19701" y="0"/>
                      <a:pt x="44005" y="0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6" name="Forma libre 135">
                <a:extLst>
                  <a:ext uri="{FF2B5EF4-FFF2-40B4-BE49-F238E27FC236}">
                    <a16:creationId xmlns:a16="http://schemas.microsoft.com/office/drawing/2014/main" id="{1641B6B9-EAD3-FE10-B11C-3DF80C2DB82F}"/>
                  </a:ext>
                </a:extLst>
              </p:cNvPr>
              <p:cNvSpPr/>
              <p:nvPr/>
            </p:nvSpPr>
            <p:spPr>
              <a:xfrm>
                <a:off x="8119808" y="4113085"/>
                <a:ext cx="6350" cy="110743"/>
              </a:xfrm>
              <a:custGeom>
                <a:avLst/>
                <a:gdLst>
                  <a:gd name="connsiteX0" fmla="*/ 0 w 6350"/>
                  <a:gd name="connsiteY0" fmla="*/ 110744 h 110743"/>
                  <a:gd name="connsiteX1" fmla="*/ 0 w 6350"/>
                  <a:gd name="connsiteY1" fmla="*/ 0 h 11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10743">
                    <a:moveTo>
                      <a:pt x="0" y="1107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37" name="Forma libre 136">
                <a:extLst>
                  <a:ext uri="{FF2B5EF4-FFF2-40B4-BE49-F238E27FC236}">
                    <a16:creationId xmlns:a16="http://schemas.microsoft.com/office/drawing/2014/main" id="{602B7FE6-117A-D7C2-D8D5-43CBC8EEF82D}"/>
                  </a:ext>
                </a:extLst>
              </p:cNvPr>
              <p:cNvSpPr/>
              <p:nvPr/>
            </p:nvSpPr>
            <p:spPr>
              <a:xfrm>
                <a:off x="8487727" y="4113085"/>
                <a:ext cx="6350" cy="110743"/>
              </a:xfrm>
              <a:custGeom>
                <a:avLst/>
                <a:gdLst>
                  <a:gd name="connsiteX0" fmla="*/ 0 w 6350"/>
                  <a:gd name="connsiteY0" fmla="*/ 110744 h 110743"/>
                  <a:gd name="connsiteX1" fmla="*/ 0 w 6350"/>
                  <a:gd name="connsiteY1" fmla="*/ 0 h 110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10743">
                    <a:moveTo>
                      <a:pt x="0" y="110744"/>
                    </a:moveTo>
                    <a:lnTo>
                      <a:pt x="0" y="0"/>
                    </a:lnTo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  <p:sp>
          <p:nvSpPr>
            <p:cNvPr id="126" name="Forma libre 125">
              <a:extLst>
                <a:ext uri="{FF2B5EF4-FFF2-40B4-BE49-F238E27FC236}">
                  <a16:creationId xmlns:a16="http://schemas.microsoft.com/office/drawing/2014/main" id="{930895F5-3C56-25DF-DAE3-51FBA6194DAA}"/>
                </a:ext>
              </a:extLst>
            </p:cNvPr>
            <p:cNvSpPr/>
            <p:nvPr/>
          </p:nvSpPr>
          <p:spPr>
            <a:xfrm>
              <a:off x="8044497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1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1" y="64958"/>
                    <a:pt x="1" y="41846"/>
                  </a:cubicBezTo>
                  <a:cubicBezTo>
                    <a:pt x="1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7" name="Forma libre 126">
              <a:extLst>
                <a:ext uri="{FF2B5EF4-FFF2-40B4-BE49-F238E27FC236}">
                  <a16:creationId xmlns:a16="http://schemas.microsoft.com/office/drawing/2014/main" id="{EB4C5AE4-634D-4B53-7C59-32FE0EEB61D4}"/>
                </a:ext>
              </a:extLst>
            </p:cNvPr>
            <p:cNvSpPr/>
            <p:nvPr/>
          </p:nvSpPr>
          <p:spPr>
            <a:xfrm>
              <a:off x="8189976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6 w 83692"/>
                <a:gd name="connsiteY1" fmla="*/ 83693 h 83693"/>
                <a:gd name="connsiteX2" fmla="*/ 0 w 83692"/>
                <a:gd name="connsiteY2" fmla="*/ 41846 h 83693"/>
                <a:gd name="connsiteX3" fmla="*/ 41846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7" y="83693"/>
                    <a:pt x="41846" y="83693"/>
                  </a:cubicBezTo>
                  <a:cubicBezTo>
                    <a:pt x="18735" y="83693"/>
                    <a:pt x="0" y="64958"/>
                    <a:pt x="0" y="41846"/>
                  </a:cubicBezTo>
                  <a:cubicBezTo>
                    <a:pt x="0" y="18735"/>
                    <a:pt x="18735" y="0"/>
                    <a:pt x="41846" y="0"/>
                  </a:cubicBezTo>
                  <a:cubicBezTo>
                    <a:pt x="64957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8" name="Forma libre 127">
              <a:extLst>
                <a:ext uri="{FF2B5EF4-FFF2-40B4-BE49-F238E27FC236}">
                  <a16:creationId xmlns:a16="http://schemas.microsoft.com/office/drawing/2014/main" id="{74694563-82C5-A9E3-A2A8-33741D17EABD}"/>
                </a:ext>
              </a:extLst>
            </p:cNvPr>
            <p:cNvSpPr/>
            <p:nvPr/>
          </p:nvSpPr>
          <p:spPr>
            <a:xfrm>
              <a:off x="8335454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29" name="Forma libre 128">
              <a:extLst>
                <a:ext uri="{FF2B5EF4-FFF2-40B4-BE49-F238E27FC236}">
                  <a16:creationId xmlns:a16="http://schemas.microsoft.com/office/drawing/2014/main" id="{4DC4A8F9-8EC9-EB97-A042-8FC16720B740}"/>
                </a:ext>
              </a:extLst>
            </p:cNvPr>
            <p:cNvSpPr/>
            <p:nvPr/>
          </p:nvSpPr>
          <p:spPr>
            <a:xfrm>
              <a:off x="8480869" y="4449953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0" name="Forma libre 129">
              <a:extLst>
                <a:ext uri="{FF2B5EF4-FFF2-40B4-BE49-F238E27FC236}">
                  <a16:creationId xmlns:a16="http://schemas.microsoft.com/office/drawing/2014/main" id="{84295AB7-2F25-349F-315D-8C523DEFDE7A}"/>
                </a:ext>
              </a:extLst>
            </p:cNvPr>
            <p:cNvSpPr/>
            <p:nvPr/>
          </p:nvSpPr>
          <p:spPr>
            <a:xfrm>
              <a:off x="8044497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1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1" y="64958"/>
                    <a:pt x="1" y="41846"/>
                  </a:cubicBezTo>
                  <a:cubicBezTo>
                    <a:pt x="1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1" name="Forma libre 130">
              <a:extLst>
                <a:ext uri="{FF2B5EF4-FFF2-40B4-BE49-F238E27FC236}">
                  <a16:creationId xmlns:a16="http://schemas.microsoft.com/office/drawing/2014/main" id="{CD71C224-9A68-DF72-4364-2C6F632A11D2}"/>
                </a:ext>
              </a:extLst>
            </p:cNvPr>
            <p:cNvSpPr/>
            <p:nvPr/>
          </p:nvSpPr>
          <p:spPr>
            <a:xfrm>
              <a:off x="8189976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6 w 83692"/>
                <a:gd name="connsiteY1" fmla="*/ 83693 h 83693"/>
                <a:gd name="connsiteX2" fmla="*/ 0 w 83692"/>
                <a:gd name="connsiteY2" fmla="*/ 41846 h 83693"/>
                <a:gd name="connsiteX3" fmla="*/ 41846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7" y="83693"/>
                    <a:pt x="41846" y="83693"/>
                  </a:cubicBezTo>
                  <a:cubicBezTo>
                    <a:pt x="18735" y="83693"/>
                    <a:pt x="0" y="64958"/>
                    <a:pt x="0" y="41846"/>
                  </a:cubicBezTo>
                  <a:cubicBezTo>
                    <a:pt x="0" y="18735"/>
                    <a:pt x="18735" y="0"/>
                    <a:pt x="41846" y="0"/>
                  </a:cubicBezTo>
                  <a:cubicBezTo>
                    <a:pt x="64957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2" name="Forma libre 131">
              <a:extLst>
                <a:ext uri="{FF2B5EF4-FFF2-40B4-BE49-F238E27FC236}">
                  <a16:creationId xmlns:a16="http://schemas.microsoft.com/office/drawing/2014/main" id="{C15CF39D-C51C-70F0-6A88-2D7E813C161E}"/>
                </a:ext>
              </a:extLst>
            </p:cNvPr>
            <p:cNvSpPr/>
            <p:nvPr/>
          </p:nvSpPr>
          <p:spPr>
            <a:xfrm>
              <a:off x="8335454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3" name="Forma libre 132">
              <a:extLst>
                <a:ext uri="{FF2B5EF4-FFF2-40B4-BE49-F238E27FC236}">
                  <a16:creationId xmlns:a16="http://schemas.microsoft.com/office/drawing/2014/main" id="{9676C5A7-1C14-C993-BFF8-5D6C41C62D6A}"/>
                </a:ext>
              </a:extLst>
            </p:cNvPr>
            <p:cNvSpPr/>
            <p:nvPr/>
          </p:nvSpPr>
          <p:spPr>
            <a:xfrm>
              <a:off x="8480869" y="4592828"/>
              <a:ext cx="83692" cy="83693"/>
            </a:xfrm>
            <a:custGeom>
              <a:avLst/>
              <a:gdLst>
                <a:gd name="connsiteX0" fmla="*/ 83693 w 83692"/>
                <a:gd name="connsiteY0" fmla="*/ 41846 h 83693"/>
                <a:gd name="connsiteX1" fmla="*/ 41847 w 83692"/>
                <a:gd name="connsiteY1" fmla="*/ 83693 h 83693"/>
                <a:gd name="connsiteX2" fmla="*/ 0 w 83692"/>
                <a:gd name="connsiteY2" fmla="*/ 41846 h 83693"/>
                <a:gd name="connsiteX3" fmla="*/ 41847 w 83692"/>
                <a:gd name="connsiteY3" fmla="*/ 0 h 83693"/>
                <a:gd name="connsiteX4" fmla="*/ 83693 w 83692"/>
                <a:gd name="connsiteY4" fmla="*/ 41846 h 83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692" h="83693">
                  <a:moveTo>
                    <a:pt x="83693" y="41846"/>
                  </a:moveTo>
                  <a:cubicBezTo>
                    <a:pt x="83693" y="64957"/>
                    <a:pt x="64958" y="83693"/>
                    <a:pt x="41847" y="83693"/>
                  </a:cubicBezTo>
                  <a:cubicBezTo>
                    <a:pt x="18736" y="83693"/>
                    <a:pt x="0" y="64958"/>
                    <a:pt x="0" y="41846"/>
                  </a:cubicBezTo>
                  <a:cubicBezTo>
                    <a:pt x="0" y="18735"/>
                    <a:pt x="18736" y="0"/>
                    <a:pt x="41847" y="0"/>
                  </a:cubicBezTo>
                  <a:cubicBezTo>
                    <a:pt x="64958" y="0"/>
                    <a:pt x="83693" y="18735"/>
                    <a:pt x="83693" y="41846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38" name="Gráfico 4">
            <a:extLst>
              <a:ext uri="{FF2B5EF4-FFF2-40B4-BE49-F238E27FC236}">
                <a16:creationId xmlns:a16="http://schemas.microsoft.com/office/drawing/2014/main" id="{29CE59D0-EDE2-3A95-C575-36B27E51D42A}"/>
              </a:ext>
            </a:extLst>
          </p:cNvPr>
          <p:cNvGrpSpPr/>
          <p:nvPr/>
        </p:nvGrpSpPr>
        <p:grpSpPr>
          <a:xfrm>
            <a:off x="8049514" y="3100323"/>
            <a:ext cx="508507" cy="565213"/>
            <a:chOff x="8049514" y="3100323"/>
            <a:chExt cx="508507" cy="565213"/>
          </a:xfrm>
          <a:noFill/>
        </p:grpSpPr>
        <p:sp>
          <p:nvSpPr>
            <p:cNvPr id="139" name="Forma libre 138">
              <a:extLst>
                <a:ext uri="{FF2B5EF4-FFF2-40B4-BE49-F238E27FC236}">
                  <a16:creationId xmlns:a16="http://schemas.microsoft.com/office/drawing/2014/main" id="{28254C64-2A17-17F2-90E4-872F16018137}"/>
                </a:ext>
              </a:extLst>
            </p:cNvPr>
            <p:cNvSpPr/>
            <p:nvPr/>
          </p:nvSpPr>
          <p:spPr>
            <a:xfrm>
              <a:off x="8069453" y="3215068"/>
              <a:ext cx="468629" cy="450469"/>
            </a:xfrm>
            <a:custGeom>
              <a:avLst/>
              <a:gdLst>
                <a:gd name="connsiteX0" fmla="*/ 468630 w 468629"/>
                <a:gd name="connsiteY0" fmla="*/ 0 h 450469"/>
                <a:gd name="connsiteX1" fmla="*/ 428942 w 468629"/>
                <a:gd name="connsiteY1" fmla="*/ 419862 h 450469"/>
                <a:gd name="connsiteX2" fmla="*/ 395288 w 468629"/>
                <a:gd name="connsiteY2" fmla="*/ 450469 h 450469"/>
                <a:gd name="connsiteX3" fmla="*/ 73342 w 468629"/>
                <a:gd name="connsiteY3" fmla="*/ 450469 h 450469"/>
                <a:gd name="connsiteX4" fmla="*/ 39688 w 468629"/>
                <a:gd name="connsiteY4" fmla="*/ 419862 h 450469"/>
                <a:gd name="connsiteX5" fmla="*/ 0 w 468629"/>
                <a:gd name="connsiteY5" fmla="*/ 0 h 45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629" h="450469">
                  <a:moveTo>
                    <a:pt x="468630" y="0"/>
                  </a:moveTo>
                  <a:lnTo>
                    <a:pt x="428942" y="419862"/>
                  </a:lnTo>
                  <a:cubicBezTo>
                    <a:pt x="427291" y="437261"/>
                    <a:pt x="412686" y="450469"/>
                    <a:pt x="395288" y="450469"/>
                  </a:cubicBezTo>
                  <a:lnTo>
                    <a:pt x="73342" y="450469"/>
                  </a:lnTo>
                  <a:cubicBezTo>
                    <a:pt x="55880" y="450469"/>
                    <a:pt x="41339" y="437197"/>
                    <a:pt x="39688" y="419862"/>
                  </a:cubicBez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0" name="Forma libre 139">
              <a:extLst>
                <a:ext uri="{FF2B5EF4-FFF2-40B4-BE49-F238E27FC236}">
                  <a16:creationId xmlns:a16="http://schemas.microsoft.com/office/drawing/2014/main" id="{858CD61F-6108-896C-B5C8-7CF1AD158552}"/>
                </a:ext>
              </a:extLst>
            </p:cNvPr>
            <p:cNvSpPr/>
            <p:nvPr/>
          </p:nvSpPr>
          <p:spPr>
            <a:xfrm>
              <a:off x="8401621" y="3366642"/>
              <a:ext cx="19939" cy="211073"/>
            </a:xfrm>
            <a:custGeom>
              <a:avLst/>
              <a:gdLst>
                <a:gd name="connsiteX0" fmla="*/ 19939 w 19939"/>
                <a:gd name="connsiteY0" fmla="*/ 0 h 211073"/>
                <a:gd name="connsiteX1" fmla="*/ 0 w 19939"/>
                <a:gd name="connsiteY1" fmla="*/ 211074 h 21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39" h="211073">
                  <a:moveTo>
                    <a:pt x="19939" y="0"/>
                  </a:moveTo>
                  <a:lnTo>
                    <a:pt x="0" y="211074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1" name="Forma libre 140">
              <a:extLst>
                <a:ext uri="{FF2B5EF4-FFF2-40B4-BE49-F238E27FC236}">
                  <a16:creationId xmlns:a16="http://schemas.microsoft.com/office/drawing/2014/main" id="{72C62DBE-DB51-914A-C391-7919D5922CE2}"/>
                </a:ext>
              </a:extLst>
            </p:cNvPr>
            <p:cNvSpPr/>
            <p:nvPr/>
          </p:nvSpPr>
          <p:spPr>
            <a:xfrm>
              <a:off x="8049514" y="3100323"/>
              <a:ext cx="508507" cy="168846"/>
            </a:xfrm>
            <a:custGeom>
              <a:avLst/>
              <a:gdLst>
                <a:gd name="connsiteX0" fmla="*/ 508508 w 508507"/>
                <a:gd name="connsiteY0" fmla="*/ 44006 h 168846"/>
                <a:gd name="connsiteX1" fmla="*/ 382524 w 508507"/>
                <a:gd name="connsiteY1" fmla="*/ 128461 h 168846"/>
                <a:gd name="connsiteX2" fmla="*/ 311467 w 508507"/>
                <a:gd name="connsiteY2" fmla="*/ 128715 h 168846"/>
                <a:gd name="connsiteX3" fmla="*/ 293878 w 508507"/>
                <a:gd name="connsiteY3" fmla="*/ 131191 h 168846"/>
                <a:gd name="connsiteX4" fmla="*/ 292671 w 508507"/>
                <a:gd name="connsiteY4" fmla="*/ 131572 h 168846"/>
                <a:gd name="connsiteX5" fmla="*/ 255016 w 508507"/>
                <a:gd name="connsiteY5" fmla="*/ 168847 h 168846"/>
                <a:gd name="connsiteX6" fmla="*/ 253619 w 508507"/>
                <a:gd name="connsiteY6" fmla="*/ 168847 h 168846"/>
                <a:gd name="connsiteX7" fmla="*/ 215329 w 508507"/>
                <a:gd name="connsiteY7" fmla="*/ 131382 h 168846"/>
                <a:gd name="connsiteX8" fmla="*/ 215265 w 508507"/>
                <a:gd name="connsiteY8" fmla="*/ 131382 h 168846"/>
                <a:gd name="connsiteX9" fmla="*/ 210185 w 508507"/>
                <a:gd name="connsiteY9" fmla="*/ 130239 h 168846"/>
                <a:gd name="connsiteX10" fmla="*/ 130683 w 508507"/>
                <a:gd name="connsiteY10" fmla="*/ 128778 h 168846"/>
                <a:gd name="connsiteX11" fmla="*/ 126174 w 508507"/>
                <a:gd name="connsiteY11" fmla="*/ 128524 h 168846"/>
                <a:gd name="connsiteX12" fmla="*/ 122492 w 508507"/>
                <a:gd name="connsiteY12" fmla="*/ 128270 h 168846"/>
                <a:gd name="connsiteX13" fmla="*/ 122238 w 508507"/>
                <a:gd name="connsiteY13" fmla="*/ 128270 h 168846"/>
                <a:gd name="connsiteX14" fmla="*/ 122365 w 508507"/>
                <a:gd name="connsiteY14" fmla="*/ 128270 h 168846"/>
                <a:gd name="connsiteX15" fmla="*/ 0 w 508507"/>
                <a:gd name="connsiteY15" fmla="*/ 47308 h 168846"/>
                <a:gd name="connsiteX16" fmla="*/ 0 w 508507"/>
                <a:gd name="connsiteY16" fmla="*/ 47181 h 168846"/>
                <a:gd name="connsiteX17" fmla="*/ 0 w 508507"/>
                <a:gd name="connsiteY17" fmla="*/ 32703 h 168846"/>
                <a:gd name="connsiteX18" fmla="*/ 32703 w 508507"/>
                <a:gd name="connsiteY18" fmla="*/ 0 h 168846"/>
                <a:gd name="connsiteX19" fmla="*/ 475805 w 508507"/>
                <a:gd name="connsiteY19" fmla="*/ 0 h 168846"/>
                <a:gd name="connsiteX20" fmla="*/ 508508 w 508507"/>
                <a:gd name="connsiteY20" fmla="*/ 32703 h 168846"/>
                <a:gd name="connsiteX21" fmla="*/ 508508 w 508507"/>
                <a:gd name="connsiteY21" fmla="*/ 44133 h 16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8507" h="168846">
                  <a:moveTo>
                    <a:pt x="508508" y="44006"/>
                  </a:moveTo>
                  <a:cubicBezTo>
                    <a:pt x="508317" y="96330"/>
                    <a:pt x="508508" y="128461"/>
                    <a:pt x="382524" y="128461"/>
                  </a:cubicBezTo>
                  <a:cubicBezTo>
                    <a:pt x="381127" y="128461"/>
                    <a:pt x="312865" y="128651"/>
                    <a:pt x="311467" y="128715"/>
                  </a:cubicBezTo>
                  <a:cubicBezTo>
                    <a:pt x="305562" y="129032"/>
                    <a:pt x="299593" y="129794"/>
                    <a:pt x="293878" y="131191"/>
                  </a:cubicBezTo>
                  <a:cubicBezTo>
                    <a:pt x="293497" y="131318"/>
                    <a:pt x="293053" y="131445"/>
                    <a:pt x="292671" y="131572"/>
                  </a:cubicBezTo>
                  <a:cubicBezTo>
                    <a:pt x="268160" y="139510"/>
                    <a:pt x="257683" y="162052"/>
                    <a:pt x="255016" y="168847"/>
                  </a:cubicBezTo>
                  <a:lnTo>
                    <a:pt x="253619" y="168847"/>
                  </a:lnTo>
                  <a:cubicBezTo>
                    <a:pt x="250952" y="161989"/>
                    <a:pt x="240284" y="139192"/>
                    <a:pt x="215329" y="131382"/>
                  </a:cubicBezTo>
                  <a:cubicBezTo>
                    <a:pt x="215329" y="131382"/>
                    <a:pt x="215329" y="131382"/>
                    <a:pt x="215265" y="131382"/>
                  </a:cubicBezTo>
                  <a:cubicBezTo>
                    <a:pt x="213614" y="131001"/>
                    <a:pt x="211963" y="130556"/>
                    <a:pt x="210185" y="130239"/>
                  </a:cubicBezTo>
                  <a:cubicBezTo>
                    <a:pt x="206057" y="129413"/>
                    <a:pt x="134938" y="129032"/>
                    <a:pt x="130683" y="128778"/>
                  </a:cubicBezTo>
                  <a:cubicBezTo>
                    <a:pt x="129159" y="128715"/>
                    <a:pt x="127698" y="128588"/>
                    <a:pt x="126174" y="128524"/>
                  </a:cubicBezTo>
                  <a:cubicBezTo>
                    <a:pt x="124968" y="128461"/>
                    <a:pt x="123698" y="128334"/>
                    <a:pt x="122492" y="128270"/>
                  </a:cubicBezTo>
                  <a:cubicBezTo>
                    <a:pt x="122428" y="128270"/>
                    <a:pt x="122365" y="128270"/>
                    <a:pt x="122238" y="128270"/>
                  </a:cubicBezTo>
                  <a:lnTo>
                    <a:pt x="122365" y="128270"/>
                  </a:lnTo>
                  <a:cubicBezTo>
                    <a:pt x="-18606" y="128270"/>
                    <a:pt x="2794" y="96457"/>
                    <a:pt x="0" y="47308"/>
                  </a:cubicBezTo>
                  <a:lnTo>
                    <a:pt x="0" y="47181"/>
                  </a:lnTo>
                  <a:cubicBezTo>
                    <a:pt x="0" y="47181"/>
                    <a:pt x="0" y="32703"/>
                    <a:pt x="0" y="32703"/>
                  </a:cubicBezTo>
                  <a:cubicBezTo>
                    <a:pt x="0" y="14605"/>
                    <a:pt x="14668" y="0"/>
                    <a:pt x="32703" y="0"/>
                  </a:cubicBezTo>
                  <a:lnTo>
                    <a:pt x="475805" y="0"/>
                  </a:lnTo>
                  <a:cubicBezTo>
                    <a:pt x="493903" y="0"/>
                    <a:pt x="508508" y="14668"/>
                    <a:pt x="508508" y="32703"/>
                  </a:cubicBezTo>
                  <a:lnTo>
                    <a:pt x="508508" y="44133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2" name="Forma libre 141">
              <a:extLst>
                <a:ext uri="{FF2B5EF4-FFF2-40B4-BE49-F238E27FC236}">
                  <a16:creationId xmlns:a16="http://schemas.microsoft.com/office/drawing/2014/main" id="{1FF102F4-4AD8-FA09-DF86-0F2BF9B2303D}"/>
                </a:ext>
              </a:extLst>
            </p:cNvPr>
            <p:cNvSpPr/>
            <p:nvPr/>
          </p:nvSpPr>
          <p:spPr>
            <a:xfrm>
              <a:off x="8303768" y="3366642"/>
              <a:ext cx="6350" cy="211137"/>
            </a:xfrm>
            <a:custGeom>
              <a:avLst/>
              <a:gdLst>
                <a:gd name="connsiteX0" fmla="*/ 0 w 6350"/>
                <a:gd name="connsiteY0" fmla="*/ 0 h 211137"/>
                <a:gd name="connsiteX1" fmla="*/ 0 w 6350"/>
                <a:gd name="connsiteY1" fmla="*/ 211137 h 21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211137">
                  <a:moveTo>
                    <a:pt x="0" y="0"/>
                  </a:moveTo>
                  <a:lnTo>
                    <a:pt x="0" y="211137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3" name="Forma libre 142">
              <a:extLst>
                <a:ext uri="{FF2B5EF4-FFF2-40B4-BE49-F238E27FC236}">
                  <a16:creationId xmlns:a16="http://schemas.microsoft.com/office/drawing/2014/main" id="{84074230-50F6-5229-3038-2BDC7B648E8D}"/>
                </a:ext>
              </a:extLst>
            </p:cNvPr>
            <p:cNvSpPr/>
            <p:nvPr/>
          </p:nvSpPr>
          <p:spPr>
            <a:xfrm>
              <a:off x="8185975" y="3366706"/>
              <a:ext cx="19939" cy="211073"/>
            </a:xfrm>
            <a:custGeom>
              <a:avLst/>
              <a:gdLst>
                <a:gd name="connsiteX0" fmla="*/ 19939 w 19939"/>
                <a:gd name="connsiteY0" fmla="*/ 211074 h 211073"/>
                <a:gd name="connsiteX1" fmla="*/ 0 w 19939"/>
                <a:gd name="connsiteY1" fmla="*/ 0 h 211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39" h="211073">
                  <a:moveTo>
                    <a:pt x="19939" y="211074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44" name="Gráfico 4">
            <a:extLst>
              <a:ext uri="{FF2B5EF4-FFF2-40B4-BE49-F238E27FC236}">
                <a16:creationId xmlns:a16="http://schemas.microsoft.com/office/drawing/2014/main" id="{E1749E77-6695-601C-687E-4E37AC243C8A}"/>
              </a:ext>
            </a:extLst>
          </p:cNvPr>
          <p:cNvGrpSpPr/>
          <p:nvPr/>
        </p:nvGrpSpPr>
        <p:grpSpPr>
          <a:xfrm>
            <a:off x="8084629" y="5224716"/>
            <a:ext cx="501522" cy="718185"/>
            <a:chOff x="8084629" y="5224716"/>
            <a:chExt cx="501522" cy="718185"/>
          </a:xfrm>
          <a:noFill/>
        </p:grpSpPr>
        <p:sp>
          <p:nvSpPr>
            <p:cNvPr id="145" name="Forma libre 144">
              <a:extLst>
                <a:ext uri="{FF2B5EF4-FFF2-40B4-BE49-F238E27FC236}">
                  <a16:creationId xmlns:a16="http://schemas.microsoft.com/office/drawing/2014/main" id="{3F24CAAB-EFDE-4204-EDE9-8B78B68E797D}"/>
                </a:ext>
              </a:extLst>
            </p:cNvPr>
            <p:cNvSpPr/>
            <p:nvPr/>
          </p:nvSpPr>
          <p:spPr>
            <a:xfrm>
              <a:off x="8225853" y="5353113"/>
              <a:ext cx="219138" cy="247903"/>
            </a:xfrm>
            <a:custGeom>
              <a:avLst/>
              <a:gdLst>
                <a:gd name="connsiteX0" fmla="*/ 219139 w 219138"/>
                <a:gd name="connsiteY0" fmla="*/ 109538 h 247903"/>
                <a:gd name="connsiteX1" fmla="*/ 109538 w 219138"/>
                <a:gd name="connsiteY1" fmla="*/ 0 h 247903"/>
                <a:gd name="connsiteX2" fmla="*/ 0 w 219138"/>
                <a:gd name="connsiteY2" fmla="*/ 109538 h 247903"/>
                <a:gd name="connsiteX3" fmla="*/ 66675 w 219138"/>
                <a:gd name="connsiteY3" fmla="*/ 210376 h 247903"/>
                <a:gd name="connsiteX4" fmla="*/ 67881 w 219138"/>
                <a:gd name="connsiteY4" fmla="*/ 211074 h 247903"/>
                <a:gd name="connsiteX5" fmla="*/ 105156 w 219138"/>
                <a:gd name="connsiteY5" fmla="*/ 244539 h 247903"/>
                <a:gd name="connsiteX6" fmla="*/ 105156 w 219138"/>
                <a:gd name="connsiteY6" fmla="*/ 244539 h 247903"/>
                <a:gd name="connsiteX7" fmla="*/ 105918 w 219138"/>
                <a:gd name="connsiteY7" fmla="*/ 245808 h 247903"/>
                <a:gd name="connsiteX8" fmla="*/ 106108 w 219138"/>
                <a:gd name="connsiteY8" fmla="*/ 246063 h 247903"/>
                <a:gd name="connsiteX9" fmla="*/ 107124 w 219138"/>
                <a:gd name="connsiteY9" fmla="*/ 246952 h 247903"/>
                <a:gd name="connsiteX10" fmla="*/ 107252 w 219138"/>
                <a:gd name="connsiteY10" fmla="*/ 247015 h 247903"/>
                <a:gd name="connsiteX11" fmla="*/ 108331 w 219138"/>
                <a:gd name="connsiteY11" fmla="*/ 247586 h 247903"/>
                <a:gd name="connsiteX12" fmla="*/ 108521 w 219138"/>
                <a:gd name="connsiteY12" fmla="*/ 247586 h 247903"/>
                <a:gd name="connsiteX13" fmla="*/ 110363 w 219138"/>
                <a:gd name="connsiteY13" fmla="*/ 247904 h 247903"/>
                <a:gd name="connsiteX14" fmla="*/ 110363 w 219138"/>
                <a:gd name="connsiteY14" fmla="*/ 247904 h 247903"/>
                <a:gd name="connsiteX15" fmla="*/ 110363 w 219138"/>
                <a:gd name="connsiteY15" fmla="*/ 247904 h 247903"/>
                <a:gd name="connsiteX16" fmla="*/ 111823 w 219138"/>
                <a:gd name="connsiteY16" fmla="*/ 247714 h 247903"/>
                <a:gd name="connsiteX17" fmla="*/ 112140 w 219138"/>
                <a:gd name="connsiteY17" fmla="*/ 247586 h 247903"/>
                <a:gd name="connsiteX18" fmla="*/ 112458 w 219138"/>
                <a:gd name="connsiteY18" fmla="*/ 247523 h 247903"/>
                <a:gd name="connsiteX19" fmla="*/ 113474 w 219138"/>
                <a:gd name="connsiteY19" fmla="*/ 246952 h 247903"/>
                <a:gd name="connsiteX20" fmla="*/ 113474 w 219138"/>
                <a:gd name="connsiteY20" fmla="*/ 246952 h 247903"/>
                <a:gd name="connsiteX21" fmla="*/ 114553 w 219138"/>
                <a:gd name="connsiteY21" fmla="*/ 245999 h 247903"/>
                <a:gd name="connsiteX22" fmla="*/ 114744 w 219138"/>
                <a:gd name="connsiteY22" fmla="*/ 245745 h 247903"/>
                <a:gd name="connsiteX23" fmla="*/ 115506 w 219138"/>
                <a:gd name="connsiteY23" fmla="*/ 244411 h 247903"/>
                <a:gd name="connsiteX24" fmla="*/ 115506 w 219138"/>
                <a:gd name="connsiteY24" fmla="*/ 244411 h 247903"/>
                <a:gd name="connsiteX25" fmla="*/ 150304 w 219138"/>
                <a:gd name="connsiteY25" fmla="*/ 211201 h 247903"/>
                <a:gd name="connsiteX26" fmla="*/ 219075 w 219138"/>
                <a:gd name="connsiteY26" fmla="*/ 109538 h 24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9138" h="247903">
                  <a:moveTo>
                    <a:pt x="219139" y="109538"/>
                  </a:moveTo>
                  <a:cubicBezTo>
                    <a:pt x="219139" y="49149"/>
                    <a:pt x="169990" y="0"/>
                    <a:pt x="109538" y="0"/>
                  </a:cubicBezTo>
                  <a:cubicBezTo>
                    <a:pt x="49085" y="0"/>
                    <a:pt x="0" y="49149"/>
                    <a:pt x="0" y="109538"/>
                  </a:cubicBezTo>
                  <a:cubicBezTo>
                    <a:pt x="0" y="153924"/>
                    <a:pt x="27051" y="193421"/>
                    <a:pt x="66675" y="210376"/>
                  </a:cubicBezTo>
                  <a:cubicBezTo>
                    <a:pt x="67056" y="210629"/>
                    <a:pt x="67437" y="210883"/>
                    <a:pt x="67881" y="211074"/>
                  </a:cubicBezTo>
                  <a:cubicBezTo>
                    <a:pt x="85471" y="217805"/>
                    <a:pt x="99378" y="230315"/>
                    <a:pt x="105156" y="244539"/>
                  </a:cubicBezTo>
                  <a:cubicBezTo>
                    <a:pt x="105156" y="244539"/>
                    <a:pt x="105156" y="244539"/>
                    <a:pt x="105156" y="244539"/>
                  </a:cubicBezTo>
                  <a:cubicBezTo>
                    <a:pt x="105346" y="244983"/>
                    <a:pt x="105601" y="245427"/>
                    <a:pt x="105918" y="245808"/>
                  </a:cubicBezTo>
                  <a:cubicBezTo>
                    <a:pt x="105981" y="245872"/>
                    <a:pt x="106045" y="245999"/>
                    <a:pt x="106108" y="246063"/>
                  </a:cubicBezTo>
                  <a:cubicBezTo>
                    <a:pt x="106426" y="246380"/>
                    <a:pt x="106743" y="246697"/>
                    <a:pt x="107124" y="246952"/>
                  </a:cubicBezTo>
                  <a:cubicBezTo>
                    <a:pt x="107124" y="246952"/>
                    <a:pt x="107188" y="246952"/>
                    <a:pt x="107252" y="247015"/>
                  </a:cubicBezTo>
                  <a:cubicBezTo>
                    <a:pt x="107569" y="247205"/>
                    <a:pt x="107950" y="247396"/>
                    <a:pt x="108331" y="247586"/>
                  </a:cubicBezTo>
                  <a:cubicBezTo>
                    <a:pt x="108331" y="247586"/>
                    <a:pt x="108458" y="247586"/>
                    <a:pt x="108521" y="247586"/>
                  </a:cubicBezTo>
                  <a:cubicBezTo>
                    <a:pt x="109093" y="247777"/>
                    <a:pt x="109727" y="247904"/>
                    <a:pt x="110363" y="247904"/>
                  </a:cubicBezTo>
                  <a:cubicBezTo>
                    <a:pt x="110363" y="247904"/>
                    <a:pt x="110363" y="247904"/>
                    <a:pt x="110363" y="247904"/>
                  </a:cubicBezTo>
                  <a:lnTo>
                    <a:pt x="110363" y="247904"/>
                  </a:lnTo>
                  <a:cubicBezTo>
                    <a:pt x="110871" y="247904"/>
                    <a:pt x="111315" y="247840"/>
                    <a:pt x="111823" y="247714"/>
                  </a:cubicBezTo>
                  <a:cubicBezTo>
                    <a:pt x="111951" y="247714"/>
                    <a:pt x="112014" y="247714"/>
                    <a:pt x="112140" y="247586"/>
                  </a:cubicBezTo>
                  <a:cubicBezTo>
                    <a:pt x="112268" y="247586"/>
                    <a:pt x="112331" y="247586"/>
                    <a:pt x="112458" y="247523"/>
                  </a:cubicBezTo>
                  <a:cubicBezTo>
                    <a:pt x="112840" y="247396"/>
                    <a:pt x="113157" y="247205"/>
                    <a:pt x="113474" y="246952"/>
                  </a:cubicBezTo>
                  <a:cubicBezTo>
                    <a:pt x="113474" y="246952"/>
                    <a:pt x="113474" y="246952"/>
                    <a:pt x="113474" y="246952"/>
                  </a:cubicBezTo>
                  <a:cubicBezTo>
                    <a:pt x="113855" y="246697"/>
                    <a:pt x="114236" y="246316"/>
                    <a:pt x="114553" y="245999"/>
                  </a:cubicBezTo>
                  <a:cubicBezTo>
                    <a:pt x="114617" y="245935"/>
                    <a:pt x="114681" y="245808"/>
                    <a:pt x="114744" y="245745"/>
                  </a:cubicBezTo>
                  <a:cubicBezTo>
                    <a:pt x="115062" y="245364"/>
                    <a:pt x="115315" y="244920"/>
                    <a:pt x="115506" y="244411"/>
                  </a:cubicBezTo>
                  <a:cubicBezTo>
                    <a:pt x="115506" y="244411"/>
                    <a:pt x="115506" y="244411"/>
                    <a:pt x="115506" y="244411"/>
                  </a:cubicBezTo>
                  <a:cubicBezTo>
                    <a:pt x="121665" y="228346"/>
                    <a:pt x="137160" y="216916"/>
                    <a:pt x="150304" y="211201"/>
                  </a:cubicBezTo>
                  <a:cubicBezTo>
                    <a:pt x="191453" y="194818"/>
                    <a:pt x="219075" y="155067"/>
                    <a:pt x="219075" y="109538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6" name="Forma libre 145">
              <a:extLst>
                <a:ext uri="{FF2B5EF4-FFF2-40B4-BE49-F238E27FC236}">
                  <a16:creationId xmlns:a16="http://schemas.microsoft.com/office/drawing/2014/main" id="{33C9255F-5CDF-9CCF-0CB8-5B4CC824BA1F}"/>
                </a:ext>
              </a:extLst>
            </p:cNvPr>
            <p:cNvSpPr/>
            <p:nvPr/>
          </p:nvSpPr>
          <p:spPr>
            <a:xfrm>
              <a:off x="8084629" y="5224716"/>
              <a:ext cx="501522" cy="718185"/>
            </a:xfrm>
            <a:custGeom>
              <a:avLst/>
              <a:gdLst>
                <a:gd name="connsiteX0" fmla="*/ 486092 w 501522"/>
                <a:gd name="connsiteY0" fmla="*/ 337630 h 718185"/>
                <a:gd name="connsiteX1" fmla="*/ 485775 w 501522"/>
                <a:gd name="connsiteY1" fmla="*/ 337630 h 718185"/>
                <a:gd name="connsiteX2" fmla="*/ 501523 w 501522"/>
                <a:gd name="connsiteY2" fmla="*/ 250762 h 718185"/>
                <a:gd name="connsiteX3" fmla="*/ 250761 w 501522"/>
                <a:gd name="connsiteY3" fmla="*/ 0 h 718185"/>
                <a:gd name="connsiteX4" fmla="*/ 0 w 501522"/>
                <a:gd name="connsiteY4" fmla="*/ 250762 h 718185"/>
                <a:gd name="connsiteX5" fmla="*/ 15748 w 501522"/>
                <a:gd name="connsiteY5" fmla="*/ 337630 h 718185"/>
                <a:gd name="connsiteX6" fmla="*/ 15430 w 501522"/>
                <a:gd name="connsiteY6" fmla="*/ 337630 h 718185"/>
                <a:gd name="connsiteX7" fmla="*/ 16319 w 501522"/>
                <a:gd name="connsiteY7" fmla="*/ 339217 h 718185"/>
                <a:gd name="connsiteX8" fmla="*/ 216726 w 501522"/>
                <a:gd name="connsiteY8" fmla="*/ 698183 h 718185"/>
                <a:gd name="connsiteX9" fmla="*/ 284797 w 501522"/>
                <a:gd name="connsiteY9" fmla="*/ 698183 h 718185"/>
                <a:gd name="connsiteX10" fmla="*/ 485203 w 501522"/>
                <a:gd name="connsiteY10" fmla="*/ 339217 h 718185"/>
                <a:gd name="connsiteX11" fmla="*/ 486092 w 501522"/>
                <a:gd name="connsiteY11" fmla="*/ 337630 h 71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1522" h="718185">
                  <a:moveTo>
                    <a:pt x="486092" y="337630"/>
                  </a:moveTo>
                  <a:lnTo>
                    <a:pt x="485775" y="337630"/>
                  </a:lnTo>
                  <a:cubicBezTo>
                    <a:pt x="495808" y="310515"/>
                    <a:pt x="501523" y="281369"/>
                    <a:pt x="501523" y="250762"/>
                  </a:cubicBezTo>
                  <a:cubicBezTo>
                    <a:pt x="501523" y="112268"/>
                    <a:pt x="389255" y="0"/>
                    <a:pt x="250761" y="0"/>
                  </a:cubicBezTo>
                  <a:cubicBezTo>
                    <a:pt x="112268" y="0"/>
                    <a:pt x="0" y="112268"/>
                    <a:pt x="0" y="250762"/>
                  </a:cubicBezTo>
                  <a:cubicBezTo>
                    <a:pt x="0" y="281369"/>
                    <a:pt x="5778" y="310515"/>
                    <a:pt x="15748" y="337630"/>
                  </a:cubicBezTo>
                  <a:lnTo>
                    <a:pt x="15430" y="337630"/>
                  </a:lnTo>
                  <a:lnTo>
                    <a:pt x="16319" y="339217"/>
                  </a:lnTo>
                  <a:cubicBezTo>
                    <a:pt x="25146" y="362585"/>
                    <a:pt x="216726" y="698183"/>
                    <a:pt x="216726" y="698183"/>
                  </a:cubicBezTo>
                  <a:cubicBezTo>
                    <a:pt x="231584" y="724853"/>
                    <a:pt x="269939" y="724853"/>
                    <a:pt x="284797" y="698183"/>
                  </a:cubicBezTo>
                  <a:cubicBezTo>
                    <a:pt x="284797" y="698183"/>
                    <a:pt x="476376" y="362585"/>
                    <a:pt x="485203" y="339217"/>
                  </a:cubicBezTo>
                  <a:lnTo>
                    <a:pt x="486092" y="337630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47" name="Gráfico 4">
            <a:extLst>
              <a:ext uri="{FF2B5EF4-FFF2-40B4-BE49-F238E27FC236}">
                <a16:creationId xmlns:a16="http://schemas.microsoft.com/office/drawing/2014/main" id="{7577F979-75E5-5101-175F-B5BC06461816}"/>
              </a:ext>
            </a:extLst>
          </p:cNvPr>
          <p:cNvGrpSpPr/>
          <p:nvPr/>
        </p:nvGrpSpPr>
        <p:grpSpPr>
          <a:xfrm>
            <a:off x="9231693" y="3100133"/>
            <a:ext cx="355980" cy="565848"/>
            <a:chOff x="9231693" y="3100133"/>
            <a:chExt cx="355980" cy="565848"/>
          </a:xfrm>
          <a:noFill/>
        </p:grpSpPr>
        <p:sp>
          <p:nvSpPr>
            <p:cNvPr id="148" name="Forma libre 147">
              <a:extLst>
                <a:ext uri="{FF2B5EF4-FFF2-40B4-BE49-F238E27FC236}">
                  <a16:creationId xmlns:a16="http://schemas.microsoft.com/office/drawing/2014/main" id="{ECFF2738-1D49-5DE3-ED72-6CDF46406433}"/>
                </a:ext>
              </a:extLst>
            </p:cNvPr>
            <p:cNvSpPr/>
            <p:nvPr/>
          </p:nvSpPr>
          <p:spPr>
            <a:xfrm>
              <a:off x="9526270" y="3543109"/>
              <a:ext cx="6350" cy="122872"/>
            </a:xfrm>
            <a:custGeom>
              <a:avLst/>
              <a:gdLst>
                <a:gd name="connsiteX0" fmla="*/ 0 w 6350"/>
                <a:gd name="connsiteY0" fmla="*/ 0 h 122872"/>
                <a:gd name="connsiteX1" fmla="*/ 0 w 6350"/>
                <a:gd name="connsiteY1" fmla="*/ 122873 h 122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22872">
                  <a:moveTo>
                    <a:pt x="0" y="0"/>
                  </a:moveTo>
                  <a:lnTo>
                    <a:pt x="0" y="122873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49" name="Forma libre 148">
              <a:extLst>
                <a:ext uri="{FF2B5EF4-FFF2-40B4-BE49-F238E27FC236}">
                  <a16:creationId xmlns:a16="http://schemas.microsoft.com/office/drawing/2014/main" id="{0515B6C2-972E-BD40-7E0A-777333AE3449}"/>
                </a:ext>
              </a:extLst>
            </p:cNvPr>
            <p:cNvSpPr/>
            <p:nvPr/>
          </p:nvSpPr>
          <p:spPr>
            <a:xfrm>
              <a:off x="9464802" y="3604577"/>
              <a:ext cx="122872" cy="6350"/>
            </a:xfrm>
            <a:custGeom>
              <a:avLst/>
              <a:gdLst>
                <a:gd name="connsiteX0" fmla="*/ 122872 w 122872"/>
                <a:gd name="connsiteY0" fmla="*/ 0 h 6350"/>
                <a:gd name="connsiteX1" fmla="*/ 0 w 122872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872" h="6350">
                  <a:moveTo>
                    <a:pt x="122872" y="0"/>
                  </a:moveTo>
                  <a:lnTo>
                    <a:pt x="0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0" name="Forma libre 149">
              <a:extLst>
                <a:ext uri="{FF2B5EF4-FFF2-40B4-BE49-F238E27FC236}">
                  <a16:creationId xmlns:a16="http://schemas.microsoft.com/office/drawing/2014/main" id="{4E863317-EF52-BB11-A098-DDD226EEFA1F}"/>
                </a:ext>
              </a:extLst>
            </p:cNvPr>
            <p:cNvSpPr/>
            <p:nvPr/>
          </p:nvSpPr>
          <p:spPr>
            <a:xfrm>
              <a:off x="9256585" y="3100133"/>
              <a:ext cx="244729" cy="276987"/>
            </a:xfrm>
            <a:custGeom>
              <a:avLst/>
              <a:gdLst>
                <a:gd name="connsiteX0" fmla="*/ 244729 w 244729"/>
                <a:gd name="connsiteY0" fmla="*/ 122365 h 276987"/>
                <a:gd name="connsiteX1" fmla="*/ 122365 w 244729"/>
                <a:gd name="connsiteY1" fmla="*/ 0 h 276987"/>
                <a:gd name="connsiteX2" fmla="*/ 0 w 244729"/>
                <a:gd name="connsiteY2" fmla="*/ 122365 h 276987"/>
                <a:gd name="connsiteX3" fmla="*/ 74422 w 244729"/>
                <a:gd name="connsiteY3" fmla="*/ 234950 h 276987"/>
                <a:gd name="connsiteX4" fmla="*/ 75819 w 244729"/>
                <a:gd name="connsiteY4" fmla="*/ 235712 h 276987"/>
                <a:gd name="connsiteX5" fmla="*/ 117411 w 244729"/>
                <a:gd name="connsiteY5" fmla="*/ 273113 h 276987"/>
                <a:gd name="connsiteX6" fmla="*/ 117411 w 244729"/>
                <a:gd name="connsiteY6" fmla="*/ 273177 h 276987"/>
                <a:gd name="connsiteX7" fmla="*/ 118237 w 244729"/>
                <a:gd name="connsiteY7" fmla="*/ 274638 h 276987"/>
                <a:gd name="connsiteX8" fmla="*/ 118491 w 244729"/>
                <a:gd name="connsiteY8" fmla="*/ 274892 h 276987"/>
                <a:gd name="connsiteX9" fmla="*/ 119634 w 244729"/>
                <a:gd name="connsiteY9" fmla="*/ 275907 h 276987"/>
                <a:gd name="connsiteX10" fmla="*/ 119761 w 244729"/>
                <a:gd name="connsiteY10" fmla="*/ 275971 h 276987"/>
                <a:gd name="connsiteX11" fmla="*/ 120968 w 244729"/>
                <a:gd name="connsiteY11" fmla="*/ 276606 h 276987"/>
                <a:gd name="connsiteX12" fmla="*/ 121159 w 244729"/>
                <a:gd name="connsiteY12" fmla="*/ 276606 h 276987"/>
                <a:gd name="connsiteX13" fmla="*/ 123190 w 244729"/>
                <a:gd name="connsiteY13" fmla="*/ 276987 h 276987"/>
                <a:gd name="connsiteX14" fmla="*/ 123190 w 244729"/>
                <a:gd name="connsiteY14" fmla="*/ 276987 h 276987"/>
                <a:gd name="connsiteX15" fmla="*/ 123190 w 244729"/>
                <a:gd name="connsiteY15" fmla="*/ 276987 h 276987"/>
                <a:gd name="connsiteX16" fmla="*/ 124841 w 244729"/>
                <a:gd name="connsiteY16" fmla="*/ 276733 h 276987"/>
                <a:gd name="connsiteX17" fmla="*/ 125222 w 244729"/>
                <a:gd name="connsiteY17" fmla="*/ 276606 h 276987"/>
                <a:gd name="connsiteX18" fmla="*/ 125540 w 244729"/>
                <a:gd name="connsiteY18" fmla="*/ 276479 h 276987"/>
                <a:gd name="connsiteX19" fmla="*/ 126683 w 244729"/>
                <a:gd name="connsiteY19" fmla="*/ 275844 h 276987"/>
                <a:gd name="connsiteX20" fmla="*/ 126683 w 244729"/>
                <a:gd name="connsiteY20" fmla="*/ 275844 h 276987"/>
                <a:gd name="connsiteX21" fmla="*/ 127889 w 244729"/>
                <a:gd name="connsiteY21" fmla="*/ 274764 h 276987"/>
                <a:gd name="connsiteX22" fmla="*/ 128143 w 244729"/>
                <a:gd name="connsiteY22" fmla="*/ 274511 h 276987"/>
                <a:gd name="connsiteX23" fmla="*/ 128969 w 244729"/>
                <a:gd name="connsiteY23" fmla="*/ 273050 h 276987"/>
                <a:gd name="connsiteX24" fmla="*/ 128969 w 244729"/>
                <a:gd name="connsiteY24" fmla="*/ 272987 h 276987"/>
                <a:gd name="connsiteX25" fmla="*/ 167831 w 244729"/>
                <a:gd name="connsiteY25" fmla="*/ 235902 h 276987"/>
                <a:gd name="connsiteX26" fmla="*/ 244602 w 244729"/>
                <a:gd name="connsiteY26" fmla="*/ 122428 h 276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44729" h="276987">
                  <a:moveTo>
                    <a:pt x="244729" y="122365"/>
                  </a:moveTo>
                  <a:cubicBezTo>
                    <a:pt x="244729" y="54927"/>
                    <a:pt x="189865" y="0"/>
                    <a:pt x="122365" y="0"/>
                  </a:cubicBezTo>
                  <a:cubicBezTo>
                    <a:pt x="54864" y="0"/>
                    <a:pt x="0" y="54864"/>
                    <a:pt x="0" y="122365"/>
                  </a:cubicBezTo>
                  <a:cubicBezTo>
                    <a:pt x="0" y="171958"/>
                    <a:pt x="30163" y="216027"/>
                    <a:pt x="74422" y="234950"/>
                  </a:cubicBezTo>
                  <a:cubicBezTo>
                    <a:pt x="74867" y="235268"/>
                    <a:pt x="75311" y="235521"/>
                    <a:pt x="75819" y="235712"/>
                  </a:cubicBezTo>
                  <a:cubicBezTo>
                    <a:pt x="95441" y="243205"/>
                    <a:pt x="110998" y="257175"/>
                    <a:pt x="117411" y="273113"/>
                  </a:cubicBezTo>
                  <a:cubicBezTo>
                    <a:pt x="117411" y="273113"/>
                    <a:pt x="117411" y="273113"/>
                    <a:pt x="117411" y="273177"/>
                  </a:cubicBezTo>
                  <a:cubicBezTo>
                    <a:pt x="117602" y="273685"/>
                    <a:pt x="117920" y="274193"/>
                    <a:pt x="118237" y="274638"/>
                  </a:cubicBezTo>
                  <a:cubicBezTo>
                    <a:pt x="118301" y="274764"/>
                    <a:pt x="118364" y="274828"/>
                    <a:pt x="118491" y="274892"/>
                  </a:cubicBezTo>
                  <a:cubicBezTo>
                    <a:pt x="118808" y="275273"/>
                    <a:pt x="119190" y="275590"/>
                    <a:pt x="119634" y="275907"/>
                  </a:cubicBezTo>
                  <a:cubicBezTo>
                    <a:pt x="119634" y="275907"/>
                    <a:pt x="119697" y="275971"/>
                    <a:pt x="119761" y="275971"/>
                  </a:cubicBezTo>
                  <a:cubicBezTo>
                    <a:pt x="120142" y="276225"/>
                    <a:pt x="120523" y="276416"/>
                    <a:pt x="120968" y="276606"/>
                  </a:cubicBezTo>
                  <a:cubicBezTo>
                    <a:pt x="121031" y="276606"/>
                    <a:pt x="121095" y="276606"/>
                    <a:pt x="121159" y="276606"/>
                  </a:cubicBezTo>
                  <a:cubicBezTo>
                    <a:pt x="121793" y="276860"/>
                    <a:pt x="122492" y="276987"/>
                    <a:pt x="123190" y="276987"/>
                  </a:cubicBezTo>
                  <a:cubicBezTo>
                    <a:pt x="123190" y="276987"/>
                    <a:pt x="123190" y="276987"/>
                    <a:pt x="123190" y="276987"/>
                  </a:cubicBezTo>
                  <a:lnTo>
                    <a:pt x="123190" y="276987"/>
                  </a:lnTo>
                  <a:cubicBezTo>
                    <a:pt x="123761" y="276987"/>
                    <a:pt x="124270" y="276860"/>
                    <a:pt x="124841" y="276733"/>
                  </a:cubicBezTo>
                  <a:cubicBezTo>
                    <a:pt x="124968" y="276733"/>
                    <a:pt x="125095" y="276670"/>
                    <a:pt x="125222" y="276606"/>
                  </a:cubicBezTo>
                  <a:cubicBezTo>
                    <a:pt x="125349" y="276606"/>
                    <a:pt x="125476" y="276606"/>
                    <a:pt x="125540" y="276479"/>
                  </a:cubicBezTo>
                  <a:cubicBezTo>
                    <a:pt x="125984" y="276288"/>
                    <a:pt x="126365" y="276098"/>
                    <a:pt x="126683" y="275844"/>
                  </a:cubicBezTo>
                  <a:cubicBezTo>
                    <a:pt x="126683" y="275844"/>
                    <a:pt x="126683" y="275844"/>
                    <a:pt x="126683" y="275844"/>
                  </a:cubicBezTo>
                  <a:cubicBezTo>
                    <a:pt x="127127" y="275526"/>
                    <a:pt x="127509" y="275145"/>
                    <a:pt x="127889" y="274764"/>
                  </a:cubicBezTo>
                  <a:cubicBezTo>
                    <a:pt x="127953" y="274701"/>
                    <a:pt x="128016" y="274574"/>
                    <a:pt x="128143" y="274511"/>
                  </a:cubicBezTo>
                  <a:cubicBezTo>
                    <a:pt x="128460" y="274066"/>
                    <a:pt x="128778" y="273558"/>
                    <a:pt x="128969" y="273050"/>
                  </a:cubicBezTo>
                  <a:cubicBezTo>
                    <a:pt x="128969" y="273050"/>
                    <a:pt x="128969" y="273050"/>
                    <a:pt x="128969" y="272987"/>
                  </a:cubicBezTo>
                  <a:cubicBezTo>
                    <a:pt x="135890" y="255016"/>
                    <a:pt x="153098" y="242252"/>
                    <a:pt x="167831" y="235902"/>
                  </a:cubicBezTo>
                  <a:cubicBezTo>
                    <a:pt x="213805" y="217614"/>
                    <a:pt x="244602" y="173228"/>
                    <a:pt x="244602" y="122428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1" name="Forma libre 150">
              <a:extLst>
                <a:ext uri="{FF2B5EF4-FFF2-40B4-BE49-F238E27FC236}">
                  <a16:creationId xmlns:a16="http://schemas.microsoft.com/office/drawing/2014/main" id="{18A44E50-45A3-B18C-222E-0BBC1E30E1BF}"/>
                </a:ext>
              </a:extLst>
            </p:cNvPr>
            <p:cNvSpPr/>
            <p:nvPr/>
          </p:nvSpPr>
          <p:spPr>
            <a:xfrm>
              <a:off x="9231693" y="3345878"/>
              <a:ext cx="235774" cy="320103"/>
            </a:xfrm>
            <a:custGeom>
              <a:avLst/>
              <a:gdLst>
                <a:gd name="connsiteX0" fmla="*/ 235775 w 235774"/>
                <a:gd name="connsiteY0" fmla="*/ 320104 h 320103"/>
                <a:gd name="connsiteX1" fmla="*/ 32512 w 235774"/>
                <a:gd name="connsiteY1" fmla="*/ 320104 h 320103"/>
                <a:gd name="connsiteX2" fmla="*/ 0 w 235774"/>
                <a:gd name="connsiteY2" fmla="*/ 287592 h 320103"/>
                <a:gd name="connsiteX3" fmla="*/ 0 w 235774"/>
                <a:gd name="connsiteY3" fmla="*/ 144272 h 320103"/>
                <a:gd name="connsiteX4" fmla="*/ 117601 w 235774"/>
                <a:gd name="connsiteY4" fmla="*/ 0 h 320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774" h="320103">
                  <a:moveTo>
                    <a:pt x="235775" y="320104"/>
                  </a:moveTo>
                  <a:lnTo>
                    <a:pt x="32512" y="320104"/>
                  </a:lnTo>
                  <a:cubicBezTo>
                    <a:pt x="14541" y="320104"/>
                    <a:pt x="0" y="305562"/>
                    <a:pt x="0" y="287592"/>
                  </a:cubicBezTo>
                  <a:lnTo>
                    <a:pt x="0" y="144272"/>
                  </a:lnTo>
                  <a:cubicBezTo>
                    <a:pt x="0" y="73089"/>
                    <a:pt x="50482" y="13716"/>
                    <a:pt x="117601" y="0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2" name="Forma libre 151">
              <a:extLst>
                <a:ext uri="{FF2B5EF4-FFF2-40B4-BE49-F238E27FC236}">
                  <a16:creationId xmlns:a16="http://schemas.microsoft.com/office/drawing/2014/main" id="{DC713ACE-3585-12E0-62EA-5107F738D8D4}"/>
                </a:ext>
              </a:extLst>
            </p:cNvPr>
            <p:cNvSpPr/>
            <p:nvPr/>
          </p:nvSpPr>
          <p:spPr>
            <a:xfrm>
              <a:off x="9408668" y="3345878"/>
              <a:ext cx="117601" cy="144272"/>
            </a:xfrm>
            <a:custGeom>
              <a:avLst/>
              <a:gdLst>
                <a:gd name="connsiteX0" fmla="*/ 0 w 117601"/>
                <a:gd name="connsiteY0" fmla="*/ 0 h 144272"/>
                <a:gd name="connsiteX1" fmla="*/ 117601 w 117601"/>
                <a:gd name="connsiteY1" fmla="*/ 144272 h 144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601" h="144272">
                  <a:moveTo>
                    <a:pt x="0" y="0"/>
                  </a:moveTo>
                  <a:cubicBezTo>
                    <a:pt x="67119" y="13716"/>
                    <a:pt x="117601" y="73152"/>
                    <a:pt x="117601" y="144272"/>
                  </a:cubicBez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3" name="Gráfico 4">
            <a:extLst>
              <a:ext uri="{FF2B5EF4-FFF2-40B4-BE49-F238E27FC236}">
                <a16:creationId xmlns:a16="http://schemas.microsoft.com/office/drawing/2014/main" id="{A580B941-4EA7-3ED7-64B0-BFBF8BDBF66F}"/>
              </a:ext>
            </a:extLst>
          </p:cNvPr>
          <p:cNvGrpSpPr/>
          <p:nvPr/>
        </p:nvGrpSpPr>
        <p:grpSpPr>
          <a:xfrm>
            <a:off x="9045892" y="2072216"/>
            <a:ext cx="666195" cy="611437"/>
            <a:chOff x="9045892" y="2072216"/>
            <a:chExt cx="666195" cy="611437"/>
          </a:xfrm>
          <a:noFill/>
        </p:grpSpPr>
        <p:sp>
          <p:nvSpPr>
            <p:cNvPr id="154" name="Forma libre 153">
              <a:extLst>
                <a:ext uri="{FF2B5EF4-FFF2-40B4-BE49-F238E27FC236}">
                  <a16:creationId xmlns:a16="http://schemas.microsoft.com/office/drawing/2014/main" id="{58512ABE-1876-052D-80C8-E2614D4C3FE6}"/>
                </a:ext>
              </a:extLst>
            </p:cNvPr>
            <p:cNvSpPr/>
            <p:nvPr/>
          </p:nvSpPr>
          <p:spPr>
            <a:xfrm>
              <a:off x="9045892" y="2292476"/>
              <a:ext cx="210629" cy="186182"/>
            </a:xfrm>
            <a:custGeom>
              <a:avLst/>
              <a:gdLst>
                <a:gd name="connsiteX0" fmla="*/ 93090 w 210629"/>
                <a:gd name="connsiteY0" fmla="*/ 0 h 186182"/>
                <a:gd name="connsiteX1" fmla="*/ 0 w 210629"/>
                <a:gd name="connsiteY1" fmla="*/ 93091 h 186182"/>
                <a:gd name="connsiteX2" fmla="*/ 93090 w 210629"/>
                <a:gd name="connsiteY2" fmla="*/ 186182 h 186182"/>
                <a:gd name="connsiteX3" fmla="*/ 178752 w 210629"/>
                <a:gd name="connsiteY3" fmla="*/ 129540 h 186182"/>
                <a:gd name="connsiteX4" fmla="*/ 179324 w 210629"/>
                <a:gd name="connsiteY4" fmla="*/ 128524 h 186182"/>
                <a:gd name="connsiteX5" fmla="*/ 207772 w 210629"/>
                <a:gd name="connsiteY5" fmla="*/ 96838 h 186182"/>
                <a:gd name="connsiteX6" fmla="*/ 207772 w 210629"/>
                <a:gd name="connsiteY6" fmla="*/ 96838 h 186182"/>
                <a:gd name="connsiteX7" fmla="*/ 208851 w 210629"/>
                <a:gd name="connsiteY7" fmla="*/ 96203 h 186182"/>
                <a:gd name="connsiteX8" fmla="*/ 209042 w 210629"/>
                <a:gd name="connsiteY8" fmla="*/ 96012 h 186182"/>
                <a:gd name="connsiteX9" fmla="*/ 209803 w 210629"/>
                <a:gd name="connsiteY9" fmla="*/ 95187 h 186182"/>
                <a:gd name="connsiteX10" fmla="*/ 209867 w 210629"/>
                <a:gd name="connsiteY10" fmla="*/ 95123 h 186182"/>
                <a:gd name="connsiteX11" fmla="*/ 210312 w 210629"/>
                <a:gd name="connsiteY11" fmla="*/ 94234 h 186182"/>
                <a:gd name="connsiteX12" fmla="*/ 210312 w 210629"/>
                <a:gd name="connsiteY12" fmla="*/ 94107 h 186182"/>
                <a:gd name="connsiteX13" fmla="*/ 210629 w 210629"/>
                <a:gd name="connsiteY13" fmla="*/ 92583 h 186182"/>
                <a:gd name="connsiteX14" fmla="*/ 210629 w 210629"/>
                <a:gd name="connsiteY14" fmla="*/ 92583 h 186182"/>
                <a:gd name="connsiteX15" fmla="*/ 210629 w 210629"/>
                <a:gd name="connsiteY15" fmla="*/ 92583 h 186182"/>
                <a:gd name="connsiteX16" fmla="*/ 210438 w 210629"/>
                <a:gd name="connsiteY16" fmla="*/ 91313 h 186182"/>
                <a:gd name="connsiteX17" fmla="*/ 210376 w 210629"/>
                <a:gd name="connsiteY17" fmla="*/ 91059 h 186182"/>
                <a:gd name="connsiteX18" fmla="*/ 210312 w 210629"/>
                <a:gd name="connsiteY18" fmla="*/ 90805 h 186182"/>
                <a:gd name="connsiteX19" fmla="*/ 209867 w 210629"/>
                <a:gd name="connsiteY19" fmla="*/ 89916 h 186182"/>
                <a:gd name="connsiteX20" fmla="*/ 209867 w 210629"/>
                <a:gd name="connsiteY20" fmla="*/ 89916 h 186182"/>
                <a:gd name="connsiteX21" fmla="*/ 209042 w 210629"/>
                <a:gd name="connsiteY21" fmla="*/ 89027 h 186182"/>
                <a:gd name="connsiteX22" fmla="*/ 208851 w 210629"/>
                <a:gd name="connsiteY22" fmla="*/ 88837 h 186182"/>
                <a:gd name="connsiteX23" fmla="*/ 207708 w 210629"/>
                <a:gd name="connsiteY23" fmla="*/ 88202 h 186182"/>
                <a:gd name="connsiteX24" fmla="*/ 207708 w 210629"/>
                <a:gd name="connsiteY24" fmla="*/ 88202 h 186182"/>
                <a:gd name="connsiteX25" fmla="*/ 179451 w 210629"/>
                <a:gd name="connsiteY25" fmla="*/ 58674 h 186182"/>
                <a:gd name="connsiteX26" fmla="*/ 93090 w 210629"/>
                <a:gd name="connsiteY26" fmla="*/ 254 h 18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10629" h="186182">
                  <a:moveTo>
                    <a:pt x="93090" y="0"/>
                  </a:moveTo>
                  <a:cubicBezTo>
                    <a:pt x="41783" y="0"/>
                    <a:pt x="0" y="41783"/>
                    <a:pt x="0" y="93091"/>
                  </a:cubicBezTo>
                  <a:cubicBezTo>
                    <a:pt x="0" y="144399"/>
                    <a:pt x="41783" y="186182"/>
                    <a:pt x="93090" y="186182"/>
                  </a:cubicBezTo>
                  <a:cubicBezTo>
                    <a:pt x="130810" y="186182"/>
                    <a:pt x="164401" y="163195"/>
                    <a:pt x="178752" y="129540"/>
                  </a:cubicBezTo>
                  <a:cubicBezTo>
                    <a:pt x="179006" y="129223"/>
                    <a:pt x="179197" y="128905"/>
                    <a:pt x="179324" y="128524"/>
                  </a:cubicBezTo>
                  <a:cubicBezTo>
                    <a:pt x="185038" y="113602"/>
                    <a:pt x="195643" y="101727"/>
                    <a:pt x="207772" y="96838"/>
                  </a:cubicBezTo>
                  <a:cubicBezTo>
                    <a:pt x="207772" y="96838"/>
                    <a:pt x="207772" y="96838"/>
                    <a:pt x="207772" y="96838"/>
                  </a:cubicBezTo>
                  <a:cubicBezTo>
                    <a:pt x="208152" y="96647"/>
                    <a:pt x="208534" y="96457"/>
                    <a:pt x="208851" y="96203"/>
                  </a:cubicBezTo>
                  <a:cubicBezTo>
                    <a:pt x="208914" y="96203"/>
                    <a:pt x="208978" y="96076"/>
                    <a:pt x="209042" y="96012"/>
                  </a:cubicBezTo>
                  <a:cubicBezTo>
                    <a:pt x="209359" y="95758"/>
                    <a:pt x="209614" y="95504"/>
                    <a:pt x="209803" y="95187"/>
                  </a:cubicBezTo>
                  <a:cubicBezTo>
                    <a:pt x="209803" y="95187"/>
                    <a:pt x="209803" y="95187"/>
                    <a:pt x="209867" y="95123"/>
                  </a:cubicBezTo>
                  <a:cubicBezTo>
                    <a:pt x="210058" y="94869"/>
                    <a:pt x="210185" y="94552"/>
                    <a:pt x="210312" y="94234"/>
                  </a:cubicBezTo>
                  <a:cubicBezTo>
                    <a:pt x="210312" y="94234"/>
                    <a:pt x="210312" y="94107"/>
                    <a:pt x="210312" y="94107"/>
                  </a:cubicBezTo>
                  <a:cubicBezTo>
                    <a:pt x="210502" y="93599"/>
                    <a:pt x="210565" y="93091"/>
                    <a:pt x="210629" y="92583"/>
                  </a:cubicBezTo>
                  <a:cubicBezTo>
                    <a:pt x="210629" y="92583"/>
                    <a:pt x="210629" y="92583"/>
                    <a:pt x="210629" y="92583"/>
                  </a:cubicBezTo>
                  <a:lnTo>
                    <a:pt x="210629" y="92583"/>
                  </a:lnTo>
                  <a:cubicBezTo>
                    <a:pt x="210629" y="92139"/>
                    <a:pt x="210565" y="91758"/>
                    <a:pt x="210438" y="91313"/>
                  </a:cubicBezTo>
                  <a:cubicBezTo>
                    <a:pt x="210438" y="91250"/>
                    <a:pt x="210438" y="91123"/>
                    <a:pt x="210376" y="91059"/>
                  </a:cubicBezTo>
                  <a:cubicBezTo>
                    <a:pt x="210376" y="90996"/>
                    <a:pt x="210376" y="90868"/>
                    <a:pt x="210312" y="90805"/>
                  </a:cubicBezTo>
                  <a:cubicBezTo>
                    <a:pt x="210185" y="90488"/>
                    <a:pt x="210058" y="90170"/>
                    <a:pt x="209867" y="89916"/>
                  </a:cubicBezTo>
                  <a:cubicBezTo>
                    <a:pt x="209867" y="89916"/>
                    <a:pt x="209867" y="89916"/>
                    <a:pt x="209867" y="89916"/>
                  </a:cubicBezTo>
                  <a:cubicBezTo>
                    <a:pt x="209614" y="89599"/>
                    <a:pt x="209359" y="89281"/>
                    <a:pt x="209042" y="89027"/>
                  </a:cubicBezTo>
                  <a:cubicBezTo>
                    <a:pt x="208978" y="89027"/>
                    <a:pt x="208914" y="88900"/>
                    <a:pt x="208851" y="88837"/>
                  </a:cubicBezTo>
                  <a:cubicBezTo>
                    <a:pt x="208534" y="88583"/>
                    <a:pt x="208152" y="88329"/>
                    <a:pt x="207708" y="88202"/>
                  </a:cubicBezTo>
                  <a:cubicBezTo>
                    <a:pt x="207708" y="88202"/>
                    <a:pt x="207708" y="88202"/>
                    <a:pt x="207708" y="88202"/>
                  </a:cubicBezTo>
                  <a:cubicBezTo>
                    <a:pt x="194056" y="82931"/>
                    <a:pt x="184340" y="69850"/>
                    <a:pt x="179451" y="58674"/>
                  </a:cubicBezTo>
                  <a:cubicBezTo>
                    <a:pt x="165544" y="23686"/>
                    <a:pt x="131763" y="254"/>
                    <a:pt x="93090" y="254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5" name="Forma libre 154">
              <a:extLst>
                <a:ext uri="{FF2B5EF4-FFF2-40B4-BE49-F238E27FC236}">
                  <a16:creationId xmlns:a16="http://schemas.microsoft.com/office/drawing/2014/main" id="{C2FEF801-BE2E-C5BF-ED0F-B06A28F1C3C8}"/>
                </a:ext>
              </a:extLst>
            </p:cNvPr>
            <p:cNvSpPr/>
            <p:nvPr/>
          </p:nvSpPr>
          <p:spPr>
            <a:xfrm>
              <a:off x="9552241" y="2072216"/>
              <a:ext cx="159237" cy="149367"/>
            </a:xfrm>
            <a:custGeom>
              <a:avLst/>
              <a:gdLst>
                <a:gd name="connsiteX0" fmla="*/ 117983 w 159237"/>
                <a:gd name="connsiteY0" fmla="*/ 141584 h 149367"/>
                <a:gd name="connsiteX1" fmla="*/ 151320 w 159237"/>
                <a:gd name="connsiteY1" fmla="*/ 41254 h 149367"/>
                <a:gd name="connsiteX2" fmla="*/ 50990 w 159237"/>
                <a:gd name="connsiteY2" fmla="*/ 7917 h 149367"/>
                <a:gd name="connsiteX3" fmla="*/ 9906 w 159237"/>
                <a:gd name="connsiteY3" fmla="*/ 79418 h 149367"/>
                <a:gd name="connsiteX4" fmla="*/ 9906 w 159237"/>
                <a:gd name="connsiteY4" fmla="*/ 80370 h 149367"/>
                <a:gd name="connsiteX5" fmla="*/ 889 w 159237"/>
                <a:gd name="connsiteY5" fmla="*/ 113327 h 149367"/>
                <a:gd name="connsiteX6" fmla="*/ 889 w 159237"/>
                <a:gd name="connsiteY6" fmla="*/ 113327 h 149367"/>
                <a:gd name="connsiteX7" fmla="*/ 317 w 159237"/>
                <a:gd name="connsiteY7" fmla="*/ 114216 h 149367"/>
                <a:gd name="connsiteX8" fmla="*/ 253 w 159237"/>
                <a:gd name="connsiteY8" fmla="*/ 114406 h 149367"/>
                <a:gd name="connsiteX9" fmla="*/ 0 w 159237"/>
                <a:gd name="connsiteY9" fmla="*/ 115295 h 149367"/>
                <a:gd name="connsiteX10" fmla="*/ 0 w 159237"/>
                <a:gd name="connsiteY10" fmla="*/ 115359 h 149367"/>
                <a:gd name="connsiteX11" fmla="*/ 0 w 159237"/>
                <a:gd name="connsiteY11" fmla="*/ 116184 h 149367"/>
                <a:gd name="connsiteX12" fmla="*/ 0 w 159237"/>
                <a:gd name="connsiteY12" fmla="*/ 116311 h 149367"/>
                <a:gd name="connsiteX13" fmla="*/ 317 w 159237"/>
                <a:gd name="connsiteY13" fmla="*/ 117518 h 149367"/>
                <a:gd name="connsiteX14" fmla="*/ 317 w 159237"/>
                <a:gd name="connsiteY14" fmla="*/ 117518 h 149367"/>
                <a:gd name="connsiteX15" fmla="*/ 317 w 159237"/>
                <a:gd name="connsiteY15" fmla="*/ 117518 h 149367"/>
                <a:gd name="connsiteX16" fmla="*/ 317 w 159237"/>
                <a:gd name="connsiteY16" fmla="*/ 117518 h 149367"/>
                <a:gd name="connsiteX17" fmla="*/ 889 w 159237"/>
                <a:gd name="connsiteY17" fmla="*/ 118343 h 149367"/>
                <a:gd name="connsiteX18" fmla="*/ 1015 w 159237"/>
                <a:gd name="connsiteY18" fmla="*/ 118534 h 149367"/>
                <a:gd name="connsiteX19" fmla="*/ 1143 w 159237"/>
                <a:gd name="connsiteY19" fmla="*/ 118724 h 149367"/>
                <a:gd name="connsiteX20" fmla="*/ 1777 w 159237"/>
                <a:gd name="connsiteY20" fmla="*/ 119169 h 149367"/>
                <a:gd name="connsiteX21" fmla="*/ 1777 w 159237"/>
                <a:gd name="connsiteY21" fmla="*/ 119169 h 149367"/>
                <a:gd name="connsiteX22" fmla="*/ 2667 w 159237"/>
                <a:gd name="connsiteY22" fmla="*/ 119486 h 149367"/>
                <a:gd name="connsiteX23" fmla="*/ 2857 w 159237"/>
                <a:gd name="connsiteY23" fmla="*/ 119486 h 149367"/>
                <a:gd name="connsiteX24" fmla="*/ 3873 w 159237"/>
                <a:gd name="connsiteY24" fmla="*/ 119486 h 149367"/>
                <a:gd name="connsiteX25" fmla="*/ 3873 w 159237"/>
                <a:gd name="connsiteY25" fmla="*/ 119486 h 149367"/>
                <a:gd name="connsiteX26" fmla="*/ 34798 w 159237"/>
                <a:gd name="connsiteY26" fmla="*/ 130535 h 149367"/>
                <a:gd name="connsiteX27" fmla="*/ 117856 w 159237"/>
                <a:gd name="connsiteY27" fmla="*/ 141394 h 149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59237" h="149367">
                  <a:moveTo>
                    <a:pt x="117983" y="141584"/>
                  </a:moveTo>
                  <a:cubicBezTo>
                    <a:pt x="154813" y="123106"/>
                    <a:pt x="169799" y="78084"/>
                    <a:pt x="151320" y="41254"/>
                  </a:cubicBezTo>
                  <a:cubicBezTo>
                    <a:pt x="132842" y="4424"/>
                    <a:pt x="87820" y="-10562"/>
                    <a:pt x="50990" y="7917"/>
                  </a:cubicBezTo>
                  <a:cubicBezTo>
                    <a:pt x="23876" y="21506"/>
                    <a:pt x="8065" y="50081"/>
                    <a:pt x="9906" y="79418"/>
                  </a:cubicBezTo>
                  <a:cubicBezTo>
                    <a:pt x="9906" y="79735"/>
                    <a:pt x="9842" y="80053"/>
                    <a:pt x="9906" y="80370"/>
                  </a:cubicBezTo>
                  <a:cubicBezTo>
                    <a:pt x="11176" y="93134"/>
                    <a:pt x="7810" y="105516"/>
                    <a:pt x="889" y="113327"/>
                  </a:cubicBezTo>
                  <a:cubicBezTo>
                    <a:pt x="889" y="113327"/>
                    <a:pt x="889" y="113327"/>
                    <a:pt x="889" y="113327"/>
                  </a:cubicBezTo>
                  <a:cubicBezTo>
                    <a:pt x="635" y="113581"/>
                    <a:pt x="508" y="113898"/>
                    <a:pt x="317" y="114216"/>
                  </a:cubicBezTo>
                  <a:cubicBezTo>
                    <a:pt x="317" y="114279"/>
                    <a:pt x="317" y="114343"/>
                    <a:pt x="253" y="114406"/>
                  </a:cubicBezTo>
                  <a:cubicBezTo>
                    <a:pt x="127" y="114660"/>
                    <a:pt x="64" y="114978"/>
                    <a:pt x="0" y="115295"/>
                  </a:cubicBezTo>
                  <a:cubicBezTo>
                    <a:pt x="0" y="115295"/>
                    <a:pt x="0" y="115295"/>
                    <a:pt x="0" y="115359"/>
                  </a:cubicBezTo>
                  <a:cubicBezTo>
                    <a:pt x="0" y="115613"/>
                    <a:pt x="0" y="115867"/>
                    <a:pt x="0" y="116184"/>
                  </a:cubicBezTo>
                  <a:cubicBezTo>
                    <a:pt x="0" y="116184"/>
                    <a:pt x="0" y="116248"/>
                    <a:pt x="0" y="116311"/>
                  </a:cubicBezTo>
                  <a:cubicBezTo>
                    <a:pt x="0" y="116756"/>
                    <a:pt x="190" y="117137"/>
                    <a:pt x="317" y="117518"/>
                  </a:cubicBezTo>
                  <a:cubicBezTo>
                    <a:pt x="317" y="117518"/>
                    <a:pt x="317" y="117518"/>
                    <a:pt x="317" y="117518"/>
                  </a:cubicBezTo>
                  <a:lnTo>
                    <a:pt x="317" y="117518"/>
                  </a:lnTo>
                  <a:cubicBezTo>
                    <a:pt x="317" y="117518"/>
                    <a:pt x="317" y="117518"/>
                    <a:pt x="317" y="117518"/>
                  </a:cubicBezTo>
                  <a:cubicBezTo>
                    <a:pt x="444" y="117835"/>
                    <a:pt x="698" y="118089"/>
                    <a:pt x="889" y="118343"/>
                  </a:cubicBezTo>
                  <a:cubicBezTo>
                    <a:pt x="889" y="118343"/>
                    <a:pt x="1015" y="118470"/>
                    <a:pt x="1015" y="118534"/>
                  </a:cubicBezTo>
                  <a:cubicBezTo>
                    <a:pt x="1015" y="118534"/>
                    <a:pt x="1079" y="118661"/>
                    <a:pt x="1143" y="118724"/>
                  </a:cubicBezTo>
                  <a:cubicBezTo>
                    <a:pt x="1333" y="118915"/>
                    <a:pt x="1588" y="119042"/>
                    <a:pt x="1777" y="119169"/>
                  </a:cubicBezTo>
                  <a:cubicBezTo>
                    <a:pt x="1777" y="119169"/>
                    <a:pt x="1777" y="119169"/>
                    <a:pt x="1777" y="119169"/>
                  </a:cubicBezTo>
                  <a:cubicBezTo>
                    <a:pt x="2095" y="119359"/>
                    <a:pt x="2349" y="119423"/>
                    <a:pt x="2667" y="119486"/>
                  </a:cubicBezTo>
                  <a:cubicBezTo>
                    <a:pt x="2730" y="119486"/>
                    <a:pt x="2794" y="119486"/>
                    <a:pt x="2857" y="119486"/>
                  </a:cubicBezTo>
                  <a:cubicBezTo>
                    <a:pt x="3175" y="119550"/>
                    <a:pt x="3556" y="119550"/>
                    <a:pt x="3873" y="119486"/>
                  </a:cubicBezTo>
                  <a:cubicBezTo>
                    <a:pt x="3873" y="119486"/>
                    <a:pt x="3873" y="119486"/>
                    <a:pt x="3873" y="119486"/>
                  </a:cubicBezTo>
                  <a:cubicBezTo>
                    <a:pt x="15557" y="118343"/>
                    <a:pt x="27241" y="124249"/>
                    <a:pt x="34798" y="130535"/>
                  </a:cubicBezTo>
                  <a:cubicBezTo>
                    <a:pt x="57403" y="150601"/>
                    <a:pt x="90106" y="155300"/>
                    <a:pt x="117856" y="141394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6" name="Forma libre 155">
              <a:extLst>
                <a:ext uri="{FF2B5EF4-FFF2-40B4-BE49-F238E27FC236}">
                  <a16:creationId xmlns:a16="http://schemas.microsoft.com/office/drawing/2014/main" id="{CD88F1C7-5CD4-A22F-0F47-CCD4E104AE50}"/>
                </a:ext>
              </a:extLst>
            </p:cNvPr>
            <p:cNvSpPr/>
            <p:nvPr/>
          </p:nvSpPr>
          <p:spPr>
            <a:xfrm>
              <a:off x="9547352" y="2534134"/>
              <a:ext cx="164736" cy="149520"/>
            </a:xfrm>
            <a:custGeom>
              <a:avLst/>
              <a:gdLst>
                <a:gd name="connsiteX0" fmla="*/ 66357 w 164736"/>
                <a:gd name="connsiteY0" fmla="*/ 145693 h 149520"/>
                <a:gd name="connsiteX1" fmla="*/ 160909 w 164736"/>
                <a:gd name="connsiteY1" fmla="*/ 98322 h 149520"/>
                <a:gd name="connsiteX2" fmla="*/ 113538 w 164736"/>
                <a:gd name="connsiteY2" fmla="*/ 3770 h 149520"/>
                <a:gd name="connsiteX3" fmla="*/ 33909 w 164736"/>
                <a:gd name="connsiteY3" fmla="*/ 25233 h 149520"/>
                <a:gd name="connsiteX4" fmla="*/ 33210 w 164736"/>
                <a:gd name="connsiteY4" fmla="*/ 25868 h 149520"/>
                <a:gd name="connsiteX5" fmla="*/ 3492 w 164736"/>
                <a:gd name="connsiteY5" fmla="*/ 42823 h 149520"/>
                <a:gd name="connsiteX6" fmla="*/ 3492 w 164736"/>
                <a:gd name="connsiteY6" fmla="*/ 42823 h 149520"/>
                <a:gd name="connsiteX7" fmla="*/ 2477 w 164736"/>
                <a:gd name="connsiteY7" fmla="*/ 43013 h 149520"/>
                <a:gd name="connsiteX8" fmla="*/ 2286 w 164736"/>
                <a:gd name="connsiteY8" fmla="*/ 43077 h 149520"/>
                <a:gd name="connsiteX9" fmla="*/ 1460 w 164736"/>
                <a:gd name="connsiteY9" fmla="*/ 43521 h 149520"/>
                <a:gd name="connsiteX10" fmla="*/ 1397 w 164736"/>
                <a:gd name="connsiteY10" fmla="*/ 43521 h 149520"/>
                <a:gd name="connsiteX11" fmla="*/ 826 w 164736"/>
                <a:gd name="connsiteY11" fmla="*/ 44093 h 149520"/>
                <a:gd name="connsiteX12" fmla="*/ 826 w 164736"/>
                <a:gd name="connsiteY12" fmla="*/ 44220 h 149520"/>
                <a:gd name="connsiteX13" fmla="*/ 191 w 164736"/>
                <a:gd name="connsiteY13" fmla="*/ 45299 h 149520"/>
                <a:gd name="connsiteX14" fmla="*/ 191 w 164736"/>
                <a:gd name="connsiteY14" fmla="*/ 45299 h 149520"/>
                <a:gd name="connsiteX15" fmla="*/ 191 w 164736"/>
                <a:gd name="connsiteY15" fmla="*/ 45299 h 149520"/>
                <a:gd name="connsiteX16" fmla="*/ 191 w 164736"/>
                <a:gd name="connsiteY16" fmla="*/ 45299 h 149520"/>
                <a:gd name="connsiteX17" fmla="*/ 0 w 164736"/>
                <a:gd name="connsiteY17" fmla="*/ 46315 h 149520"/>
                <a:gd name="connsiteX18" fmla="*/ 0 w 164736"/>
                <a:gd name="connsiteY18" fmla="*/ 46569 h 149520"/>
                <a:gd name="connsiteX19" fmla="*/ 0 w 164736"/>
                <a:gd name="connsiteY19" fmla="*/ 46760 h 149520"/>
                <a:gd name="connsiteX20" fmla="*/ 127 w 164736"/>
                <a:gd name="connsiteY20" fmla="*/ 47522 h 149520"/>
                <a:gd name="connsiteX21" fmla="*/ 127 w 164736"/>
                <a:gd name="connsiteY21" fmla="*/ 47522 h 149520"/>
                <a:gd name="connsiteX22" fmla="*/ 508 w 164736"/>
                <a:gd name="connsiteY22" fmla="*/ 48411 h 149520"/>
                <a:gd name="connsiteX23" fmla="*/ 635 w 164736"/>
                <a:gd name="connsiteY23" fmla="*/ 48601 h 149520"/>
                <a:gd name="connsiteX24" fmla="*/ 1333 w 164736"/>
                <a:gd name="connsiteY24" fmla="*/ 49363 h 149520"/>
                <a:gd name="connsiteX25" fmla="*/ 1333 w 164736"/>
                <a:gd name="connsiteY25" fmla="*/ 49363 h 149520"/>
                <a:gd name="connsiteX26" fmla="*/ 15367 w 164736"/>
                <a:gd name="connsiteY26" fmla="*/ 79018 h 149520"/>
                <a:gd name="connsiteX27" fmla="*/ 66421 w 164736"/>
                <a:gd name="connsiteY27" fmla="*/ 145439 h 14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64736" h="149520">
                  <a:moveTo>
                    <a:pt x="66357" y="145693"/>
                  </a:moveTo>
                  <a:cubicBezTo>
                    <a:pt x="105473" y="158710"/>
                    <a:pt x="147892" y="137438"/>
                    <a:pt x="160909" y="98322"/>
                  </a:cubicBezTo>
                  <a:cubicBezTo>
                    <a:pt x="173927" y="59206"/>
                    <a:pt x="152654" y="16788"/>
                    <a:pt x="113538" y="3770"/>
                  </a:cubicBezTo>
                  <a:cubicBezTo>
                    <a:pt x="84772" y="-5755"/>
                    <a:pt x="53404" y="3262"/>
                    <a:pt x="33909" y="25233"/>
                  </a:cubicBezTo>
                  <a:cubicBezTo>
                    <a:pt x="33655" y="25424"/>
                    <a:pt x="33401" y="25614"/>
                    <a:pt x="33210" y="25868"/>
                  </a:cubicBezTo>
                  <a:cubicBezTo>
                    <a:pt x="25082" y="35838"/>
                    <a:pt x="13970" y="42124"/>
                    <a:pt x="3492" y="42823"/>
                  </a:cubicBezTo>
                  <a:cubicBezTo>
                    <a:pt x="3492" y="42823"/>
                    <a:pt x="3492" y="42823"/>
                    <a:pt x="3492" y="42823"/>
                  </a:cubicBezTo>
                  <a:cubicBezTo>
                    <a:pt x="3175" y="42823"/>
                    <a:pt x="2794" y="42950"/>
                    <a:pt x="2477" y="43013"/>
                  </a:cubicBezTo>
                  <a:cubicBezTo>
                    <a:pt x="2413" y="43013"/>
                    <a:pt x="2349" y="43013"/>
                    <a:pt x="2286" y="43077"/>
                  </a:cubicBezTo>
                  <a:cubicBezTo>
                    <a:pt x="2032" y="43204"/>
                    <a:pt x="1715" y="43331"/>
                    <a:pt x="1460" y="43521"/>
                  </a:cubicBezTo>
                  <a:cubicBezTo>
                    <a:pt x="1460" y="43521"/>
                    <a:pt x="1460" y="43521"/>
                    <a:pt x="1397" y="43521"/>
                  </a:cubicBezTo>
                  <a:cubicBezTo>
                    <a:pt x="1206" y="43712"/>
                    <a:pt x="1016" y="43902"/>
                    <a:pt x="826" y="44093"/>
                  </a:cubicBezTo>
                  <a:cubicBezTo>
                    <a:pt x="826" y="44093"/>
                    <a:pt x="826" y="44156"/>
                    <a:pt x="826" y="44220"/>
                  </a:cubicBezTo>
                  <a:cubicBezTo>
                    <a:pt x="571" y="44537"/>
                    <a:pt x="381" y="44918"/>
                    <a:pt x="191" y="45299"/>
                  </a:cubicBezTo>
                  <a:cubicBezTo>
                    <a:pt x="191" y="45299"/>
                    <a:pt x="191" y="45299"/>
                    <a:pt x="191" y="45299"/>
                  </a:cubicBezTo>
                  <a:lnTo>
                    <a:pt x="191" y="45299"/>
                  </a:lnTo>
                  <a:cubicBezTo>
                    <a:pt x="191" y="45299"/>
                    <a:pt x="191" y="45299"/>
                    <a:pt x="191" y="45299"/>
                  </a:cubicBezTo>
                  <a:cubicBezTo>
                    <a:pt x="64" y="45617"/>
                    <a:pt x="64" y="45934"/>
                    <a:pt x="0" y="46315"/>
                  </a:cubicBezTo>
                  <a:cubicBezTo>
                    <a:pt x="0" y="46379"/>
                    <a:pt x="0" y="46442"/>
                    <a:pt x="0" y="46569"/>
                  </a:cubicBezTo>
                  <a:cubicBezTo>
                    <a:pt x="0" y="46633"/>
                    <a:pt x="0" y="46696"/>
                    <a:pt x="0" y="46760"/>
                  </a:cubicBezTo>
                  <a:cubicBezTo>
                    <a:pt x="0" y="47014"/>
                    <a:pt x="64" y="47268"/>
                    <a:pt x="127" y="47522"/>
                  </a:cubicBezTo>
                  <a:cubicBezTo>
                    <a:pt x="127" y="47522"/>
                    <a:pt x="127" y="47522"/>
                    <a:pt x="127" y="47522"/>
                  </a:cubicBezTo>
                  <a:cubicBezTo>
                    <a:pt x="191" y="47839"/>
                    <a:pt x="381" y="48157"/>
                    <a:pt x="508" y="48411"/>
                  </a:cubicBezTo>
                  <a:cubicBezTo>
                    <a:pt x="508" y="48474"/>
                    <a:pt x="571" y="48538"/>
                    <a:pt x="635" y="48601"/>
                  </a:cubicBezTo>
                  <a:cubicBezTo>
                    <a:pt x="826" y="48919"/>
                    <a:pt x="1079" y="49173"/>
                    <a:pt x="1333" y="49363"/>
                  </a:cubicBezTo>
                  <a:cubicBezTo>
                    <a:pt x="1333" y="49363"/>
                    <a:pt x="1333" y="49363"/>
                    <a:pt x="1333" y="49363"/>
                  </a:cubicBezTo>
                  <a:cubicBezTo>
                    <a:pt x="10414" y="56793"/>
                    <a:pt x="14478" y="69302"/>
                    <a:pt x="15367" y="79018"/>
                  </a:cubicBezTo>
                  <a:cubicBezTo>
                    <a:pt x="17145" y="109180"/>
                    <a:pt x="36957" y="135660"/>
                    <a:pt x="66421" y="14543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7" name="Forma libre 156">
              <a:extLst>
                <a:ext uri="{FF2B5EF4-FFF2-40B4-BE49-F238E27FC236}">
                  <a16:creationId xmlns:a16="http://schemas.microsoft.com/office/drawing/2014/main" id="{0B59548C-B751-88B3-7922-679090392AA7}"/>
                </a:ext>
              </a:extLst>
            </p:cNvPr>
            <p:cNvSpPr/>
            <p:nvPr/>
          </p:nvSpPr>
          <p:spPr>
            <a:xfrm>
              <a:off x="9225216" y="2424557"/>
              <a:ext cx="322199" cy="155511"/>
            </a:xfrm>
            <a:custGeom>
              <a:avLst/>
              <a:gdLst>
                <a:gd name="connsiteX0" fmla="*/ 0 w 322199"/>
                <a:gd name="connsiteY0" fmla="*/ 0 h 155511"/>
                <a:gd name="connsiteX1" fmla="*/ 322199 w 322199"/>
                <a:gd name="connsiteY1" fmla="*/ 155511 h 15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199" h="155511">
                  <a:moveTo>
                    <a:pt x="0" y="0"/>
                  </a:moveTo>
                  <a:lnTo>
                    <a:pt x="322199" y="155511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58" name="Forma libre 157">
              <a:extLst>
                <a:ext uri="{FF2B5EF4-FFF2-40B4-BE49-F238E27FC236}">
                  <a16:creationId xmlns:a16="http://schemas.microsoft.com/office/drawing/2014/main" id="{341473F0-AEAC-967A-A510-F2487C964863}"/>
                </a:ext>
              </a:extLst>
            </p:cNvPr>
            <p:cNvSpPr/>
            <p:nvPr/>
          </p:nvSpPr>
          <p:spPr>
            <a:xfrm>
              <a:off x="9225343" y="2191639"/>
              <a:ext cx="326961" cy="155702"/>
            </a:xfrm>
            <a:custGeom>
              <a:avLst/>
              <a:gdLst>
                <a:gd name="connsiteX0" fmla="*/ 326962 w 326961"/>
                <a:gd name="connsiteY0" fmla="*/ 0 h 155702"/>
                <a:gd name="connsiteX1" fmla="*/ 0 w 326961"/>
                <a:gd name="connsiteY1" fmla="*/ 155702 h 15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961" h="155702">
                  <a:moveTo>
                    <a:pt x="326962" y="0"/>
                  </a:moveTo>
                  <a:lnTo>
                    <a:pt x="0" y="155702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59" name="Gráfico 4">
            <a:extLst>
              <a:ext uri="{FF2B5EF4-FFF2-40B4-BE49-F238E27FC236}">
                <a16:creationId xmlns:a16="http://schemas.microsoft.com/office/drawing/2014/main" id="{17CC8E19-C306-09A4-309C-4415C79889EC}"/>
              </a:ext>
            </a:extLst>
          </p:cNvPr>
          <p:cNvGrpSpPr/>
          <p:nvPr/>
        </p:nvGrpSpPr>
        <p:grpSpPr>
          <a:xfrm>
            <a:off x="9129014" y="4169790"/>
            <a:ext cx="519874" cy="588327"/>
            <a:chOff x="9129014" y="4169790"/>
            <a:chExt cx="519874" cy="588327"/>
          </a:xfrm>
          <a:noFill/>
        </p:grpSpPr>
        <p:sp>
          <p:nvSpPr>
            <p:cNvPr id="160" name="Forma libre 159">
              <a:extLst>
                <a:ext uri="{FF2B5EF4-FFF2-40B4-BE49-F238E27FC236}">
                  <a16:creationId xmlns:a16="http://schemas.microsoft.com/office/drawing/2014/main" id="{6E412AA0-79F1-7F81-2B28-0BF65C24C34A}"/>
                </a:ext>
              </a:extLst>
            </p:cNvPr>
            <p:cNvSpPr/>
            <p:nvPr/>
          </p:nvSpPr>
          <p:spPr>
            <a:xfrm>
              <a:off x="9129014" y="4169790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2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5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7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2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2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1" name="Forma libre 160">
              <a:extLst>
                <a:ext uri="{FF2B5EF4-FFF2-40B4-BE49-F238E27FC236}">
                  <a16:creationId xmlns:a16="http://schemas.microsoft.com/office/drawing/2014/main" id="{749F7D19-DDD7-61B5-FB6F-5FF75E51B4CF}"/>
                </a:ext>
              </a:extLst>
            </p:cNvPr>
            <p:cNvSpPr/>
            <p:nvPr/>
          </p:nvSpPr>
          <p:spPr>
            <a:xfrm>
              <a:off x="9339833" y="4350384"/>
              <a:ext cx="137604" cy="177482"/>
            </a:xfrm>
            <a:custGeom>
              <a:avLst/>
              <a:gdLst>
                <a:gd name="connsiteX0" fmla="*/ 0 w 137604"/>
                <a:gd name="connsiteY0" fmla="*/ 0 h 177482"/>
                <a:gd name="connsiteX1" fmla="*/ 0 w 137604"/>
                <a:gd name="connsiteY1" fmla="*/ 177483 h 177482"/>
                <a:gd name="connsiteX2" fmla="*/ 137605 w 137604"/>
                <a:gd name="connsiteY2" fmla="*/ 88773 h 177482"/>
                <a:gd name="connsiteX3" fmla="*/ 0 w 137604"/>
                <a:gd name="connsiteY3" fmla="*/ 0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04" h="177482">
                  <a:moveTo>
                    <a:pt x="0" y="0"/>
                  </a:moveTo>
                  <a:lnTo>
                    <a:pt x="0" y="177483"/>
                  </a:lnTo>
                  <a:lnTo>
                    <a:pt x="137605" y="8877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62" name="Gráfico 4">
            <a:extLst>
              <a:ext uri="{FF2B5EF4-FFF2-40B4-BE49-F238E27FC236}">
                <a16:creationId xmlns:a16="http://schemas.microsoft.com/office/drawing/2014/main" id="{720094CA-4FB7-48DA-CAF7-53E23524D454}"/>
              </a:ext>
            </a:extLst>
          </p:cNvPr>
          <p:cNvGrpSpPr/>
          <p:nvPr/>
        </p:nvGrpSpPr>
        <p:grpSpPr>
          <a:xfrm>
            <a:off x="9129014" y="5261990"/>
            <a:ext cx="519874" cy="588327"/>
            <a:chOff x="9129014" y="5261990"/>
            <a:chExt cx="519874" cy="588327"/>
          </a:xfrm>
          <a:noFill/>
        </p:grpSpPr>
        <p:sp>
          <p:nvSpPr>
            <p:cNvPr id="163" name="Forma libre 162">
              <a:extLst>
                <a:ext uri="{FF2B5EF4-FFF2-40B4-BE49-F238E27FC236}">
                  <a16:creationId xmlns:a16="http://schemas.microsoft.com/office/drawing/2014/main" id="{03F16263-50E6-BB9C-0D01-5C795BA357AA}"/>
                </a:ext>
              </a:extLst>
            </p:cNvPr>
            <p:cNvSpPr/>
            <p:nvPr/>
          </p:nvSpPr>
          <p:spPr>
            <a:xfrm>
              <a:off x="9129014" y="5261990"/>
              <a:ext cx="519874" cy="588327"/>
            </a:xfrm>
            <a:custGeom>
              <a:avLst/>
              <a:gdLst>
                <a:gd name="connsiteX0" fmla="*/ 519684 w 519874"/>
                <a:gd name="connsiteY0" fmla="*/ 259842 h 588327"/>
                <a:gd name="connsiteX1" fmla="*/ 259842 w 519874"/>
                <a:gd name="connsiteY1" fmla="*/ 0 h 588327"/>
                <a:gd name="connsiteX2" fmla="*/ 0 w 519874"/>
                <a:gd name="connsiteY2" fmla="*/ 259842 h 588327"/>
                <a:gd name="connsiteX3" fmla="*/ 158115 w 519874"/>
                <a:gd name="connsiteY3" fmla="*/ 498983 h 588327"/>
                <a:gd name="connsiteX4" fmla="*/ 161036 w 519874"/>
                <a:gd name="connsiteY4" fmla="*/ 500571 h 588327"/>
                <a:gd name="connsiteX5" fmla="*/ 249428 w 519874"/>
                <a:gd name="connsiteY5" fmla="*/ 580009 h 588327"/>
                <a:gd name="connsiteX6" fmla="*/ 249492 w 519874"/>
                <a:gd name="connsiteY6" fmla="*/ 580136 h 588327"/>
                <a:gd name="connsiteX7" fmla="*/ 251333 w 519874"/>
                <a:gd name="connsiteY7" fmla="*/ 583184 h 588327"/>
                <a:gd name="connsiteX8" fmla="*/ 251841 w 519874"/>
                <a:gd name="connsiteY8" fmla="*/ 583756 h 588327"/>
                <a:gd name="connsiteX9" fmla="*/ 254254 w 519874"/>
                <a:gd name="connsiteY9" fmla="*/ 585915 h 588327"/>
                <a:gd name="connsiteX10" fmla="*/ 254508 w 519874"/>
                <a:gd name="connsiteY10" fmla="*/ 586105 h 588327"/>
                <a:gd name="connsiteX11" fmla="*/ 257048 w 519874"/>
                <a:gd name="connsiteY11" fmla="*/ 587439 h 588327"/>
                <a:gd name="connsiteX12" fmla="*/ 257492 w 519874"/>
                <a:gd name="connsiteY12" fmla="*/ 587502 h 588327"/>
                <a:gd name="connsiteX13" fmla="*/ 261810 w 519874"/>
                <a:gd name="connsiteY13" fmla="*/ 588328 h 588327"/>
                <a:gd name="connsiteX14" fmla="*/ 261810 w 519874"/>
                <a:gd name="connsiteY14" fmla="*/ 588328 h 588327"/>
                <a:gd name="connsiteX15" fmla="*/ 261810 w 519874"/>
                <a:gd name="connsiteY15" fmla="*/ 588328 h 588327"/>
                <a:gd name="connsiteX16" fmla="*/ 265303 w 519874"/>
                <a:gd name="connsiteY16" fmla="*/ 587820 h 588327"/>
                <a:gd name="connsiteX17" fmla="*/ 266065 w 519874"/>
                <a:gd name="connsiteY17" fmla="*/ 587566 h 588327"/>
                <a:gd name="connsiteX18" fmla="*/ 266764 w 519874"/>
                <a:gd name="connsiteY18" fmla="*/ 587375 h 588327"/>
                <a:gd name="connsiteX19" fmla="*/ 269240 w 519874"/>
                <a:gd name="connsiteY19" fmla="*/ 586042 h 588327"/>
                <a:gd name="connsiteX20" fmla="*/ 269367 w 519874"/>
                <a:gd name="connsiteY20" fmla="*/ 585978 h 588327"/>
                <a:gd name="connsiteX21" fmla="*/ 271907 w 519874"/>
                <a:gd name="connsiteY21" fmla="*/ 583692 h 588327"/>
                <a:gd name="connsiteX22" fmla="*/ 272415 w 519874"/>
                <a:gd name="connsiteY22" fmla="*/ 583121 h 588327"/>
                <a:gd name="connsiteX23" fmla="*/ 274193 w 519874"/>
                <a:gd name="connsiteY23" fmla="*/ 580009 h 588327"/>
                <a:gd name="connsiteX24" fmla="*/ 274256 w 519874"/>
                <a:gd name="connsiteY24" fmla="*/ 579882 h 588327"/>
                <a:gd name="connsiteX25" fmla="*/ 356743 w 519874"/>
                <a:gd name="connsiteY25" fmla="*/ 501079 h 588327"/>
                <a:gd name="connsiteX26" fmla="*/ 519874 w 519874"/>
                <a:gd name="connsiteY26" fmla="*/ 259969 h 588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9874" h="588327">
                  <a:moveTo>
                    <a:pt x="519684" y="259842"/>
                  </a:moveTo>
                  <a:cubicBezTo>
                    <a:pt x="519684" y="116523"/>
                    <a:pt x="403098" y="0"/>
                    <a:pt x="259842" y="0"/>
                  </a:cubicBezTo>
                  <a:cubicBezTo>
                    <a:pt x="116586" y="0"/>
                    <a:pt x="0" y="116586"/>
                    <a:pt x="0" y="259842"/>
                  </a:cubicBezTo>
                  <a:cubicBezTo>
                    <a:pt x="0" y="365189"/>
                    <a:pt x="64135" y="458788"/>
                    <a:pt x="158115" y="498983"/>
                  </a:cubicBezTo>
                  <a:cubicBezTo>
                    <a:pt x="159004" y="499618"/>
                    <a:pt x="159956" y="500190"/>
                    <a:pt x="161036" y="500571"/>
                  </a:cubicBezTo>
                  <a:cubicBezTo>
                    <a:pt x="202755" y="516509"/>
                    <a:pt x="235776" y="546227"/>
                    <a:pt x="249428" y="580009"/>
                  </a:cubicBezTo>
                  <a:cubicBezTo>
                    <a:pt x="249428" y="580009"/>
                    <a:pt x="249428" y="580073"/>
                    <a:pt x="249492" y="580136"/>
                  </a:cubicBezTo>
                  <a:cubicBezTo>
                    <a:pt x="249936" y="581216"/>
                    <a:pt x="250571" y="582232"/>
                    <a:pt x="251333" y="583184"/>
                  </a:cubicBezTo>
                  <a:cubicBezTo>
                    <a:pt x="251523" y="583375"/>
                    <a:pt x="251651" y="583565"/>
                    <a:pt x="251841" y="583756"/>
                  </a:cubicBezTo>
                  <a:cubicBezTo>
                    <a:pt x="252540" y="584581"/>
                    <a:pt x="253302" y="585280"/>
                    <a:pt x="254254" y="585915"/>
                  </a:cubicBezTo>
                  <a:cubicBezTo>
                    <a:pt x="254317" y="585915"/>
                    <a:pt x="254444" y="586042"/>
                    <a:pt x="254508" y="586105"/>
                  </a:cubicBezTo>
                  <a:cubicBezTo>
                    <a:pt x="255270" y="586613"/>
                    <a:pt x="256095" y="587058"/>
                    <a:pt x="257048" y="587439"/>
                  </a:cubicBezTo>
                  <a:cubicBezTo>
                    <a:pt x="257175" y="587439"/>
                    <a:pt x="257302" y="587439"/>
                    <a:pt x="257492" y="587502"/>
                  </a:cubicBezTo>
                  <a:cubicBezTo>
                    <a:pt x="258890" y="588010"/>
                    <a:pt x="260286" y="588264"/>
                    <a:pt x="261810" y="588328"/>
                  </a:cubicBezTo>
                  <a:cubicBezTo>
                    <a:pt x="261810" y="588328"/>
                    <a:pt x="261810" y="588328"/>
                    <a:pt x="261810" y="588328"/>
                  </a:cubicBezTo>
                  <a:lnTo>
                    <a:pt x="261810" y="588328"/>
                  </a:lnTo>
                  <a:cubicBezTo>
                    <a:pt x="262954" y="588328"/>
                    <a:pt x="264096" y="588137"/>
                    <a:pt x="265303" y="587820"/>
                  </a:cubicBezTo>
                  <a:cubicBezTo>
                    <a:pt x="265557" y="587756"/>
                    <a:pt x="265811" y="587693"/>
                    <a:pt x="266065" y="587566"/>
                  </a:cubicBezTo>
                  <a:cubicBezTo>
                    <a:pt x="266319" y="587502"/>
                    <a:pt x="266573" y="587439"/>
                    <a:pt x="266764" y="587375"/>
                  </a:cubicBezTo>
                  <a:cubicBezTo>
                    <a:pt x="267653" y="586994"/>
                    <a:pt x="268478" y="586550"/>
                    <a:pt x="269240" y="586042"/>
                  </a:cubicBezTo>
                  <a:cubicBezTo>
                    <a:pt x="269240" y="586042"/>
                    <a:pt x="269304" y="585978"/>
                    <a:pt x="269367" y="585978"/>
                  </a:cubicBezTo>
                  <a:cubicBezTo>
                    <a:pt x="270319" y="585343"/>
                    <a:pt x="271145" y="584518"/>
                    <a:pt x="271907" y="583692"/>
                  </a:cubicBezTo>
                  <a:cubicBezTo>
                    <a:pt x="272097" y="583502"/>
                    <a:pt x="272224" y="583311"/>
                    <a:pt x="272415" y="583121"/>
                  </a:cubicBezTo>
                  <a:cubicBezTo>
                    <a:pt x="273177" y="582168"/>
                    <a:pt x="273748" y="581089"/>
                    <a:pt x="274193" y="580009"/>
                  </a:cubicBezTo>
                  <a:cubicBezTo>
                    <a:pt x="274193" y="580009"/>
                    <a:pt x="274193" y="579946"/>
                    <a:pt x="274256" y="579882"/>
                  </a:cubicBezTo>
                  <a:cubicBezTo>
                    <a:pt x="288925" y="541719"/>
                    <a:pt x="325565" y="514668"/>
                    <a:pt x="356743" y="501079"/>
                  </a:cubicBezTo>
                  <a:cubicBezTo>
                    <a:pt x="454342" y="462153"/>
                    <a:pt x="519874" y="367919"/>
                    <a:pt x="519874" y="259969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4" name="Forma libre 163">
              <a:extLst>
                <a:ext uri="{FF2B5EF4-FFF2-40B4-BE49-F238E27FC236}">
                  <a16:creationId xmlns:a16="http://schemas.microsoft.com/office/drawing/2014/main" id="{1F1ADC5A-9605-922C-95DC-0C54359CD7E9}"/>
                </a:ext>
              </a:extLst>
            </p:cNvPr>
            <p:cNvSpPr/>
            <p:nvPr/>
          </p:nvSpPr>
          <p:spPr>
            <a:xfrm>
              <a:off x="9295511" y="5442521"/>
              <a:ext cx="66611" cy="177482"/>
            </a:xfrm>
            <a:custGeom>
              <a:avLst/>
              <a:gdLst>
                <a:gd name="connsiteX0" fmla="*/ 0 w 66611"/>
                <a:gd name="connsiteY0" fmla="*/ 0 h 177482"/>
                <a:gd name="connsiteX1" fmla="*/ 66611 w 66611"/>
                <a:gd name="connsiteY1" fmla="*/ 0 h 177482"/>
                <a:gd name="connsiteX2" fmla="*/ 66611 w 66611"/>
                <a:gd name="connsiteY2" fmla="*/ 177483 h 177482"/>
                <a:gd name="connsiteX3" fmla="*/ 0 w 66611"/>
                <a:gd name="connsiteY3" fmla="*/ 177483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1" h="177482">
                  <a:moveTo>
                    <a:pt x="0" y="0"/>
                  </a:moveTo>
                  <a:lnTo>
                    <a:pt x="66611" y="0"/>
                  </a:lnTo>
                  <a:lnTo>
                    <a:pt x="66611" y="177483"/>
                  </a:lnTo>
                  <a:lnTo>
                    <a:pt x="0" y="177483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65" name="Forma libre 164">
              <a:extLst>
                <a:ext uri="{FF2B5EF4-FFF2-40B4-BE49-F238E27FC236}">
                  <a16:creationId xmlns:a16="http://schemas.microsoft.com/office/drawing/2014/main" id="{7C8D21B1-BA93-586E-69DA-1CAB4C004A52}"/>
                </a:ext>
              </a:extLst>
            </p:cNvPr>
            <p:cNvSpPr/>
            <p:nvPr/>
          </p:nvSpPr>
          <p:spPr>
            <a:xfrm>
              <a:off x="9415462" y="5442521"/>
              <a:ext cx="66611" cy="177482"/>
            </a:xfrm>
            <a:custGeom>
              <a:avLst/>
              <a:gdLst>
                <a:gd name="connsiteX0" fmla="*/ 0 w 66611"/>
                <a:gd name="connsiteY0" fmla="*/ 0 h 177482"/>
                <a:gd name="connsiteX1" fmla="*/ 66611 w 66611"/>
                <a:gd name="connsiteY1" fmla="*/ 0 h 177482"/>
                <a:gd name="connsiteX2" fmla="*/ 66611 w 66611"/>
                <a:gd name="connsiteY2" fmla="*/ 177483 h 177482"/>
                <a:gd name="connsiteX3" fmla="*/ 0 w 66611"/>
                <a:gd name="connsiteY3" fmla="*/ 177483 h 17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1" h="177482">
                  <a:moveTo>
                    <a:pt x="0" y="0"/>
                  </a:moveTo>
                  <a:lnTo>
                    <a:pt x="66611" y="0"/>
                  </a:lnTo>
                  <a:lnTo>
                    <a:pt x="66611" y="177483"/>
                  </a:lnTo>
                  <a:lnTo>
                    <a:pt x="0" y="177483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66" name="Gráfico 4">
            <a:extLst>
              <a:ext uri="{FF2B5EF4-FFF2-40B4-BE49-F238E27FC236}">
                <a16:creationId xmlns:a16="http://schemas.microsoft.com/office/drawing/2014/main" id="{ABFE07CF-8E81-A49A-1A4E-2366372B8DB2}"/>
              </a:ext>
            </a:extLst>
          </p:cNvPr>
          <p:cNvGrpSpPr/>
          <p:nvPr/>
        </p:nvGrpSpPr>
        <p:grpSpPr>
          <a:xfrm>
            <a:off x="10315702" y="2072195"/>
            <a:ext cx="554354" cy="621030"/>
            <a:chOff x="10315702" y="2072195"/>
            <a:chExt cx="554354" cy="621030"/>
          </a:xfrm>
          <a:noFill/>
        </p:grpSpPr>
        <p:sp>
          <p:nvSpPr>
            <p:cNvPr id="167" name="Forma libre 166">
              <a:extLst>
                <a:ext uri="{FF2B5EF4-FFF2-40B4-BE49-F238E27FC236}">
                  <a16:creationId xmlns:a16="http://schemas.microsoft.com/office/drawing/2014/main" id="{6599EA38-870F-D599-9CA3-0639DA812B69}"/>
                </a:ext>
              </a:extLst>
            </p:cNvPr>
            <p:cNvSpPr/>
            <p:nvPr/>
          </p:nvSpPr>
          <p:spPr>
            <a:xfrm>
              <a:off x="10315702" y="2072195"/>
              <a:ext cx="554354" cy="621030"/>
            </a:xfrm>
            <a:custGeom>
              <a:avLst/>
              <a:gdLst>
                <a:gd name="connsiteX0" fmla="*/ 554355 w 554354"/>
                <a:gd name="connsiteY0" fmla="*/ 621030 h 621030"/>
                <a:gd name="connsiteX1" fmla="*/ 277178 w 554354"/>
                <a:gd name="connsiteY1" fmla="*/ 0 h 621030"/>
                <a:gd name="connsiteX2" fmla="*/ 0 w 554354"/>
                <a:gd name="connsiteY2" fmla="*/ 621030 h 621030"/>
                <a:gd name="connsiteX3" fmla="*/ 229426 w 554354"/>
                <a:gd name="connsiteY3" fmla="*/ 621030 h 621030"/>
                <a:gd name="connsiteX4" fmla="*/ 232918 w 554354"/>
                <a:gd name="connsiteY4" fmla="*/ 620776 h 621030"/>
                <a:gd name="connsiteX5" fmla="*/ 247586 w 554354"/>
                <a:gd name="connsiteY5" fmla="*/ 617855 h 621030"/>
                <a:gd name="connsiteX6" fmla="*/ 248539 w 554354"/>
                <a:gd name="connsiteY6" fmla="*/ 617474 h 621030"/>
                <a:gd name="connsiteX7" fmla="*/ 279908 w 554354"/>
                <a:gd name="connsiteY7" fmla="*/ 578358 h 621030"/>
                <a:gd name="connsiteX8" fmla="*/ 281115 w 554354"/>
                <a:gd name="connsiteY8" fmla="*/ 578358 h 621030"/>
                <a:gd name="connsiteX9" fmla="*/ 312928 w 554354"/>
                <a:gd name="connsiteY9" fmla="*/ 617665 h 621030"/>
                <a:gd name="connsiteX10" fmla="*/ 312928 w 554354"/>
                <a:gd name="connsiteY10" fmla="*/ 617665 h 621030"/>
                <a:gd name="connsiteX11" fmla="*/ 317119 w 554354"/>
                <a:gd name="connsiteY11" fmla="*/ 618871 h 621030"/>
                <a:gd name="connsiteX12" fmla="*/ 327660 w 554354"/>
                <a:gd name="connsiteY12" fmla="*/ 620395 h 621030"/>
                <a:gd name="connsiteX13" fmla="*/ 331406 w 554354"/>
                <a:gd name="connsiteY13" fmla="*/ 620649 h 621030"/>
                <a:gd name="connsiteX14" fmla="*/ 334454 w 554354"/>
                <a:gd name="connsiteY14" fmla="*/ 620967 h 621030"/>
                <a:gd name="connsiteX15" fmla="*/ 334645 w 554354"/>
                <a:gd name="connsiteY15" fmla="*/ 620967 h 621030"/>
                <a:gd name="connsiteX16" fmla="*/ 502285 w 554354"/>
                <a:gd name="connsiteY16" fmla="*/ 620967 h 621030"/>
                <a:gd name="connsiteX17" fmla="*/ 554292 w 554354"/>
                <a:gd name="connsiteY17" fmla="*/ 620967 h 62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4354" h="621030">
                  <a:moveTo>
                    <a:pt x="554355" y="621030"/>
                  </a:moveTo>
                  <a:lnTo>
                    <a:pt x="277178" y="0"/>
                  </a:lnTo>
                  <a:lnTo>
                    <a:pt x="0" y="621030"/>
                  </a:lnTo>
                  <a:lnTo>
                    <a:pt x="229426" y="621030"/>
                  </a:lnTo>
                  <a:cubicBezTo>
                    <a:pt x="230568" y="620967"/>
                    <a:pt x="231775" y="620840"/>
                    <a:pt x="232918" y="620776"/>
                  </a:cubicBezTo>
                  <a:cubicBezTo>
                    <a:pt x="237871" y="620395"/>
                    <a:pt x="242760" y="619379"/>
                    <a:pt x="247586" y="617855"/>
                  </a:cubicBezTo>
                  <a:cubicBezTo>
                    <a:pt x="247904" y="617728"/>
                    <a:pt x="248221" y="617601"/>
                    <a:pt x="248539" y="617474"/>
                  </a:cubicBezTo>
                  <a:cubicBezTo>
                    <a:pt x="268922" y="609156"/>
                    <a:pt x="277685" y="585534"/>
                    <a:pt x="279908" y="578358"/>
                  </a:cubicBezTo>
                  <a:cubicBezTo>
                    <a:pt x="280098" y="577723"/>
                    <a:pt x="280924" y="577723"/>
                    <a:pt x="281115" y="578358"/>
                  </a:cubicBezTo>
                  <a:cubicBezTo>
                    <a:pt x="283401" y="585597"/>
                    <a:pt x="292291" y="609537"/>
                    <a:pt x="312928" y="617665"/>
                  </a:cubicBezTo>
                  <a:cubicBezTo>
                    <a:pt x="312928" y="617665"/>
                    <a:pt x="312928" y="617665"/>
                    <a:pt x="312928" y="617665"/>
                  </a:cubicBezTo>
                  <a:cubicBezTo>
                    <a:pt x="314261" y="618109"/>
                    <a:pt x="315658" y="618490"/>
                    <a:pt x="317119" y="618871"/>
                  </a:cubicBezTo>
                  <a:cubicBezTo>
                    <a:pt x="320548" y="619697"/>
                    <a:pt x="324104" y="620141"/>
                    <a:pt x="327660" y="620395"/>
                  </a:cubicBezTo>
                  <a:cubicBezTo>
                    <a:pt x="328930" y="620459"/>
                    <a:pt x="330136" y="620586"/>
                    <a:pt x="331406" y="620649"/>
                  </a:cubicBezTo>
                  <a:cubicBezTo>
                    <a:pt x="332422" y="620713"/>
                    <a:pt x="333439" y="620840"/>
                    <a:pt x="334454" y="620967"/>
                  </a:cubicBezTo>
                  <a:cubicBezTo>
                    <a:pt x="334454" y="620967"/>
                    <a:pt x="334581" y="620967"/>
                    <a:pt x="334645" y="620967"/>
                  </a:cubicBezTo>
                  <a:lnTo>
                    <a:pt x="502285" y="620967"/>
                  </a:lnTo>
                  <a:cubicBezTo>
                    <a:pt x="502285" y="620967"/>
                    <a:pt x="554292" y="620967"/>
                    <a:pt x="554292" y="620967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grpSp>
          <p:nvGrpSpPr>
            <p:cNvPr id="168" name="Gráfico 4">
              <a:extLst>
                <a:ext uri="{FF2B5EF4-FFF2-40B4-BE49-F238E27FC236}">
                  <a16:creationId xmlns:a16="http://schemas.microsoft.com/office/drawing/2014/main" id="{97375FA5-BF60-29B2-B9D6-6A7E2B613054}"/>
                </a:ext>
              </a:extLst>
            </p:cNvPr>
            <p:cNvGrpSpPr/>
            <p:nvPr/>
          </p:nvGrpSpPr>
          <p:grpSpPr>
            <a:xfrm>
              <a:off x="10569003" y="2336863"/>
              <a:ext cx="47751" cy="234314"/>
              <a:chOff x="10569003" y="2336863"/>
              <a:chExt cx="47751" cy="234314"/>
            </a:xfrm>
            <a:noFill/>
          </p:grpSpPr>
          <p:sp>
            <p:nvSpPr>
              <p:cNvPr id="169" name="Forma libre 168">
                <a:extLst>
                  <a:ext uri="{FF2B5EF4-FFF2-40B4-BE49-F238E27FC236}">
                    <a16:creationId xmlns:a16="http://schemas.microsoft.com/office/drawing/2014/main" id="{1F1D072C-91AE-7DC4-D785-77D64C6AF360}"/>
                  </a:ext>
                </a:extLst>
              </p:cNvPr>
              <p:cNvSpPr/>
              <p:nvPr/>
            </p:nvSpPr>
            <p:spPr>
              <a:xfrm>
                <a:off x="10592879" y="2336863"/>
                <a:ext cx="6350" cy="132270"/>
              </a:xfrm>
              <a:custGeom>
                <a:avLst/>
                <a:gdLst>
                  <a:gd name="connsiteX0" fmla="*/ 0 w 6350"/>
                  <a:gd name="connsiteY0" fmla="*/ 132270 h 132270"/>
                  <a:gd name="connsiteX1" fmla="*/ 0 w 6350"/>
                  <a:gd name="connsiteY1" fmla="*/ 0 h 132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350" h="132270">
                    <a:moveTo>
                      <a:pt x="0" y="13227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  <p:sp>
            <p:nvSpPr>
              <p:cNvPr id="170" name="Forma libre 169">
                <a:extLst>
                  <a:ext uri="{FF2B5EF4-FFF2-40B4-BE49-F238E27FC236}">
                    <a16:creationId xmlns:a16="http://schemas.microsoft.com/office/drawing/2014/main" id="{CA6456A8-6AA9-D314-CE54-4E53313BA6D2}"/>
                  </a:ext>
                </a:extLst>
              </p:cNvPr>
              <p:cNvSpPr/>
              <p:nvPr/>
            </p:nvSpPr>
            <p:spPr>
              <a:xfrm>
                <a:off x="10569003" y="2523426"/>
                <a:ext cx="47751" cy="47751"/>
              </a:xfrm>
              <a:custGeom>
                <a:avLst/>
                <a:gdLst>
                  <a:gd name="connsiteX0" fmla="*/ 47752 w 47751"/>
                  <a:gd name="connsiteY0" fmla="*/ 23876 h 47751"/>
                  <a:gd name="connsiteX1" fmla="*/ 23876 w 47751"/>
                  <a:gd name="connsiteY1" fmla="*/ 47752 h 47751"/>
                  <a:gd name="connsiteX2" fmla="*/ 0 w 47751"/>
                  <a:gd name="connsiteY2" fmla="*/ 23876 h 47751"/>
                  <a:gd name="connsiteX3" fmla="*/ 23876 w 47751"/>
                  <a:gd name="connsiteY3" fmla="*/ 0 h 47751"/>
                  <a:gd name="connsiteX4" fmla="*/ 47752 w 47751"/>
                  <a:gd name="connsiteY4" fmla="*/ 23876 h 47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751" h="47751">
                    <a:moveTo>
                      <a:pt x="47752" y="23876"/>
                    </a:moveTo>
                    <a:cubicBezTo>
                      <a:pt x="47752" y="37062"/>
                      <a:pt x="37063" y="47752"/>
                      <a:pt x="23876" y="47752"/>
                    </a:cubicBezTo>
                    <a:cubicBezTo>
                      <a:pt x="10690" y="47752"/>
                      <a:pt x="0" y="37062"/>
                      <a:pt x="0" y="23876"/>
                    </a:cubicBezTo>
                    <a:cubicBezTo>
                      <a:pt x="0" y="10690"/>
                      <a:pt x="10689" y="0"/>
                      <a:pt x="23876" y="0"/>
                    </a:cubicBezTo>
                    <a:cubicBezTo>
                      <a:pt x="37062" y="0"/>
                      <a:pt x="47752" y="10690"/>
                      <a:pt x="47752" y="23876"/>
                    </a:cubicBezTo>
                    <a:close/>
                  </a:path>
                </a:pathLst>
              </a:custGeom>
              <a:noFill/>
              <a:ln w="19050" cap="rnd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CO"/>
              </a:p>
            </p:txBody>
          </p:sp>
        </p:grpSp>
      </p:grpSp>
      <p:grpSp>
        <p:nvGrpSpPr>
          <p:cNvPr id="171" name="Gráfico 4">
            <a:extLst>
              <a:ext uri="{FF2B5EF4-FFF2-40B4-BE49-F238E27FC236}">
                <a16:creationId xmlns:a16="http://schemas.microsoft.com/office/drawing/2014/main" id="{AB2D83A6-C05B-41D3-E225-5F631113B17C}"/>
              </a:ext>
            </a:extLst>
          </p:cNvPr>
          <p:cNvGrpSpPr/>
          <p:nvPr/>
        </p:nvGrpSpPr>
        <p:grpSpPr>
          <a:xfrm>
            <a:off x="10277983" y="3097402"/>
            <a:ext cx="629856" cy="568579"/>
            <a:chOff x="10277983" y="3097402"/>
            <a:chExt cx="629856" cy="568579"/>
          </a:xfrm>
          <a:noFill/>
        </p:grpSpPr>
        <p:sp>
          <p:nvSpPr>
            <p:cNvPr id="172" name="Forma libre 171">
              <a:extLst>
                <a:ext uri="{FF2B5EF4-FFF2-40B4-BE49-F238E27FC236}">
                  <a16:creationId xmlns:a16="http://schemas.microsoft.com/office/drawing/2014/main" id="{92EDC59D-0A54-DA31-CFB6-DD0851CD4980}"/>
                </a:ext>
              </a:extLst>
            </p:cNvPr>
            <p:cNvSpPr/>
            <p:nvPr/>
          </p:nvSpPr>
          <p:spPr>
            <a:xfrm>
              <a:off x="10278046" y="3097402"/>
              <a:ext cx="629793" cy="502618"/>
            </a:xfrm>
            <a:custGeom>
              <a:avLst/>
              <a:gdLst>
                <a:gd name="connsiteX0" fmla="*/ 629730 w 629793"/>
                <a:gd name="connsiteY0" fmla="*/ 458661 h 502618"/>
                <a:gd name="connsiteX1" fmla="*/ 375603 w 629793"/>
                <a:gd name="connsiteY1" fmla="*/ 458661 h 502618"/>
                <a:gd name="connsiteX2" fmla="*/ 371539 w 629793"/>
                <a:gd name="connsiteY2" fmla="*/ 458914 h 502618"/>
                <a:gd name="connsiteX3" fmla="*/ 354647 w 629793"/>
                <a:gd name="connsiteY3" fmla="*/ 461836 h 502618"/>
                <a:gd name="connsiteX4" fmla="*/ 353505 w 629793"/>
                <a:gd name="connsiteY4" fmla="*/ 462217 h 502618"/>
                <a:gd name="connsiteX5" fmla="*/ 317310 w 629793"/>
                <a:gd name="connsiteY5" fmla="*/ 502094 h 502618"/>
                <a:gd name="connsiteX6" fmla="*/ 315913 w 629793"/>
                <a:gd name="connsiteY6" fmla="*/ 502094 h 502618"/>
                <a:gd name="connsiteX7" fmla="*/ 279210 w 629793"/>
                <a:gd name="connsiteY7" fmla="*/ 462026 h 502618"/>
                <a:gd name="connsiteX8" fmla="*/ 279147 w 629793"/>
                <a:gd name="connsiteY8" fmla="*/ 462026 h 502618"/>
                <a:gd name="connsiteX9" fmla="*/ 274320 w 629793"/>
                <a:gd name="connsiteY9" fmla="*/ 460819 h 502618"/>
                <a:gd name="connsiteX10" fmla="*/ 262192 w 629793"/>
                <a:gd name="connsiteY10" fmla="*/ 459232 h 502618"/>
                <a:gd name="connsiteX11" fmla="*/ 257873 w 629793"/>
                <a:gd name="connsiteY11" fmla="*/ 458978 h 502618"/>
                <a:gd name="connsiteX12" fmla="*/ 254318 w 629793"/>
                <a:gd name="connsiteY12" fmla="*/ 458661 h 502618"/>
                <a:gd name="connsiteX13" fmla="*/ 254127 w 629793"/>
                <a:gd name="connsiteY13" fmla="*/ 458661 h 502618"/>
                <a:gd name="connsiteX14" fmla="*/ 0 w 629793"/>
                <a:gd name="connsiteY14" fmla="*/ 458661 h 502618"/>
                <a:gd name="connsiteX15" fmla="*/ 0 w 629793"/>
                <a:gd name="connsiteY15" fmla="*/ 0 h 502618"/>
                <a:gd name="connsiteX16" fmla="*/ 629793 w 629793"/>
                <a:gd name="connsiteY16" fmla="*/ 0 h 502618"/>
                <a:gd name="connsiteX17" fmla="*/ 629793 w 629793"/>
                <a:gd name="connsiteY17" fmla="*/ 458661 h 502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9793" h="502618">
                  <a:moveTo>
                    <a:pt x="629730" y="458661"/>
                  </a:moveTo>
                  <a:lnTo>
                    <a:pt x="375603" y="458661"/>
                  </a:lnTo>
                  <a:cubicBezTo>
                    <a:pt x="374269" y="458724"/>
                    <a:pt x="372935" y="458851"/>
                    <a:pt x="371539" y="458914"/>
                  </a:cubicBezTo>
                  <a:cubicBezTo>
                    <a:pt x="365823" y="459295"/>
                    <a:pt x="360173" y="460375"/>
                    <a:pt x="354647" y="461836"/>
                  </a:cubicBezTo>
                  <a:cubicBezTo>
                    <a:pt x="354267" y="461963"/>
                    <a:pt x="353885" y="462089"/>
                    <a:pt x="353505" y="462217"/>
                  </a:cubicBezTo>
                  <a:cubicBezTo>
                    <a:pt x="330010" y="470662"/>
                    <a:pt x="319913" y="494792"/>
                    <a:pt x="317310" y="502094"/>
                  </a:cubicBezTo>
                  <a:cubicBezTo>
                    <a:pt x="317056" y="502793"/>
                    <a:pt x="316103" y="502793"/>
                    <a:pt x="315913" y="502094"/>
                  </a:cubicBezTo>
                  <a:cubicBezTo>
                    <a:pt x="313310" y="494665"/>
                    <a:pt x="303023" y="470344"/>
                    <a:pt x="279210" y="462026"/>
                  </a:cubicBezTo>
                  <a:cubicBezTo>
                    <a:pt x="279210" y="462026"/>
                    <a:pt x="279210" y="462026"/>
                    <a:pt x="279147" y="462026"/>
                  </a:cubicBezTo>
                  <a:cubicBezTo>
                    <a:pt x="277559" y="461581"/>
                    <a:pt x="275972" y="461137"/>
                    <a:pt x="274320" y="460819"/>
                  </a:cubicBezTo>
                  <a:cubicBezTo>
                    <a:pt x="270320" y="459931"/>
                    <a:pt x="266256" y="459486"/>
                    <a:pt x="262192" y="459232"/>
                  </a:cubicBezTo>
                  <a:cubicBezTo>
                    <a:pt x="260731" y="459169"/>
                    <a:pt x="259335" y="459042"/>
                    <a:pt x="257873" y="458978"/>
                  </a:cubicBezTo>
                  <a:cubicBezTo>
                    <a:pt x="256731" y="458914"/>
                    <a:pt x="255524" y="458788"/>
                    <a:pt x="254318" y="458661"/>
                  </a:cubicBezTo>
                  <a:cubicBezTo>
                    <a:pt x="254254" y="458661"/>
                    <a:pt x="254191" y="458661"/>
                    <a:pt x="254127" y="458661"/>
                  </a:cubicBezTo>
                  <a:lnTo>
                    <a:pt x="0" y="458661"/>
                  </a:lnTo>
                  <a:cubicBezTo>
                    <a:pt x="0" y="458661"/>
                    <a:pt x="0" y="0"/>
                    <a:pt x="0" y="0"/>
                  </a:cubicBezTo>
                  <a:lnTo>
                    <a:pt x="629793" y="0"/>
                  </a:lnTo>
                  <a:lnTo>
                    <a:pt x="629793" y="458661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3" name="Forma libre 172">
              <a:extLst>
                <a:ext uri="{FF2B5EF4-FFF2-40B4-BE49-F238E27FC236}">
                  <a16:creationId xmlns:a16="http://schemas.microsoft.com/office/drawing/2014/main" id="{70424E6B-3B9D-2315-EA56-2F408B60D362}"/>
                </a:ext>
              </a:extLst>
            </p:cNvPr>
            <p:cNvSpPr/>
            <p:nvPr/>
          </p:nvSpPr>
          <p:spPr>
            <a:xfrm>
              <a:off x="10277983" y="3470084"/>
              <a:ext cx="629793" cy="6350"/>
            </a:xfrm>
            <a:custGeom>
              <a:avLst/>
              <a:gdLst>
                <a:gd name="connsiteX0" fmla="*/ 0 w 629793"/>
                <a:gd name="connsiteY0" fmla="*/ 0 h 6350"/>
                <a:gd name="connsiteX1" fmla="*/ 629793 w 62979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9793" h="6350">
                  <a:moveTo>
                    <a:pt x="0" y="0"/>
                  </a:moveTo>
                  <a:lnTo>
                    <a:pt x="629793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4" name="Forma libre 173">
              <a:extLst>
                <a:ext uri="{FF2B5EF4-FFF2-40B4-BE49-F238E27FC236}">
                  <a16:creationId xmlns:a16="http://schemas.microsoft.com/office/drawing/2014/main" id="{85DE6AE9-A353-4318-5F5B-7D37593B5D06}"/>
                </a:ext>
              </a:extLst>
            </p:cNvPr>
            <p:cNvSpPr/>
            <p:nvPr/>
          </p:nvSpPr>
          <p:spPr>
            <a:xfrm>
              <a:off x="10429684" y="3665982"/>
              <a:ext cx="326453" cy="6350"/>
            </a:xfrm>
            <a:custGeom>
              <a:avLst/>
              <a:gdLst>
                <a:gd name="connsiteX0" fmla="*/ 0 w 326453"/>
                <a:gd name="connsiteY0" fmla="*/ 0 h 6350"/>
                <a:gd name="connsiteX1" fmla="*/ 326454 w 326453"/>
                <a:gd name="connsiteY1" fmla="*/ 0 h 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6453" h="6350">
                  <a:moveTo>
                    <a:pt x="0" y="0"/>
                  </a:moveTo>
                  <a:lnTo>
                    <a:pt x="326454" y="0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5" name="Forma libre 174">
              <a:extLst>
                <a:ext uri="{FF2B5EF4-FFF2-40B4-BE49-F238E27FC236}">
                  <a16:creationId xmlns:a16="http://schemas.microsoft.com/office/drawing/2014/main" id="{80CD8FC0-31C3-E3D1-099A-74A9722E7E6D}"/>
                </a:ext>
              </a:extLst>
            </p:cNvPr>
            <p:cNvSpPr/>
            <p:nvPr/>
          </p:nvSpPr>
          <p:spPr>
            <a:xfrm>
              <a:off x="10667047" y="3556063"/>
              <a:ext cx="6350" cy="103504"/>
            </a:xfrm>
            <a:custGeom>
              <a:avLst/>
              <a:gdLst>
                <a:gd name="connsiteX0" fmla="*/ 0 w 6350"/>
                <a:gd name="connsiteY0" fmla="*/ 0 h 103504"/>
                <a:gd name="connsiteX1" fmla="*/ 0 w 6350"/>
                <a:gd name="connsiteY1" fmla="*/ 10350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03504">
                  <a:moveTo>
                    <a:pt x="0" y="0"/>
                  </a:moveTo>
                  <a:lnTo>
                    <a:pt x="0" y="103505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6" name="Forma libre 175">
              <a:extLst>
                <a:ext uri="{FF2B5EF4-FFF2-40B4-BE49-F238E27FC236}">
                  <a16:creationId xmlns:a16="http://schemas.microsoft.com/office/drawing/2014/main" id="{5BBFC2F3-BDC8-4817-DF6D-FB20C70D619A}"/>
                </a:ext>
              </a:extLst>
            </p:cNvPr>
            <p:cNvSpPr/>
            <p:nvPr/>
          </p:nvSpPr>
          <p:spPr>
            <a:xfrm>
              <a:off x="10518775" y="3556063"/>
              <a:ext cx="6350" cy="103504"/>
            </a:xfrm>
            <a:custGeom>
              <a:avLst/>
              <a:gdLst>
                <a:gd name="connsiteX0" fmla="*/ 0 w 6350"/>
                <a:gd name="connsiteY0" fmla="*/ 0 h 103504"/>
                <a:gd name="connsiteX1" fmla="*/ 0 w 6350"/>
                <a:gd name="connsiteY1" fmla="*/ 103505 h 103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" h="103504">
                  <a:moveTo>
                    <a:pt x="0" y="0"/>
                  </a:moveTo>
                  <a:lnTo>
                    <a:pt x="0" y="103505"/>
                  </a:lnTo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77" name="Gráfico 4">
            <a:extLst>
              <a:ext uri="{FF2B5EF4-FFF2-40B4-BE49-F238E27FC236}">
                <a16:creationId xmlns:a16="http://schemas.microsoft.com/office/drawing/2014/main" id="{B87079D0-3FCE-8509-01C3-E410091FEBEF}"/>
              </a:ext>
            </a:extLst>
          </p:cNvPr>
          <p:cNvGrpSpPr/>
          <p:nvPr/>
        </p:nvGrpSpPr>
        <p:grpSpPr>
          <a:xfrm>
            <a:off x="10265616" y="4124742"/>
            <a:ext cx="654542" cy="672746"/>
            <a:chOff x="10265616" y="4124742"/>
            <a:chExt cx="654542" cy="672746"/>
          </a:xfrm>
          <a:noFill/>
        </p:grpSpPr>
        <p:sp>
          <p:nvSpPr>
            <p:cNvPr id="178" name="Forma libre 177">
              <a:extLst>
                <a:ext uri="{FF2B5EF4-FFF2-40B4-BE49-F238E27FC236}">
                  <a16:creationId xmlns:a16="http://schemas.microsoft.com/office/drawing/2014/main" id="{1B4827A2-346B-A943-4C11-11904C324B3F}"/>
                </a:ext>
              </a:extLst>
            </p:cNvPr>
            <p:cNvSpPr/>
            <p:nvPr/>
          </p:nvSpPr>
          <p:spPr>
            <a:xfrm>
              <a:off x="10265616" y="4129404"/>
              <a:ext cx="37513" cy="668083"/>
            </a:xfrm>
            <a:custGeom>
              <a:avLst/>
              <a:gdLst>
                <a:gd name="connsiteX0" fmla="*/ 37513 w 37513"/>
                <a:gd name="connsiteY0" fmla="*/ 668084 h 668083"/>
                <a:gd name="connsiteX1" fmla="*/ 37513 w 37513"/>
                <a:gd name="connsiteY1" fmla="*/ 227648 h 668083"/>
                <a:gd name="connsiteX2" fmla="*/ 37259 w 37513"/>
                <a:gd name="connsiteY2" fmla="*/ 224218 h 668083"/>
                <a:gd name="connsiteX3" fmla="*/ 34719 w 37513"/>
                <a:gd name="connsiteY3" fmla="*/ 209804 h 668083"/>
                <a:gd name="connsiteX4" fmla="*/ 34402 w 37513"/>
                <a:gd name="connsiteY4" fmla="*/ 208852 h 668083"/>
                <a:gd name="connsiteX5" fmla="*/ 428 w 37513"/>
                <a:gd name="connsiteY5" fmla="*/ 178054 h 668083"/>
                <a:gd name="connsiteX6" fmla="*/ 428 w 37513"/>
                <a:gd name="connsiteY6" fmla="*/ 176848 h 668083"/>
                <a:gd name="connsiteX7" fmla="*/ 34591 w 37513"/>
                <a:gd name="connsiteY7" fmla="*/ 145542 h 668083"/>
                <a:gd name="connsiteX8" fmla="*/ 34591 w 37513"/>
                <a:gd name="connsiteY8" fmla="*/ 145542 h 668083"/>
                <a:gd name="connsiteX9" fmla="*/ 35608 w 37513"/>
                <a:gd name="connsiteY9" fmla="*/ 141415 h 668083"/>
                <a:gd name="connsiteX10" fmla="*/ 36941 w 37513"/>
                <a:gd name="connsiteY10" fmla="*/ 131064 h 668083"/>
                <a:gd name="connsiteX11" fmla="*/ 37195 w 37513"/>
                <a:gd name="connsiteY11" fmla="*/ 127381 h 668083"/>
                <a:gd name="connsiteX12" fmla="*/ 37449 w 37513"/>
                <a:gd name="connsiteY12" fmla="*/ 124397 h 668083"/>
                <a:gd name="connsiteX13" fmla="*/ 37449 w 37513"/>
                <a:gd name="connsiteY13" fmla="*/ 124206 h 668083"/>
                <a:gd name="connsiteX14" fmla="*/ 37449 w 37513"/>
                <a:gd name="connsiteY14" fmla="*/ 0 h 668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513" h="668083">
                  <a:moveTo>
                    <a:pt x="37513" y="668084"/>
                  </a:moveTo>
                  <a:lnTo>
                    <a:pt x="37513" y="227648"/>
                  </a:lnTo>
                  <a:cubicBezTo>
                    <a:pt x="37449" y="226504"/>
                    <a:pt x="37386" y="225361"/>
                    <a:pt x="37259" y="224218"/>
                  </a:cubicBezTo>
                  <a:cubicBezTo>
                    <a:pt x="36941" y="219392"/>
                    <a:pt x="36053" y="214503"/>
                    <a:pt x="34719" y="209804"/>
                  </a:cubicBezTo>
                  <a:cubicBezTo>
                    <a:pt x="34591" y="209486"/>
                    <a:pt x="34528" y="209169"/>
                    <a:pt x="34402" y="208852"/>
                  </a:cubicBezTo>
                  <a:cubicBezTo>
                    <a:pt x="27162" y="188849"/>
                    <a:pt x="6652" y="180213"/>
                    <a:pt x="428" y="178054"/>
                  </a:cubicBezTo>
                  <a:cubicBezTo>
                    <a:pt x="-143" y="177864"/>
                    <a:pt x="-143" y="177038"/>
                    <a:pt x="428" y="176848"/>
                  </a:cubicBezTo>
                  <a:cubicBezTo>
                    <a:pt x="6715" y="174625"/>
                    <a:pt x="27480" y="165862"/>
                    <a:pt x="34591" y="145542"/>
                  </a:cubicBezTo>
                  <a:cubicBezTo>
                    <a:pt x="34591" y="145542"/>
                    <a:pt x="34591" y="145542"/>
                    <a:pt x="34591" y="145542"/>
                  </a:cubicBezTo>
                  <a:cubicBezTo>
                    <a:pt x="34973" y="144209"/>
                    <a:pt x="35353" y="142811"/>
                    <a:pt x="35608" y="141415"/>
                  </a:cubicBezTo>
                  <a:cubicBezTo>
                    <a:pt x="36370" y="137986"/>
                    <a:pt x="36751" y="134557"/>
                    <a:pt x="36941" y="131064"/>
                  </a:cubicBezTo>
                  <a:cubicBezTo>
                    <a:pt x="37005" y="129858"/>
                    <a:pt x="37068" y="128588"/>
                    <a:pt x="37195" y="127381"/>
                  </a:cubicBezTo>
                  <a:cubicBezTo>
                    <a:pt x="37259" y="126365"/>
                    <a:pt x="37386" y="125349"/>
                    <a:pt x="37449" y="124397"/>
                  </a:cubicBezTo>
                  <a:cubicBezTo>
                    <a:pt x="37449" y="124397"/>
                    <a:pt x="37449" y="124270"/>
                    <a:pt x="37449" y="124206"/>
                  </a:cubicBezTo>
                  <a:lnTo>
                    <a:pt x="37449" y="0"/>
                  </a:lnTo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79" name="Forma libre 178">
              <a:extLst>
                <a:ext uri="{FF2B5EF4-FFF2-40B4-BE49-F238E27FC236}">
                  <a16:creationId xmlns:a16="http://schemas.microsoft.com/office/drawing/2014/main" id="{9D7AC9C0-424F-2A2F-A699-444A39A35001}"/>
                </a:ext>
              </a:extLst>
            </p:cNvPr>
            <p:cNvSpPr/>
            <p:nvPr/>
          </p:nvSpPr>
          <p:spPr>
            <a:xfrm>
              <a:off x="10358564" y="4124742"/>
              <a:ext cx="561593" cy="377071"/>
            </a:xfrm>
            <a:custGeom>
              <a:avLst/>
              <a:gdLst>
                <a:gd name="connsiteX0" fmla="*/ 0 w 561593"/>
                <a:gd name="connsiteY0" fmla="*/ 10568 h 377071"/>
                <a:gd name="connsiteX1" fmla="*/ 0 w 561593"/>
                <a:gd name="connsiteY1" fmla="*/ 337276 h 377071"/>
                <a:gd name="connsiteX2" fmla="*/ 7874 w 561593"/>
                <a:gd name="connsiteY2" fmla="*/ 346992 h 377071"/>
                <a:gd name="connsiteX3" fmla="*/ 136398 w 561593"/>
                <a:gd name="connsiteY3" fmla="*/ 374233 h 377071"/>
                <a:gd name="connsiteX4" fmla="*/ 181673 w 561593"/>
                <a:gd name="connsiteY4" fmla="*/ 375503 h 377071"/>
                <a:gd name="connsiteX5" fmla="*/ 356044 w 561593"/>
                <a:gd name="connsiteY5" fmla="*/ 348579 h 377071"/>
                <a:gd name="connsiteX6" fmla="*/ 397828 w 561593"/>
                <a:gd name="connsiteY6" fmla="*/ 349150 h 377071"/>
                <a:gd name="connsiteX7" fmla="*/ 549910 w 561593"/>
                <a:gd name="connsiteY7" fmla="*/ 376900 h 377071"/>
                <a:gd name="connsiteX8" fmla="*/ 561594 w 561593"/>
                <a:gd name="connsiteY8" fmla="*/ 367121 h 377071"/>
                <a:gd name="connsiteX9" fmla="*/ 561594 w 561593"/>
                <a:gd name="connsiteY9" fmla="*/ 40286 h 377071"/>
                <a:gd name="connsiteX10" fmla="*/ 553466 w 561593"/>
                <a:gd name="connsiteY10" fmla="*/ 30507 h 377071"/>
                <a:gd name="connsiteX11" fmla="*/ 397828 w 561593"/>
                <a:gd name="connsiteY11" fmla="*/ 2060 h 377071"/>
                <a:gd name="connsiteX12" fmla="*/ 356044 w 561593"/>
                <a:gd name="connsiteY12" fmla="*/ 1488 h 377071"/>
                <a:gd name="connsiteX13" fmla="*/ 181673 w 561593"/>
                <a:gd name="connsiteY13" fmla="*/ 28412 h 377071"/>
                <a:gd name="connsiteX14" fmla="*/ 136398 w 561593"/>
                <a:gd name="connsiteY14" fmla="*/ 27142 h 377071"/>
                <a:gd name="connsiteX15" fmla="*/ 12002 w 561593"/>
                <a:gd name="connsiteY15" fmla="*/ 726 h 377071"/>
                <a:gd name="connsiteX16" fmla="*/ 0 w 561593"/>
                <a:gd name="connsiteY16" fmla="*/ 10442 h 377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1593" h="377071">
                  <a:moveTo>
                    <a:pt x="0" y="10568"/>
                  </a:moveTo>
                  <a:lnTo>
                    <a:pt x="0" y="337276"/>
                  </a:lnTo>
                  <a:cubicBezTo>
                    <a:pt x="0" y="341975"/>
                    <a:pt x="3302" y="346039"/>
                    <a:pt x="7874" y="346992"/>
                  </a:cubicBezTo>
                  <a:lnTo>
                    <a:pt x="136398" y="374233"/>
                  </a:lnTo>
                  <a:cubicBezTo>
                    <a:pt x="151320" y="377408"/>
                    <a:pt x="166624" y="377852"/>
                    <a:pt x="181673" y="375503"/>
                  </a:cubicBezTo>
                  <a:lnTo>
                    <a:pt x="356044" y="348579"/>
                  </a:lnTo>
                  <a:cubicBezTo>
                    <a:pt x="369888" y="346420"/>
                    <a:pt x="384048" y="346611"/>
                    <a:pt x="397828" y="349150"/>
                  </a:cubicBezTo>
                  <a:lnTo>
                    <a:pt x="549910" y="376900"/>
                  </a:lnTo>
                  <a:cubicBezTo>
                    <a:pt x="556006" y="378043"/>
                    <a:pt x="561594" y="373344"/>
                    <a:pt x="561594" y="367121"/>
                  </a:cubicBezTo>
                  <a:lnTo>
                    <a:pt x="561594" y="40286"/>
                  </a:lnTo>
                  <a:cubicBezTo>
                    <a:pt x="561594" y="35524"/>
                    <a:pt x="558165" y="31396"/>
                    <a:pt x="553466" y="30507"/>
                  </a:cubicBezTo>
                  <a:lnTo>
                    <a:pt x="397828" y="2060"/>
                  </a:lnTo>
                  <a:cubicBezTo>
                    <a:pt x="384048" y="-481"/>
                    <a:pt x="369888" y="-671"/>
                    <a:pt x="356044" y="1488"/>
                  </a:cubicBezTo>
                  <a:lnTo>
                    <a:pt x="181673" y="28412"/>
                  </a:lnTo>
                  <a:cubicBezTo>
                    <a:pt x="166624" y="30761"/>
                    <a:pt x="151257" y="30317"/>
                    <a:pt x="136398" y="27142"/>
                  </a:cubicBezTo>
                  <a:lnTo>
                    <a:pt x="12002" y="726"/>
                  </a:lnTo>
                  <a:cubicBezTo>
                    <a:pt x="5842" y="-608"/>
                    <a:pt x="0" y="4155"/>
                    <a:pt x="0" y="10442"/>
                  </a:cubicBez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grpSp>
        <p:nvGrpSpPr>
          <p:cNvPr id="180" name="Grupo 179">
            <a:extLst>
              <a:ext uri="{FF2B5EF4-FFF2-40B4-BE49-F238E27FC236}">
                <a16:creationId xmlns:a16="http://schemas.microsoft.com/office/drawing/2014/main" id="{A03A18AB-2CDE-CF22-A8B5-74FC373E79CF}"/>
              </a:ext>
            </a:extLst>
          </p:cNvPr>
          <p:cNvGrpSpPr/>
          <p:nvPr/>
        </p:nvGrpSpPr>
        <p:grpSpPr>
          <a:xfrm>
            <a:off x="10197020" y="5224716"/>
            <a:ext cx="791844" cy="625729"/>
            <a:chOff x="10197020" y="5224716"/>
            <a:chExt cx="791844" cy="625729"/>
          </a:xfrm>
        </p:grpSpPr>
        <p:sp>
          <p:nvSpPr>
            <p:cNvPr id="181" name="Forma libre 180">
              <a:extLst>
                <a:ext uri="{FF2B5EF4-FFF2-40B4-BE49-F238E27FC236}">
                  <a16:creationId xmlns:a16="http://schemas.microsoft.com/office/drawing/2014/main" id="{51EB93FD-8202-EB8A-8168-62B7E78AFB81}"/>
                </a:ext>
              </a:extLst>
            </p:cNvPr>
            <p:cNvSpPr/>
            <p:nvPr/>
          </p:nvSpPr>
          <p:spPr>
            <a:xfrm>
              <a:off x="10197020" y="5224716"/>
              <a:ext cx="221932" cy="625729"/>
            </a:xfrm>
            <a:custGeom>
              <a:avLst/>
              <a:gdLst>
                <a:gd name="connsiteX0" fmla="*/ 221869 w 221932"/>
                <a:gd name="connsiteY0" fmla="*/ 0 h 625729"/>
                <a:gd name="connsiteX1" fmla="*/ 144463 w 221932"/>
                <a:gd name="connsiteY1" fmla="*/ 0 h 625729"/>
                <a:gd name="connsiteX2" fmla="*/ 141986 w 221932"/>
                <a:gd name="connsiteY2" fmla="*/ 127 h 625729"/>
                <a:gd name="connsiteX3" fmla="*/ 131509 w 221932"/>
                <a:gd name="connsiteY3" fmla="*/ 1715 h 625729"/>
                <a:gd name="connsiteX4" fmla="*/ 130811 w 221932"/>
                <a:gd name="connsiteY4" fmla="*/ 1905 h 625729"/>
                <a:gd name="connsiteX5" fmla="*/ 108395 w 221932"/>
                <a:gd name="connsiteY5" fmla="*/ 23368 h 625729"/>
                <a:gd name="connsiteX6" fmla="*/ 107506 w 221932"/>
                <a:gd name="connsiteY6" fmla="*/ 23368 h 625729"/>
                <a:gd name="connsiteX7" fmla="*/ 84710 w 221932"/>
                <a:gd name="connsiteY7" fmla="*/ 1842 h 625729"/>
                <a:gd name="connsiteX8" fmla="*/ 84710 w 221932"/>
                <a:gd name="connsiteY8" fmla="*/ 1842 h 625729"/>
                <a:gd name="connsiteX9" fmla="*/ 81724 w 221932"/>
                <a:gd name="connsiteY9" fmla="*/ 1207 h 625729"/>
                <a:gd name="connsiteX10" fmla="*/ 74168 w 221932"/>
                <a:gd name="connsiteY10" fmla="*/ 381 h 625729"/>
                <a:gd name="connsiteX11" fmla="*/ 71501 w 221932"/>
                <a:gd name="connsiteY11" fmla="*/ 254 h 625729"/>
                <a:gd name="connsiteX12" fmla="*/ 69342 w 221932"/>
                <a:gd name="connsiteY12" fmla="*/ 127 h 625729"/>
                <a:gd name="connsiteX13" fmla="*/ 69215 w 221932"/>
                <a:gd name="connsiteY13" fmla="*/ 127 h 625729"/>
                <a:gd name="connsiteX14" fmla="*/ 0 w 221932"/>
                <a:gd name="connsiteY14" fmla="*/ 127 h 625729"/>
                <a:gd name="connsiteX15" fmla="*/ 0 w 221932"/>
                <a:gd name="connsiteY15" fmla="*/ 625729 h 625729"/>
                <a:gd name="connsiteX16" fmla="*/ 221933 w 221932"/>
                <a:gd name="connsiteY16" fmla="*/ 625729 h 625729"/>
                <a:gd name="connsiteX17" fmla="*/ 221933 w 221932"/>
                <a:gd name="connsiteY17" fmla="*/ 127 h 62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625729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8"/>
                    <a:pt x="134938" y="889"/>
                    <a:pt x="131509" y="1715"/>
                  </a:cubicBezTo>
                  <a:cubicBezTo>
                    <a:pt x="131255" y="1778"/>
                    <a:pt x="131064" y="1842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8"/>
                    <a:pt x="99505" y="6287"/>
                    <a:pt x="84710" y="1842"/>
                  </a:cubicBezTo>
                  <a:cubicBezTo>
                    <a:pt x="84710" y="1842"/>
                    <a:pt x="84710" y="1842"/>
                    <a:pt x="84710" y="1842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9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625729"/>
                  </a:lnTo>
                  <a:lnTo>
                    <a:pt x="221933" y="625729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2" name="Forma libre 181">
              <a:extLst>
                <a:ext uri="{FF2B5EF4-FFF2-40B4-BE49-F238E27FC236}">
                  <a16:creationId xmlns:a16="http://schemas.microsoft.com/office/drawing/2014/main" id="{73BF21FE-CDCD-8920-F224-EB501231A098}"/>
                </a:ext>
              </a:extLst>
            </p:cNvPr>
            <p:cNvSpPr/>
            <p:nvPr/>
          </p:nvSpPr>
          <p:spPr>
            <a:xfrm>
              <a:off x="10482008" y="5350255"/>
              <a:ext cx="221932" cy="500126"/>
            </a:xfrm>
            <a:custGeom>
              <a:avLst/>
              <a:gdLst>
                <a:gd name="connsiteX0" fmla="*/ 221869 w 221932"/>
                <a:gd name="connsiteY0" fmla="*/ 0 h 500126"/>
                <a:gd name="connsiteX1" fmla="*/ 144463 w 221932"/>
                <a:gd name="connsiteY1" fmla="*/ 0 h 500126"/>
                <a:gd name="connsiteX2" fmla="*/ 141986 w 221932"/>
                <a:gd name="connsiteY2" fmla="*/ 127 h 500126"/>
                <a:gd name="connsiteX3" fmla="*/ 131509 w 221932"/>
                <a:gd name="connsiteY3" fmla="*/ 1715 h 500126"/>
                <a:gd name="connsiteX4" fmla="*/ 130811 w 221932"/>
                <a:gd name="connsiteY4" fmla="*/ 1905 h 500126"/>
                <a:gd name="connsiteX5" fmla="*/ 108395 w 221932"/>
                <a:gd name="connsiteY5" fmla="*/ 23368 h 500126"/>
                <a:gd name="connsiteX6" fmla="*/ 107506 w 221932"/>
                <a:gd name="connsiteY6" fmla="*/ 23368 h 500126"/>
                <a:gd name="connsiteX7" fmla="*/ 84710 w 221932"/>
                <a:gd name="connsiteY7" fmla="*/ 1841 h 500126"/>
                <a:gd name="connsiteX8" fmla="*/ 84710 w 221932"/>
                <a:gd name="connsiteY8" fmla="*/ 1841 h 500126"/>
                <a:gd name="connsiteX9" fmla="*/ 81724 w 221932"/>
                <a:gd name="connsiteY9" fmla="*/ 1207 h 500126"/>
                <a:gd name="connsiteX10" fmla="*/ 74168 w 221932"/>
                <a:gd name="connsiteY10" fmla="*/ 381 h 500126"/>
                <a:gd name="connsiteX11" fmla="*/ 71501 w 221932"/>
                <a:gd name="connsiteY11" fmla="*/ 254 h 500126"/>
                <a:gd name="connsiteX12" fmla="*/ 69342 w 221932"/>
                <a:gd name="connsiteY12" fmla="*/ 127 h 500126"/>
                <a:gd name="connsiteX13" fmla="*/ 69215 w 221932"/>
                <a:gd name="connsiteY13" fmla="*/ 127 h 500126"/>
                <a:gd name="connsiteX14" fmla="*/ 0 w 221932"/>
                <a:gd name="connsiteY14" fmla="*/ 127 h 500126"/>
                <a:gd name="connsiteX15" fmla="*/ 0 w 221932"/>
                <a:gd name="connsiteY15" fmla="*/ 500126 h 500126"/>
                <a:gd name="connsiteX16" fmla="*/ 221933 w 221932"/>
                <a:gd name="connsiteY16" fmla="*/ 500126 h 500126"/>
                <a:gd name="connsiteX17" fmla="*/ 221933 w 221932"/>
                <a:gd name="connsiteY17" fmla="*/ 127 h 500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500126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7"/>
                    <a:pt x="134938" y="889"/>
                    <a:pt x="131509" y="1715"/>
                  </a:cubicBezTo>
                  <a:cubicBezTo>
                    <a:pt x="131255" y="1778"/>
                    <a:pt x="131064" y="1841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7"/>
                    <a:pt x="99505" y="6286"/>
                    <a:pt x="84710" y="1841"/>
                  </a:cubicBezTo>
                  <a:cubicBezTo>
                    <a:pt x="84710" y="1841"/>
                    <a:pt x="84710" y="1841"/>
                    <a:pt x="84710" y="1841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8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500126"/>
                  </a:lnTo>
                  <a:lnTo>
                    <a:pt x="221933" y="500126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83" name="Forma libre 182">
              <a:extLst>
                <a:ext uri="{FF2B5EF4-FFF2-40B4-BE49-F238E27FC236}">
                  <a16:creationId xmlns:a16="http://schemas.microsoft.com/office/drawing/2014/main" id="{8B47F6AF-204E-7D3A-EDD0-3A60DC425FAA}"/>
                </a:ext>
              </a:extLst>
            </p:cNvPr>
            <p:cNvSpPr/>
            <p:nvPr/>
          </p:nvSpPr>
          <p:spPr>
            <a:xfrm>
              <a:off x="10766932" y="5456491"/>
              <a:ext cx="221932" cy="393890"/>
            </a:xfrm>
            <a:custGeom>
              <a:avLst/>
              <a:gdLst>
                <a:gd name="connsiteX0" fmla="*/ 221869 w 221932"/>
                <a:gd name="connsiteY0" fmla="*/ 0 h 393890"/>
                <a:gd name="connsiteX1" fmla="*/ 144463 w 221932"/>
                <a:gd name="connsiteY1" fmla="*/ 0 h 393890"/>
                <a:gd name="connsiteX2" fmla="*/ 141986 w 221932"/>
                <a:gd name="connsiteY2" fmla="*/ 127 h 393890"/>
                <a:gd name="connsiteX3" fmla="*/ 131509 w 221932"/>
                <a:gd name="connsiteY3" fmla="*/ 1715 h 393890"/>
                <a:gd name="connsiteX4" fmla="*/ 130811 w 221932"/>
                <a:gd name="connsiteY4" fmla="*/ 1905 h 393890"/>
                <a:gd name="connsiteX5" fmla="*/ 108395 w 221932"/>
                <a:gd name="connsiteY5" fmla="*/ 23368 h 393890"/>
                <a:gd name="connsiteX6" fmla="*/ 107506 w 221932"/>
                <a:gd name="connsiteY6" fmla="*/ 23368 h 393890"/>
                <a:gd name="connsiteX7" fmla="*/ 84710 w 221932"/>
                <a:gd name="connsiteY7" fmla="*/ 1842 h 393890"/>
                <a:gd name="connsiteX8" fmla="*/ 84710 w 221932"/>
                <a:gd name="connsiteY8" fmla="*/ 1842 h 393890"/>
                <a:gd name="connsiteX9" fmla="*/ 81724 w 221932"/>
                <a:gd name="connsiteY9" fmla="*/ 1207 h 393890"/>
                <a:gd name="connsiteX10" fmla="*/ 74168 w 221932"/>
                <a:gd name="connsiteY10" fmla="*/ 381 h 393890"/>
                <a:gd name="connsiteX11" fmla="*/ 71501 w 221932"/>
                <a:gd name="connsiteY11" fmla="*/ 254 h 393890"/>
                <a:gd name="connsiteX12" fmla="*/ 69342 w 221932"/>
                <a:gd name="connsiteY12" fmla="*/ 127 h 393890"/>
                <a:gd name="connsiteX13" fmla="*/ 69215 w 221932"/>
                <a:gd name="connsiteY13" fmla="*/ 127 h 393890"/>
                <a:gd name="connsiteX14" fmla="*/ 0 w 221932"/>
                <a:gd name="connsiteY14" fmla="*/ 127 h 393890"/>
                <a:gd name="connsiteX15" fmla="*/ 0 w 221932"/>
                <a:gd name="connsiteY15" fmla="*/ 393891 h 393890"/>
                <a:gd name="connsiteX16" fmla="*/ 221933 w 221932"/>
                <a:gd name="connsiteY16" fmla="*/ 393891 h 393890"/>
                <a:gd name="connsiteX17" fmla="*/ 221933 w 221932"/>
                <a:gd name="connsiteY17" fmla="*/ 127 h 39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932" h="393890">
                  <a:moveTo>
                    <a:pt x="221869" y="0"/>
                  </a:moveTo>
                  <a:lnTo>
                    <a:pt x="144463" y="0"/>
                  </a:lnTo>
                  <a:cubicBezTo>
                    <a:pt x="143637" y="0"/>
                    <a:pt x="142811" y="64"/>
                    <a:pt x="141986" y="127"/>
                  </a:cubicBezTo>
                  <a:cubicBezTo>
                    <a:pt x="138430" y="318"/>
                    <a:pt x="134938" y="889"/>
                    <a:pt x="131509" y="1715"/>
                  </a:cubicBezTo>
                  <a:cubicBezTo>
                    <a:pt x="131255" y="1778"/>
                    <a:pt x="131064" y="1842"/>
                    <a:pt x="130811" y="1905"/>
                  </a:cubicBezTo>
                  <a:cubicBezTo>
                    <a:pt x="116269" y="6477"/>
                    <a:pt x="109982" y="19431"/>
                    <a:pt x="108395" y="23368"/>
                  </a:cubicBezTo>
                  <a:cubicBezTo>
                    <a:pt x="108268" y="23749"/>
                    <a:pt x="107697" y="23749"/>
                    <a:pt x="107506" y="23368"/>
                  </a:cubicBezTo>
                  <a:cubicBezTo>
                    <a:pt x="105855" y="19368"/>
                    <a:pt x="99505" y="6287"/>
                    <a:pt x="84710" y="1842"/>
                  </a:cubicBezTo>
                  <a:cubicBezTo>
                    <a:pt x="84710" y="1842"/>
                    <a:pt x="84710" y="1842"/>
                    <a:pt x="84710" y="1842"/>
                  </a:cubicBezTo>
                  <a:cubicBezTo>
                    <a:pt x="83757" y="1588"/>
                    <a:pt x="82741" y="1397"/>
                    <a:pt x="81724" y="1207"/>
                  </a:cubicBezTo>
                  <a:cubicBezTo>
                    <a:pt x="79249" y="762"/>
                    <a:pt x="76709" y="508"/>
                    <a:pt x="74168" y="381"/>
                  </a:cubicBezTo>
                  <a:cubicBezTo>
                    <a:pt x="73279" y="381"/>
                    <a:pt x="72390" y="254"/>
                    <a:pt x="71501" y="254"/>
                  </a:cubicBezTo>
                  <a:cubicBezTo>
                    <a:pt x="70803" y="254"/>
                    <a:pt x="70041" y="127"/>
                    <a:pt x="69342" y="127"/>
                  </a:cubicBezTo>
                  <a:cubicBezTo>
                    <a:pt x="69342" y="127"/>
                    <a:pt x="69279" y="127"/>
                    <a:pt x="69215" y="127"/>
                  </a:cubicBezTo>
                  <a:lnTo>
                    <a:pt x="0" y="127"/>
                  </a:lnTo>
                  <a:lnTo>
                    <a:pt x="0" y="393891"/>
                  </a:lnTo>
                  <a:lnTo>
                    <a:pt x="221933" y="393891"/>
                  </a:lnTo>
                  <a:lnTo>
                    <a:pt x="221933" y="127"/>
                  </a:lnTo>
                  <a:close/>
                </a:path>
              </a:pathLst>
            </a:custGeom>
            <a:noFill/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497F46D0-243B-D07E-15E9-D626D23967A6}"/>
              </a:ext>
            </a:extLst>
          </p:cNvPr>
          <p:cNvSpPr txBox="1"/>
          <p:nvPr/>
        </p:nvSpPr>
        <p:spPr>
          <a:xfrm>
            <a:off x="5031742" y="463422"/>
            <a:ext cx="2128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0D2057"/>
                </a:solidFill>
                <a:latin typeface="Libre Franklin"/>
                <a:sym typeface="Libre Franklin"/>
                <a:rtl val="0"/>
              </a:rPr>
              <a:t>Iconografía</a:t>
            </a:r>
          </a:p>
        </p:txBody>
      </p:sp>
    </p:spTree>
    <p:extLst>
      <p:ext uri="{BB962C8B-B14F-4D97-AF65-F5344CB8AC3E}">
        <p14:creationId xmlns:p14="http://schemas.microsoft.com/office/powerpoint/2010/main" val="6695799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B05A17C0-802B-6CB0-538E-071BA71CD759}"/>
              </a:ext>
            </a:extLst>
          </p:cNvPr>
          <p:cNvSpPr/>
          <p:nvPr/>
        </p:nvSpPr>
        <p:spPr>
          <a:xfrm>
            <a:off x="8357743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9B928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A0237A49-307D-A79D-B291-E4AC44DAAE7C}"/>
              </a:ext>
            </a:extLst>
          </p:cNvPr>
          <p:cNvSpPr/>
          <p:nvPr/>
        </p:nvSpPr>
        <p:spPr>
          <a:xfrm>
            <a:off x="8976487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FB8B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0174252A-CC67-4C21-CA76-2C57FAAF7D52}"/>
              </a:ext>
            </a:extLst>
          </p:cNvPr>
          <p:cNvSpPr/>
          <p:nvPr/>
        </p:nvSpPr>
        <p:spPr>
          <a:xfrm>
            <a:off x="9595167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8D4D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EC3DB0DE-19C4-B0C5-D08A-52C8133A7C42}"/>
              </a:ext>
            </a:extLst>
          </p:cNvPr>
          <p:cNvSpPr/>
          <p:nvPr/>
        </p:nvSpPr>
        <p:spPr>
          <a:xfrm>
            <a:off x="10213911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CEAE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84512825-14F8-8A01-087F-250B07C82AB1}"/>
              </a:ext>
            </a:extLst>
          </p:cNvPr>
          <p:cNvSpPr/>
          <p:nvPr/>
        </p:nvSpPr>
        <p:spPr>
          <a:xfrm>
            <a:off x="10832592" y="819022"/>
            <a:ext cx="618744" cy="446023"/>
          </a:xfrm>
          <a:custGeom>
            <a:avLst/>
            <a:gdLst>
              <a:gd name="connsiteX0" fmla="*/ 0 w 618744"/>
              <a:gd name="connsiteY0" fmla="*/ 0 h 446023"/>
              <a:gd name="connsiteX1" fmla="*/ 618744 w 618744"/>
              <a:gd name="connsiteY1" fmla="*/ 0 h 446023"/>
              <a:gd name="connsiteX2" fmla="*/ 618744 w 618744"/>
              <a:gd name="connsiteY2" fmla="*/ 446024 h 446023"/>
              <a:gd name="connsiteX3" fmla="*/ 0 w 618744"/>
              <a:gd name="connsiteY3" fmla="*/ 446024 h 446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3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9F8F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AE244F72-637D-64FF-F3A0-A050C14A087C}"/>
              </a:ext>
            </a:extLst>
          </p:cNvPr>
          <p:cNvSpPr/>
          <p:nvPr/>
        </p:nvSpPr>
        <p:spPr>
          <a:xfrm>
            <a:off x="8357743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004E8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CC4CBAD7-E743-50A8-B0BC-56236D4D395C}"/>
              </a:ext>
            </a:extLst>
          </p:cNvPr>
          <p:cNvSpPr/>
          <p:nvPr/>
        </p:nvSpPr>
        <p:spPr>
          <a:xfrm>
            <a:off x="8976487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1D6CB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A87D73E7-AC9C-796E-FAF2-60AB7CAA27B1}"/>
              </a:ext>
            </a:extLst>
          </p:cNvPr>
          <p:cNvSpPr/>
          <p:nvPr/>
        </p:nvSpPr>
        <p:spPr>
          <a:xfrm>
            <a:off x="9595167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7A7D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314EFE38-BF5A-CEB4-4BA8-203101D3A8CC}"/>
              </a:ext>
            </a:extLst>
          </p:cNvPr>
          <p:cNvSpPr/>
          <p:nvPr/>
        </p:nvSpPr>
        <p:spPr>
          <a:xfrm>
            <a:off x="10213911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BD3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B393C22E-7077-F5BE-661F-6A658C0F4F9F}"/>
              </a:ext>
            </a:extLst>
          </p:cNvPr>
          <p:cNvSpPr/>
          <p:nvPr/>
        </p:nvSpPr>
        <p:spPr>
          <a:xfrm>
            <a:off x="10832592" y="1691513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8F0F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50645269-F5E2-7804-B9DD-7DFA3318EE43}"/>
              </a:ext>
            </a:extLst>
          </p:cNvPr>
          <p:cNvSpPr/>
          <p:nvPr/>
        </p:nvSpPr>
        <p:spPr>
          <a:xfrm>
            <a:off x="8976487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08E9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3" name="Forma libre 12">
            <a:extLst>
              <a:ext uri="{FF2B5EF4-FFF2-40B4-BE49-F238E27FC236}">
                <a16:creationId xmlns:a16="http://schemas.microsoft.com/office/drawing/2014/main" id="{45C9D2F4-BD33-CC17-FAF7-4EE94AA712FA}"/>
              </a:ext>
            </a:extLst>
          </p:cNvPr>
          <p:cNvSpPr/>
          <p:nvPr/>
        </p:nvSpPr>
        <p:spPr>
          <a:xfrm>
            <a:off x="9595167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A9BBC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33510732-CB6D-149C-AB2E-CEC572F68B5D}"/>
              </a:ext>
            </a:extLst>
          </p:cNvPr>
          <p:cNvSpPr/>
          <p:nvPr/>
        </p:nvSpPr>
        <p:spPr>
          <a:xfrm>
            <a:off x="10213911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4DDE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B60E4FD6-AB76-8DF9-0804-6384F07B49C4}"/>
              </a:ext>
            </a:extLst>
          </p:cNvPr>
          <p:cNvSpPr/>
          <p:nvPr/>
        </p:nvSpPr>
        <p:spPr>
          <a:xfrm>
            <a:off x="10832592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1F4F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BF742B24-62F9-C134-D564-92FAF0015494}"/>
              </a:ext>
            </a:extLst>
          </p:cNvPr>
          <p:cNvSpPr/>
          <p:nvPr/>
        </p:nvSpPr>
        <p:spPr>
          <a:xfrm>
            <a:off x="8357743" y="259772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546B7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17" name="Forma libre 16">
            <a:extLst>
              <a:ext uri="{FF2B5EF4-FFF2-40B4-BE49-F238E27FC236}">
                <a16:creationId xmlns:a16="http://schemas.microsoft.com/office/drawing/2014/main" id="{3B3EA6AF-0ED8-4B2E-DD49-D218764EB6AC}"/>
              </a:ext>
            </a:extLst>
          </p:cNvPr>
          <p:cNvSpPr/>
          <p:nvPr/>
        </p:nvSpPr>
        <p:spPr>
          <a:xfrm>
            <a:off x="8357743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88C3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8" name="Forma libre 17">
            <a:extLst>
              <a:ext uri="{FF2B5EF4-FFF2-40B4-BE49-F238E27FC236}">
                <a16:creationId xmlns:a16="http://schemas.microsoft.com/office/drawing/2014/main" id="{6C4A1AD3-D479-84CD-2FA2-4FC5C37A3398}"/>
              </a:ext>
            </a:extLst>
          </p:cNvPr>
          <p:cNvSpPr/>
          <p:nvPr/>
        </p:nvSpPr>
        <p:spPr>
          <a:xfrm>
            <a:off x="8976487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A1B94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19" name="Forma libre 18">
            <a:extLst>
              <a:ext uri="{FF2B5EF4-FFF2-40B4-BE49-F238E27FC236}">
                <a16:creationId xmlns:a16="http://schemas.microsoft.com/office/drawing/2014/main" id="{96B080A6-DF28-18D7-F825-333905BCC58E}"/>
              </a:ext>
            </a:extLst>
          </p:cNvPr>
          <p:cNvSpPr/>
          <p:nvPr/>
        </p:nvSpPr>
        <p:spPr>
          <a:xfrm>
            <a:off x="9595167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C7D58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20" name="Forma libre 19">
            <a:extLst>
              <a:ext uri="{FF2B5EF4-FFF2-40B4-BE49-F238E27FC236}">
                <a16:creationId xmlns:a16="http://schemas.microsoft.com/office/drawing/2014/main" id="{E7E1FBDE-1C39-168E-28CA-0F8CF7D713C6}"/>
              </a:ext>
            </a:extLst>
          </p:cNvPr>
          <p:cNvSpPr/>
          <p:nvPr/>
        </p:nvSpPr>
        <p:spPr>
          <a:xfrm>
            <a:off x="10213911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3EAC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21" name="Forma libre 20">
            <a:extLst>
              <a:ext uri="{FF2B5EF4-FFF2-40B4-BE49-F238E27FC236}">
                <a16:creationId xmlns:a16="http://schemas.microsoft.com/office/drawing/2014/main" id="{57194835-F182-8BAE-1671-83F511963E2E}"/>
              </a:ext>
            </a:extLst>
          </p:cNvPr>
          <p:cNvSpPr/>
          <p:nvPr/>
        </p:nvSpPr>
        <p:spPr>
          <a:xfrm>
            <a:off x="10832592" y="347484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6F8E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22" name="Forma libre 21">
            <a:extLst>
              <a:ext uri="{FF2B5EF4-FFF2-40B4-BE49-F238E27FC236}">
                <a16:creationId xmlns:a16="http://schemas.microsoft.com/office/drawing/2014/main" id="{2744C4D3-852E-048F-691A-E619A3109F37}"/>
              </a:ext>
            </a:extLst>
          </p:cNvPr>
          <p:cNvSpPr/>
          <p:nvPr/>
        </p:nvSpPr>
        <p:spPr>
          <a:xfrm>
            <a:off x="8357743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28285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3" name="Forma libre 22">
            <a:extLst>
              <a:ext uri="{FF2B5EF4-FFF2-40B4-BE49-F238E27FC236}">
                <a16:creationId xmlns:a16="http://schemas.microsoft.com/office/drawing/2014/main" id="{257D704F-ABC0-00AD-E9B5-93CDCB31E8BA}"/>
              </a:ext>
            </a:extLst>
          </p:cNvPr>
          <p:cNvSpPr/>
          <p:nvPr/>
        </p:nvSpPr>
        <p:spPr>
          <a:xfrm>
            <a:off x="8976487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433D8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4" name="Forma libre 23">
            <a:extLst>
              <a:ext uri="{FF2B5EF4-FFF2-40B4-BE49-F238E27FC236}">
                <a16:creationId xmlns:a16="http://schemas.microsoft.com/office/drawing/2014/main" id="{80525BF9-AB60-7837-F0A3-C5187F837B1E}"/>
              </a:ext>
            </a:extLst>
          </p:cNvPr>
          <p:cNvSpPr/>
          <p:nvPr/>
        </p:nvSpPr>
        <p:spPr>
          <a:xfrm>
            <a:off x="9595167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8E8B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5" name="Forma libre 24">
            <a:extLst>
              <a:ext uri="{FF2B5EF4-FFF2-40B4-BE49-F238E27FC236}">
                <a16:creationId xmlns:a16="http://schemas.microsoft.com/office/drawing/2014/main" id="{F2D88C1C-C645-4D3A-8ED3-91D79864B279}"/>
              </a:ext>
            </a:extLst>
          </p:cNvPr>
          <p:cNvSpPr/>
          <p:nvPr/>
        </p:nvSpPr>
        <p:spPr>
          <a:xfrm>
            <a:off x="10213911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C7C5D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6" name="Forma libre 25">
            <a:extLst>
              <a:ext uri="{FF2B5EF4-FFF2-40B4-BE49-F238E27FC236}">
                <a16:creationId xmlns:a16="http://schemas.microsoft.com/office/drawing/2014/main" id="{86D28284-356F-CB63-2922-20A59E4D0B2E}"/>
              </a:ext>
            </a:extLst>
          </p:cNvPr>
          <p:cNvSpPr/>
          <p:nvPr/>
        </p:nvSpPr>
        <p:spPr>
          <a:xfrm>
            <a:off x="10832592" y="422579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CECF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7" name="Forma libre 26">
            <a:extLst>
              <a:ext uri="{FF2B5EF4-FFF2-40B4-BE49-F238E27FC236}">
                <a16:creationId xmlns:a16="http://schemas.microsoft.com/office/drawing/2014/main" id="{E6CFD4A8-372C-FD0A-1DF0-7CA9DB1B98F3}"/>
              </a:ext>
            </a:extLst>
          </p:cNvPr>
          <p:cNvSpPr/>
          <p:nvPr/>
        </p:nvSpPr>
        <p:spPr>
          <a:xfrm>
            <a:off x="8976487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2761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8" name="Forma libre 27">
            <a:extLst>
              <a:ext uri="{FF2B5EF4-FFF2-40B4-BE49-F238E27FC236}">
                <a16:creationId xmlns:a16="http://schemas.microsoft.com/office/drawing/2014/main" id="{7C6DE043-B690-8D45-6FE2-919350F72913}"/>
              </a:ext>
            </a:extLst>
          </p:cNvPr>
          <p:cNvSpPr/>
          <p:nvPr/>
        </p:nvSpPr>
        <p:spPr>
          <a:xfrm>
            <a:off x="9595167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EAD7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29" name="Forma libre 28">
            <a:extLst>
              <a:ext uri="{FF2B5EF4-FFF2-40B4-BE49-F238E27FC236}">
                <a16:creationId xmlns:a16="http://schemas.microsoft.com/office/drawing/2014/main" id="{4BF9AF05-495E-F87B-CE5B-31BFCFC0FCA7}"/>
              </a:ext>
            </a:extLst>
          </p:cNvPr>
          <p:cNvSpPr/>
          <p:nvPr/>
        </p:nvSpPr>
        <p:spPr>
          <a:xfrm>
            <a:off x="10213911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6D6B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0" name="Forma libre 29">
            <a:extLst>
              <a:ext uri="{FF2B5EF4-FFF2-40B4-BE49-F238E27FC236}">
                <a16:creationId xmlns:a16="http://schemas.microsoft.com/office/drawing/2014/main" id="{14F8DEE4-8AB0-D2A8-2442-28ED19395F09}"/>
              </a:ext>
            </a:extLst>
          </p:cNvPr>
          <p:cNvSpPr/>
          <p:nvPr/>
        </p:nvSpPr>
        <p:spPr>
          <a:xfrm>
            <a:off x="10832592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CF1E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1" name="Forma libre 30">
            <a:extLst>
              <a:ext uri="{FF2B5EF4-FFF2-40B4-BE49-F238E27FC236}">
                <a16:creationId xmlns:a16="http://schemas.microsoft.com/office/drawing/2014/main" id="{774167E1-A1DD-80B6-E284-A16CAF4C6B72}"/>
              </a:ext>
            </a:extLst>
          </p:cNvPr>
          <p:cNvSpPr/>
          <p:nvPr/>
        </p:nvSpPr>
        <p:spPr>
          <a:xfrm>
            <a:off x="8357743" y="5074856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A550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64BCA2F-6518-CE12-395F-3DD628961359}"/>
              </a:ext>
            </a:extLst>
          </p:cNvPr>
          <p:cNvSpPr txBox="1"/>
          <p:nvPr/>
        </p:nvSpPr>
        <p:spPr>
          <a:xfrm>
            <a:off x="8392668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2E6986A-A7D4-F6FA-77D8-0859FBE75741}"/>
              </a:ext>
            </a:extLst>
          </p:cNvPr>
          <p:cNvSpPr txBox="1"/>
          <p:nvPr/>
        </p:nvSpPr>
        <p:spPr>
          <a:xfrm>
            <a:off x="8415718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C9660CB-A95A-F129-6BC0-5360E95AAC5F}"/>
              </a:ext>
            </a:extLst>
          </p:cNvPr>
          <p:cNvSpPr txBox="1"/>
          <p:nvPr/>
        </p:nvSpPr>
        <p:spPr>
          <a:xfrm>
            <a:off x="8481123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BF34BE3-E21C-BE46-C7E1-CEFEA3961BFC}"/>
              </a:ext>
            </a:extLst>
          </p:cNvPr>
          <p:cNvSpPr txBox="1"/>
          <p:nvPr/>
        </p:nvSpPr>
        <p:spPr>
          <a:xfrm>
            <a:off x="8505316" y="885564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ONE:408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80CF50C-2BC7-534B-90C3-8403AA2F7248}"/>
              </a:ext>
            </a:extLst>
          </p:cNvPr>
          <p:cNvSpPr txBox="1"/>
          <p:nvPr/>
        </p:nvSpPr>
        <p:spPr>
          <a:xfrm>
            <a:off x="8392668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63EB1F6-A705-E421-9928-94C83A31B2EF}"/>
              </a:ext>
            </a:extLst>
          </p:cNvPr>
          <p:cNvSpPr txBox="1"/>
          <p:nvPr/>
        </p:nvSpPr>
        <p:spPr>
          <a:xfrm>
            <a:off x="8463915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46571CA-2432-9FE4-550C-71B0CFFC8925}"/>
              </a:ext>
            </a:extLst>
          </p:cNvPr>
          <p:cNvSpPr txBox="1"/>
          <p:nvPr/>
        </p:nvSpPr>
        <p:spPr>
          <a:xfrm>
            <a:off x="8491474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0E78664-C6CA-C4A3-CB5E-FA2E9008C78D}"/>
              </a:ext>
            </a:extLst>
          </p:cNvPr>
          <p:cNvSpPr txBox="1"/>
          <p:nvPr/>
        </p:nvSpPr>
        <p:spPr>
          <a:xfrm>
            <a:off x="8520430" y="947343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:0-10-11-34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BFB4C57-4101-7245-B1B6-375A263D7158}"/>
              </a:ext>
            </a:extLst>
          </p:cNvPr>
          <p:cNvSpPr txBox="1"/>
          <p:nvPr/>
        </p:nvSpPr>
        <p:spPr>
          <a:xfrm>
            <a:off x="8392668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1EF377E-0F65-4E06-FB1D-2E3BDA0E0AE4}"/>
              </a:ext>
            </a:extLst>
          </p:cNvPr>
          <p:cNvSpPr txBox="1"/>
          <p:nvPr/>
        </p:nvSpPr>
        <p:spPr>
          <a:xfrm>
            <a:off x="8420481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GB:155-146-140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B6D65D8-8B30-37F6-AC2B-65CF3D02D01A}"/>
              </a:ext>
            </a:extLst>
          </p:cNvPr>
          <p:cNvSpPr txBox="1"/>
          <p:nvPr/>
        </p:nvSpPr>
        <p:spPr>
          <a:xfrm>
            <a:off x="8392668" y="1070895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HEX:9b928c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73572DA-8BB3-19B1-AEB1-B48AB1D7DFE3}"/>
              </a:ext>
            </a:extLst>
          </p:cNvPr>
          <p:cNvSpPr txBox="1"/>
          <p:nvPr/>
        </p:nvSpPr>
        <p:spPr>
          <a:xfrm>
            <a:off x="9021762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2FAF8D6-B151-1912-9695-04697501B15D}"/>
              </a:ext>
            </a:extLst>
          </p:cNvPr>
          <p:cNvSpPr txBox="1"/>
          <p:nvPr/>
        </p:nvSpPr>
        <p:spPr>
          <a:xfrm>
            <a:off x="9044813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9423631-FC5A-B818-F6C3-BD71B62D4248}"/>
              </a:ext>
            </a:extLst>
          </p:cNvPr>
          <p:cNvSpPr txBox="1"/>
          <p:nvPr/>
        </p:nvSpPr>
        <p:spPr>
          <a:xfrm>
            <a:off x="9110218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4A9B6A2-FABC-EBBE-D29F-FE15F05E6163}"/>
              </a:ext>
            </a:extLst>
          </p:cNvPr>
          <p:cNvSpPr txBox="1"/>
          <p:nvPr/>
        </p:nvSpPr>
        <p:spPr>
          <a:xfrm>
            <a:off x="9134411" y="885564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ONE:406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8279FF6-F1C8-00CE-C7B9-798F0BED259E}"/>
              </a:ext>
            </a:extLst>
          </p:cNvPr>
          <p:cNvSpPr txBox="1"/>
          <p:nvPr/>
        </p:nvSpPr>
        <p:spPr>
          <a:xfrm>
            <a:off x="9021762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CE1204B-CD4B-352F-A411-3A7328DE9867}"/>
              </a:ext>
            </a:extLst>
          </p:cNvPr>
          <p:cNvSpPr txBox="1"/>
          <p:nvPr/>
        </p:nvSpPr>
        <p:spPr>
          <a:xfrm>
            <a:off x="9093009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FE9EDEA-DF2F-329C-47D4-5D101D41C11E}"/>
              </a:ext>
            </a:extLst>
          </p:cNvPr>
          <p:cNvSpPr txBox="1"/>
          <p:nvPr/>
        </p:nvSpPr>
        <p:spPr>
          <a:xfrm>
            <a:off x="9120568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AE1ACAA-1DD1-C5C9-864B-728453C4E56B}"/>
              </a:ext>
            </a:extLst>
          </p:cNvPr>
          <p:cNvSpPr txBox="1"/>
          <p:nvPr/>
        </p:nvSpPr>
        <p:spPr>
          <a:xfrm>
            <a:off x="9149524" y="947343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:0-5-6-16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B4FA40B-6D81-19AE-4169-CB0EA15DF516}"/>
              </a:ext>
            </a:extLst>
          </p:cNvPr>
          <p:cNvSpPr txBox="1"/>
          <p:nvPr/>
        </p:nvSpPr>
        <p:spPr>
          <a:xfrm>
            <a:off x="9021762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077A9C3-E8A5-5800-A3A4-2E534FCA1286}"/>
              </a:ext>
            </a:extLst>
          </p:cNvPr>
          <p:cNvSpPr txBox="1"/>
          <p:nvPr/>
        </p:nvSpPr>
        <p:spPr>
          <a:xfrm>
            <a:off x="9049575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GB:191-184-178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1331671-A470-996B-551C-E2EF9B353CCA}"/>
              </a:ext>
            </a:extLst>
          </p:cNvPr>
          <p:cNvSpPr txBox="1"/>
          <p:nvPr/>
        </p:nvSpPr>
        <p:spPr>
          <a:xfrm>
            <a:off x="9021762" y="1070895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HEX:bfb8b2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B473E8D-1719-6242-B1DC-4A8D2FC2BBB4}"/>
              </a:ext>
            </a:extLst>
          </p:cNvPr>
          <p:cNvSpPr txBox="1"/>
          <p:nvPr/>
        </p:nvSpPr>
        <p:spPr>
          <a:xfrm>
            <a:off x="9602470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C64169-13F1-AC63-D562-AE2383ACBF7F}"/>
              </a:ext>
            </a:extLst>
          </p:cNvPr>
          <p:cNvSpPr txBox="1"/>
          <p:nvPr/>
        </p:nvSpPr>
        <p:spPr>
          <a:xfrm>
            <a:off x="9625520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8CD1362-8367-ACAD-A507-5A0240D2A5FB}"/>
              </a:ext>
            </a:extLst>
          </p:cNvPr>
          <p:cNvSpPr txBox="1"/>
          <p:nvPr/>
        </p:nvSpPr>
        <p:spPr>
          <a:xfrm>
            <a:off x="9690925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31C88A45-2407-A629-A0EC-0DFFF4FF6E45}"/>
              </a:ext>
            </a:extLst>
          </p:cNvPr>
          <p:cNvSpPr txBox="1"/>
          <p:nvPr/>
        </p:nvSpPr>
        <p:spPr>
          <a:xfrm>
            <a:off x="9715118" y="885564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ONE:406 / 60%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8A68E13-905B-8B2F-FC57-662880846015}"/>
              </a:ext>
            </a:extLst>
          </p:cNvPr>
          <p:cNvSpPr txBox="1"/>
          <p:nvPr/>
        </p:nvSpPr>
        <p:spPr>
          <a:xfrm>
            <a:off x="9602470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460F2CB1-0819-A334-614A-02F69CFCCDC5}"/>
              </a:ext>
            </a:extLst>
          </p:cNvPr>
          <p:cNvSpPr txBox="1"/>
          <p:nvPr/>
        </p:nvSpPr>
        <p:spPr>
          <a:xfrm>
            <a:off x="9673717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A3F45B7A-EFD3-F154-4D8E-2D8E5C277EA2}"/>
              </a:ext>
            </a:extLst>
          </p:cNvPr>
          <p:cNvSpPr txBox="1"/>
          <p:nvPr/>
        </p:nvSpPr>
        <p:spPr>
          <a:xfrm>
            <a:off x="9701276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9762BE0-EBFF-1728-F8E0-C935306CF175}"/>
              </a:ext>
            </a:extLst>
          </p:cNvPr>
          <p:cNvSpPr txBox="1"/>
          <p:nvPr/>
        </p:nvSpPr>
        <p:spPr>
          <a:xfrm>
            <a:off x="9730232" y="947343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:17-17-18-0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26C8879-6535-278E-9482-1AC1B2F5EE21}"/>
              </a:ext>
            </a:extLst>
          </p:cNvPr>
          <p:cNvSpPr txBox="1"/>
          <p:nvPr/>
        </p:nvSpPr>
        <p:spPr>
          <a:xfrm>
            <a:off x="9602470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3CA0C70B-A530-F0DA-F8ED-9E6EB2E3902F}"/>
              </a:ext>
            </a:extLst>
          </p:cNvPr>
          <p:cNvSpPr txBox="1"/>
          <p:nvPr/>
        </p:nvSpPr>
        <p:spPr>
          <a:xfrm>
            <a:off x="9630283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GB:217-212-209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225E061-169C-B20A-A2B3-6277B69AADF4}"/>
              </a:ext>
            </a:extLst>
          </p:cNvPr>
          <p:cNvSpPr txBox="1"/>
          <p:nvPr/>
        </p:nvSpPr>
        <p:spPr>
          <a:xfrm>
            <a:off x="9602470" y="1070895"/>
            <a:ext cx="5196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HEX:d9d4d1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D68C6BC-D6AF-7144-C5EC-3E9DB333CC5A}"/>
              </a:ext>
            </a:extLst>
          </p:cNvPr>
          <p:cNvSpPr txBox="1"/>
          <p:nvPr/>
        </p:nvSpPr>
        <p:spPr>
          <a:xfrm>
            <a:off x="10221785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FCB27A5-37CC-FCA3-FEDE-9876A9B96ABC}"/>
              </a:ext>
            </a:extLst>
          </p:cNvPr>
          <p:cNvSpPr txBox="1"/>
          <p:nvPr/>
        </p:nvSpPr>
        <p:spPr>
          <a:xfrm>
            <a:off x="10244836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333687C3-BEA8-2DD0-4FB4-AF75C76246EB}"/>
              </a:ext>
            </a:extLst>
          </p:cNvPr>
          <p:cNvSpPr txBox="1"/>
          <p:nvPr/>
        </p:nvSpPr>
        <p:spPr>
          <a:xfrm>
            <a:off x="10310241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58EC815-EE70-B659-64BB-36AC18DDE9B1}"/>
              </a:ext>
            </a:extLst>
          </p:cNvPr>
          <p:cNvSpPr txBox="1"/>
          <p:nvPr/>
        </p:nvSpPr>
        <p:spPr>
          <a:xfrm>
            <a:off x="10334434" y="885564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ONE:406 / 30%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438F7DD-0CB2-2C4B-F372-438A1464E3A8}"/>
              </a:ext>
            </a:extLst>
          </p:cNvPr>
          <p:cNvSpPr txBox="1"/>
          <p:nvPr/>
        </p:nvSpPr>
        <p:spPr>
          <a:xfrm>
            <a:off x="10221785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A64DE5AB-AA74-D030-5668-3FC013B2CAB2}"/>
              </a:ext>
            </a:extLst>
          </p:cNvPr>
          <p:cNvSpPr txBox="1"/>
          <p:nvPr/>
        </p:nvSpPr>
        <p:spPr>
          <a:xfrm>
            <a:off x="10293032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4A4F30C4-B197-6936-F19A-863BE99C22FC}"/>
              </a:ext>
            </a:extLst>
          </p:cNvPr>
          <p:cNvSpPr txBox="1"/>
          <p:nvPr/>
        </p:nvSpPr>
        <p:spPr>
          <a:xfrm>
            <a:off x="10320591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35C2DF4-15CD-6142-E650-834698FD5555}"/>
              </a:ext>
            </a:extLst>
          </p:cNvPr>
          <p:cNvSpPr txBox="1"/>
          <p:nvPr/>
        </p:nvSpPr>
        <p:spPr>
          <a:xfrm>
            <a:off x="10349547" y="947343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:9-9-10-0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B956B440-C324-B506-23B3-450F5517276A}"/>
              </a:ext>
            </a:extLst>
          </p:cNvPr>
          <p:cNvSpPr txBox="1"/>
          <p:nvPr/>
        </p:nvSpPr>
        <p:spPr>
          <a:xfrm>
            <a:off x="10221785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3F3E6993-F6D9-362E-14B3-D66288809DAF}"/>
              </a:ext>
            </a:extLst>
          </p:cNvPr>
          <p:cNvSpPr txBox="1"/>
          <p:nvPr/>
        </p:nvSpPr>
        <p:spPr>
          <a:xfrm>
            <a:off x="10249598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GB:236-234-232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C69A34D2-2F70-0A2E-DAC4-660902D789D1}"/>
              </a:ext>
            </a:extLst>
          </p:cNvPr>
          <p:cNvSpPr txBox="1"/>
          <p:nvPr/>
        </p:nvSpPr>
        <p:spPr>
          <a:xfrm>
            <a:off x="10221785" y="1070895"/>
            <a:ext cx="34015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HEX:e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36C583E-C91F-3706-368E-AE4A0BB8D4CB}"/>
              </a:ext>
            </a:extLst>
          </p:cNvPr>
          <p:cNvSpPr txBox="1"/>
          <p:nvPr/>
        </p:nvSpPr>
        <p:spPr>
          <a:xfrm>
            <a:off x="10346499" y="1070895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E101001-C447-29B3-87B9-C96CA9628DC1}"/>
              </a:ext>
            </a:extLst>
          </p:cNvPr>
          <p:cNvSpPr txBox="1"/>
          <p:nvPr/>
        </p:nvSpPr>
        <p:spPr>
          <a:xfrm>
            <a:off x="10369295" y="1070895"/>
            <a:ext cx="3129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eae8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115D460A-271B-191B-27F7-0B80B8DA710D}"/>
              </a:ext>
            </a:extLst>
          </p:cNvPr>
          <p:cNvSpPr txBox="1"/>
          <p:nvPr/>
        </p:nvSpPr>
        <p:spPr>
          <a:xfrm>
            <a:off x="10845927" y="88556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1618694-AB4D-BCFB-BE67-22B96EA26827}"/>
              </a:ext>
            </a:extLst>
          </p:cNvPr>
          <p:cNvSpPr txBox="1"/>
          <p:nvPr/>
        </p:nvSpPr>
        <p:spPr>
          <a:xfrm>
            <a:off x="10868977" y="88556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5233CDCE-349B-50B3-FADC-46AFD7124DB4}"/>
              </a:ext>
            </a:extLst>
          </p:cNvPr>
          <p:cNvSpPr txBox="1"/>
          <p:nvPr/>
        </p:nvSpPr>
        <p:spPr>
          <a:xfrm>
            <a:off x="10934382" y="88556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9F5C6C2A-F85B-90FC-605D-C870F770AACA}"/>
              </a:ext>
            </a:extLst>
          </p:cNvPr>
          <p:cNvSpPr txBox="1"/>
          <p:nvPr/>
        </p:nvSpPr>
        <p:spPr>
          <a:xfrm>
            <a:off x="10958575" y="885564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ONE:406 / 10%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2237C2FC-B1EF-6910-65AD-9CD88074B1A2}"/>
              </a:ext>
            </a:extLst>
          </p:cNvPr>
          <p:cNvSpPr txBox="1"/>
          <p:nvPr/>
        </p:nvSpPr>
        <p:spPr>
          <a:xfrm>
            <a:off x="10845927" y="947343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DEA055A6-CD7E-A2EC-1A0E-8ABA7F74B71E}"/>
              </a:ext>
            </a:extLst>
          </p:cNvPr>
          <p:cNvSpPr txBox="1"/>
          <p:nvPr/>
        </p:nvSpPr>
        <p:spPr>
          <a:xfrm>
            <a:off x="10917174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326F4654-DB6B-73EF-8D76-331A43FFEE8B}"/>
              </a:ext>
            </a:extLst>
          </p:cNvPr>
          <p:cNvSpPr txBox="1"/>
          <p:nvPr/>
        </p:nvSpPr>
        <p:spPr>
          <a:xfrm>
            <a:off x="10944733" y="94734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93DAA78-55DF-1F74-8061-2152C64CDEF3}"/>
              </a:ext>
            </a:extLst>
          </p:cNvPr>
          <p:cNvSpPr txBox="1"/>
          <p:nvPr/>
        </p:nvSpPr>
        <p:spPr>
          <a:xfrm>
            <a:off x="10973689" y="947343"/>
            <a:ext cx="38985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:3-4-4-0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60DDD7F7-6A89-9383-1EC6-685D496E0EF5}"/>
              </a:ext>
            </a:extLst>
          </p:cNvPr>
          <p:cNvSpPr txBox="1"/>
          <p:nvPr/>
        </p:nvSpPr>
        <p:spPr>
          <a:xfrm>
            <a:off x="10845927" y="100911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1A65AA68-B160-4B4F-23CA-EBE9375278EC}"/>
              </a:ext>
            </a:extLst>
          </p:cNvPr>
          <p:cNvSpPr txBox="1"/>
          <p:nvPr/>
        </p:nvSpPr>
        <p:spPr>
          <a:xfrm>
            <a:off x="10873740" y="100911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GB:249-248-247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BE192F01-2EE8-49CF-1D29-EBF6466A393F}"/>
              </a:ext>
            </a:extLst>
          </p:cNvPr>
          <p:cNvSpPr txBox="1"/>
          <p:nvPr/>
        </p:nvSpPr>
        <p:spPr>
          <a:xfrm>
            <a:off x="10845927" y="1070895"/>
            <a:ext cx="4667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FB8B2"/>
                </a:solidFill>
                <a:latin typeface="MyriadPro-Regular"/>
                <a:sym typeface="MyriadPro-Regular"/>
                <a:rtl val="0"/>
              </a:rPr>
              <a:t>HEX:f9f8f7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E3517998-1343-A835-37AC-1B4C56EE331E}"/>
              </a:ext>
            </a:extLst>
          </p:cNvPr>
          <p:cNvSpPr txBox="1"/>
          <p:nvPr/>
        </p:nvSpPr>
        <p:spPr>
          <a:xfrm>
            <a:off x="8392668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31E9BE4B-0B28-3A72-5AE2-E236CA070F34}"/>
              </a:ext>
            </a:extLst>
          </p:cNvPr>
          <p:cNvSpPr txBox="1"/>
          <p:nvPr/>
        </p:nvSpPr>
        <p:spPr>
          <a:xfrm>
            <a:off x="8415718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04E01038-CFB7-2F1B-DC13-A62CEE07D899}"/>
              </a:ext>
            </a:extLst>
          </p:cNvPr>
          <p:cNvSpPr txBox="1"/>
          <p:nvPr/>
        </p:nvSpPr>
        <p:spPr>
          <a:xfrm>
            <a:off x="8481123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D2AFD88B-FA5F-0B88-3D3E-B44E713B7E65}"/>
              </a:ext>
            </a:extLst>
          </p:cNvPr>
          <p:cNvSpPr txBox="1"/>
          <p:nvPr/>
        </p:nvSpPr>
        <p:spPr>
          <a:xfrm>
            <a:off x="8505316" y="1761775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ONE:301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6E978679-DB0A-674D-9956-84D322FC5D96}"/>
              </a:ext>
            </a:extLst>
          </p:cNvPr>
          <p:cNvSpPr txBox="1"/>
          <p:nvPr/>
        </p:nvSpPr>
        <p:spPr>
          <a:xfrm>
            <a:off x="8392668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F5D51785-BD85-1933-09ED-DA073E7F8CF6}"/>
              </a:ext>
            </a:extLst>
          </p:cNvPr>
          <p:cNvSpPr txBox="1"/>
          <p:nvPr/>
        </p:nvSpPr>
        <p:spPr>
          <a:xfrm>
            <a:off x="8463915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51C08E85-8D3B-F5CD-3218-9C9903972CF0}"/>
              </a:ext>
            </a:extLst>
          </p:cNvPr>
          <p:cNvSpPr txBox="1"/>
          <p:nvPr/>
        </p:nvSpPr>
        <p:spPr>
          <a:xfrm>
            <a:off x="8491474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4C007AD6-2943-E293-BF72-65512B3EEAAB}"/>
              </a:ext>
            </a:extLst>
          </p:cNvPr>
          <p:cNvSpPr txBox="1"/>
          <p:nvPr/>
        </p:nvSpPr>
        <p:spPr>
          <a:xfrm>
            <a:off x="8520430" y="1823554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:100-45-0-18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512FE890-020C-19DA-5F69-606505898EDB}"/>
              </a:ext>
            </a:extLst>
          </p:cNvPr>
          <p:cNvSpPr txBox="1"/>
          <p:nvPr/>
        </p:nvSpPr>
        <p:spPr>
          <a:xfrm>
            <a:off x="8392668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CFBE903B-55BD-A08B-623E-7BCA81CF5E7F}"/>
              </a:ext>
            </a:extLst>
          </p:cNvPr>
          <p:cNvSpPr txBox="1"/>
          <p:nvPr/>
        </p:nvSpPr>
        <p:spPr>
          <a:xfrm>
            <a:off x="8420481" y="1885327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GB:0-78-142</a:t>
            </a: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8913324C-AA1E-7C04-93BD-54D8E4609097}"/>
              </a:ext>
            </a:extLst>
          </p:cNvPr>
          <p:cNvSpPr txBox="1"/>
          <p:nvPr/>
        </p:nvSpPr>
        <p:spPr>
          <a:xfrm>
            <a:off x="8392668" y="1947106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HEX:004e8e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33DBA0AA-1055-DE72-4A63-27894978F070}"/>
              </a:ext>
            </a:extLst>
          </p:cNvPr>
          <p:cNvSpPr txBox="1"/>
          <p:nvPr/>
        </p:nvSpPr>
        <p:spPr>
          <a:xfrm>
            <a:off x="9021762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2D201313-F943-504D-4F04-CAE0AD0524EA}"/>
              </a:ext>
            </a:extLst>
          </p:cNvPr>
          <p:cNvSpPr txBox="1"/>
          <p:nvPr/>
        </p:nvSpPr>
        <p:spPr>
          <a:xfrm>
            <a:off x="9044813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DED1106E-E953-149E-4DE8-CDD2F4D09CC7}"/>
              </a:ext>
            </a:extLst>
          </p:cNvPr>
          <p:cNvSpPr txBox="1"/>
          <p:nvPr/>
        </p:nvSpPr>
        <p:spPr>
          <a:xfrm>
            <a:off x="9110218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349E0A3D-8A99-0D0A-F048-6D17290A2CE8}"/>
              </a:ext>
            </a:extLst>
          </p:cNvPr>
          <p:cNvSpPr txBox="1"/>
          <p:nvPr/>
        </p:nvSpPr>
        <p:spPr>
          <a:xfrm>
            <a:off x="9134411" y="1761775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ONE:2925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C5D77113-A5DA-CA89-9231-9D71B58A966C}"/>
              </a:ext>
            </a:extLst>
          </p:cNvPr>
          <p:cNvSpPr txBox="1"/>
          <p:nvPr/>
        </p:nvSpPr>
        <p:spPr>
          <a:xfrm>
            <a:off x="9021762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A517A8C4-B3C1-054F-44B8-3FED25CEADC0}"/>
              </a:ext>
            </a:extLst>
          </p:cNvPr>
          <p:cNvSpPr txBox="1"/>
          <p:nvPr/>
        </p:nvSpPr>
        <p:spPr>
          <a:xfrm>
            <a:off x="9093009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0999A0BF-E7E1-FC68-449C-CAEC7C0E6E61}"/>
              </a:ext>
            </a:extLst>
          </p:cNvPr>
          <p:cNvSpPr txBox="1"/>
          <p:nvPr/>
        </p:nvSpPr>
        <p:spPr>
          <a:xfrm>
            <a:off x="9120568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40B6563E-FAB5-CAB7-959A-5A6E734FD8DE}"/>
              </a:ext>
            </a:extLst>
          </p:cNvPr>
          <p:cNvSpPr txBox="1"/>
          <p:nvPr/>
        </p:nvSpPr>
        <p:spPr>
          <a:xfrm>
            <a:off x="9149524" y="182355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:85-24-0-0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4CAB0BED-EA4B-2546-1AF2-DA557F829AEA}"/>
              </a:ext>
            </a:extLst>
          </p:cNvPr>
          <p:cNvSpPr txBox="1"/>
          <p:nvPr/>
        </p:nvSpPr>
        <p:spPr>
          <a:xfrm>
            <a:off x="9021762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7A2B7B95-4242-A680-27C2-F8D2F0A53635}"/>
              </a:ext>
            </a:extLst>
          </p:cNvPr>
          <p:cNvSpPr txBox="1"/>
          <p:nvPr/>
        </p:nvSpPr>
        <p:spPr>
          <a:xfrm>
            <a:off x="9049575" y="1885327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GB:29-108-188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5BAD89B8-F5BA-8D07-C971-05D427F3FEDF}"/>
              </a:ext>
            </a:extLst>
          </p:cNvPr>
          <p:cNvSpPr txBox="1"/>
          <p:nvPr/>
        </p:nvSpPr>
        <p:spPr>
          <a:xfrm>
            <a:off x="9021762" y="1947106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HEX:1d6cbc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0119DCB2-B676-2AA9-39BB-C158B7B4983D}"/>
              </a:ext>
            </a:extLst>
          </p:cNvPr>
          <p:cNvSpPr txBox="1"/>
          <p:nvPr/>
        </p:nvSpPr>
        <p:spPr>
          <a:xfrm>
            <a:off x="9602470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5D84C325-DAEF-0E28-6B43-D8B38156295E}"/>
              </a:ext>
            </a:extLst>
          </p:cNvPr>
          <p:cNvSpPr txBox="1"/>
          <p:nvPr/>
        </p:nvSpPr>
        <p:spPr>
          <a:xfrm>
            <a:off x="9625520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E32ECAE8-182E-0C2A-CE1E-34E8D5A4F0DB}"/>
              </a:ext>
            </a:extLst>
          </p:cNvPr>
          <p:cNvSpPr txBox="1"/>
          <p:nvPr/>
        </p:nvSpPr>
        <p:spPr>
          <a:xfrm>
            <a:off x="9690925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8C2A39A7-C372-C87C-9B18-99EF5F5C6AB9}"/>
              </a:ext>
            </a:extLst>
          </p:cNvPr>
          <p:cNvSpPr txBox="1"/>
          <p:nvPr/>
        </p:nvSpPr>
        <p:spPr>
          <a:xfrm>
            <a:off x="9715118" y="1761775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ONE:2925 / 60%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BA33ED12-AC26-2C36-E5F4-E100CF4392CC}"/>
              </a:ext>
            </a:extLst>
          </p:cNvPr>
          <p:cNvSpPr txBox="1"/>
          <p:nvPr/>
        </p:nvSpPr>
        <p:spPr>
          <a:xfrm>
            <a:off x="9602470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8172CB71-483C-6262-3649-BAB0735B36E0}"/>
              </a:ext>
            </a:extLst>
          </p:cNvPr>
          <p:cNvSpPr txBox="1"/>
          <p:nvPr/>
        </p:nvSpPr>
        <p:spPr>
          <a:xfrm>
            <a:off x="9673717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FB159CB0-313C-21AB-9BC1-EA39F556D55B}"/>
              </a:ext>
            </a:extLst>
          </p:cNvPr>
          <p:cNvSpPr txBox="1"/>
          <p:nvPr/>
        </p:nvSpPr>
        <p:spPr>
          <a:xfrm>
            <a:off x="9701276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ECA54507-70AF-74FA-9C2C-E4375BF887A2}"/>
              </a:ext>
            </a:extLst>
          </p:cNvPr>
          <p:cNvSpPr txBox="1"/>
          <p:nvPr/>
        </p:nvSpPr>
        <p:spPr>
          <a:xfrm>
            <a:off x="9730232" y="182355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:70-24-9-0</a:t>
            </a:r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211C95BE-F839-C9BF-4B6B-9351385ED77B}"/>
              </a:ext>
            </a:extLst>
          </p:cNvPr>
          <p:cNvSpPr txBox="1"/>
          <p:nvPr/>
        </p:nvSpPr>
        <p:spPr>
          <a:xfrm>
            <a:off x="9602470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35149622-7DAB-DA5E-FFDE-524146925B20}"/>
              </a:ext>
            </a:extLst>
          </p:cNvPr>
          <p:cNvSpPr txBox="1"/>
          <p:nvPr/>
        </p:nvSpPr>
        <p:spPr>
          <a:xfrm>
            <a:off x="9630283" y="1885327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GB:119-167-215</a:t>
            </a: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B8F110C9-3B3E-D981-B572-02CFC75E41B6}"/>
              </a:ext>
            </a:extLst>
          </p:cNvPr>
          <p:cNvSpPr txBox="1"/>
          <p:nvPr/>
        </p:nvSpPr>
        <p:spPr>
          <a:xfrm>
            <a:off x="9602470" y="1947106"/>
            <a:ext cx="5100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HEX:77a7d7</a:t>
            </a:r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97178CE8-9CC1-03BA-BCF3-2291CDA42A56}"/>
              </a:ext>
            </a:extLst>
          </p:cNvPr>
          <p:cNvSpPr txBox="1"/>
          <p:nvPr/>
        </p:nvSpPr>
        <p:spPr>
          <a:xfrm>
            <a:off x="10204894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39AA067D-B066-D459-161F-160EF1F70C59}"/>
              </a:ext>
            </a:extLst>
          </p:cNvPr>
          <p:cNvSpPr txBox="1"/>
          <p:nvPr/>
        </p:nvSpPr>
        <p:spPr>
          <a:xfrm>
            <a:off x="10227945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A7378766-6EB7-667C-C18E-ADFCBE2C63CE}"/>
              </a:ext>
            </a:extLst>
          </p:cNvPr>
          <p:cNvSpPr txBox="1"/>
          <p:nvPr/>
        </p:nvSpPr>
        <p:spPr>
          <a:xfrm>
            <a:off x="10293350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FEE46F2C-D9BF-245B-CFCB-4BFCDD348806}"/>
              </a:ext>
            </a:extLst>
          </p:cNvPr>
          <p:cNvSpPr txBox="1"/>
          <p:nvPr/>
        </p:nvSpPr>
        <p:spPr>
          <a:xfrm>
            <a:off x="10317543" y="1761775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ONE:2925 / 30%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C82EADDD-205B-0933-8C9D-C7E899480A27}"/>
              </a:ext>
            </a:extLst>
          </p:cNvPr>
          <p:cNvSpPr txBox="1"/>
          <p:nvPr/>
        </p:nvSpPr>
        <p:spPr>
          <a:xfrm>
            <a:off x="10204894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B8D6F1E0-1869-EE2C-837E-924DB2E25053}"/>
              </a:ext>
            </a:extLst>
          </p:cNvPr>
          <p:cNvSpPr txBox="1"/>
          <p:nvPr/>
        </p:nvSpPr>
        <p:spPr>
          <a:xfrm>
            <a:off x="10276141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A5948A73-3E22-F9AB-23F5-FCF3DC899B0E}"/>
              </a:ext>
            </a:extLst>
          </p:cNvPr>
          <p:cNvSpPr txBox="1"/>
          <p:nvPr/>
        </p:nvSpPr>
        <p:spPr>
          <a:xfrm>
            <a:off x="10303700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EE5C7698-D374-24E4-06A1-C0AE62B0AD10}"/>
              </a:ext>
            </a:extLst>
          </p:cNvPr>
          <p:cNvSpPr txBox="1"/>
          <p:nvPr/>
        </p:nvSpPr>
        <p:spPr>
          <a:xfrm>
            <a:off x="10332656" y="182355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:36-11-6-0</a:t>
            </a:r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D64249A9-704E-770F-8FCB-9EA6ABD1F6A9}"/>
              </a:ext>
            </a:extLst>
          </p:cNvPr>
          <p:cNvSpPr txBox="1"/>
          <p:nvPr/>
        </p:nvSpPr>
        <p:spPr>
          <a:xfrm>
            <a:off x="10204894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F34468E2-34E2-807F-2C56-6401F5979948}"/>
              </a:ext>
            </a:extLst>
          </p:cNvPr>
          <p:cNvSpPr txBox="1"/>
          <p:nvPr/>
        </p:nvSpPr>
        <p:spPr>
          <a:xfrm>
            <a:off x="10232707" y="1885327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GB:187-211-235</a:t>
            </a: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B7DE9A15-8FBE-BCAB-7C15-E60569E92A3B}"/>
              </a:ext>
            </a:extLst>
          </p:cNvPr>
          <p:cNvSpPr txBox="1"/>
          <p:nvPr/>
        </p:nvSpPr>
        <p:spPr>
          <a:xfrm>
            <a:off x="10204894" y="1947106"/>
            <a:ext cx="52129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HEX:bbd3eb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2A7140D5-E150-66E0-BE3D-8E0CD1FED7FC}"/>
              </a:ext>
            </a:extLst>
          </p:cNvPr>
          <p:cNvSpPr txBox="1"/>
          <p:nvPr/>
        </p:nvSpPr>
        <p:spPr>
          <a:xfrm>
            <a:off x="10836338" y="176177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DA8A36F9-3D29-52F1-A5F0-EA2F179CA486}"/>
              </a:ext>
            </a:extLst>
          </p:cNvPr>
          <p:cNvSpPr txBox="1"/>
          <p:nvPr/>
        </p:nvSpPr>
        <p:spPr>
          <a:xfrm>
            <a:off x="10859389" y="1761775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B11310E5-CA64-2FEF-9EB0-D3699CD91A5D}"/>
              </a:ext>
            </a:extLst>
          </p:cNvPr>
          <p:cNvSpPr txBox="1"/>
          <p:nvPr/>
        </p:nvSpPr>
        <p:spPr>
          <a:xfrm>
            <a:off x="10924794" y="1761775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08FB21C8-A2C6-4BC1-3746-96B0BAA41778}"/>
              </a:ext>
            </a:extLst>
          </p:cNvPr>
          <p:cNvSpPr txBox="1"/>
          <p:nvPr/>
        </p:nvSpPr>
        <p:spPr>
          <a:xfrm>
            <a:off x="10948987" y="1761775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ONE:2925 / 10%</a:t>
            </a:r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486F6F86-FA58-71CE-FC7B-A1AEFB5FC9A1}"/>
              </a:ext>
            </a:extLst>
          </p:cNvPr>
          <p:cNvSpPr txBox="1"/>
          <p:nvPr/>
        </p:nvSpPr>
        <p:spPr>
          <a:xfrm>
            <a:off x="10836338" y="182355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42A7818F-8A1B-E576-9E36-EDC2A017C0DF}"/>
              </a:ext>
            </a:extLst>
          </p:cNvPr>
          <p:cNvSpPr txBox="1"/>
          <p:nvPr/>
        </p:nvSpPr>
        <p:spPr>
          <a:xfrm>
            <a:off x="10907585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E20482FD-1383-A5EE-888D-CB00943D8178}"/>
              </a:ext>
            </a:extLst>
          </p:cNvPr>
          <p:cNvSpPr txBox="1"/>
          <p:nvPr/>
        </p:nvSpPr>
        <p:spPr>
          <a:xfrm>
            <a:off x="10935144" y="182355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A012AC19-2FE0-A67F-994F-84895CBC3CE4}"/>
              </a:ext>
            </a:extLst>
          </p:cNvPr>
          <p:cNvSpPr txBox="1"/>
          <p:nvPr/>
        </p:nvSpPr>
        <p:spPr>
          <a:xfrm>
            <a:off x="10964100" y="1823554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:14-4-2-0</a:t>
            </a:r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A3B482A7-CF0D-54B0-A1D3-E16DC3F69AA9}"/>
              </a:ext>
            </a:extLst>
          </p:cNvPr>
          <p:cNvSpPr txBox="1"/>
          <p:nvPr/>
        </p:nvSpPr>
        <p:spPr>
          <a:xfrm>
            <a:off x="10836338" y="1885327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B37B678B-34C8-EF98-BBAE-55F5B64B0EA3}"/>
              </a:ext>
            </a:extLst>
          </p:cNvPr>
          <p:cNvSpPr txBox="1"/>
          <p:nvPr/>
        </p:nvSpPr>
        <p:spPr>
          <a:xfrm>
            <a:off x="10864151" y="1885327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GB:232-240-248</a:t>
            </a:r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3DA7DDD8-4DA2-D448-B8C7-48CC5480AC35}"/>
              </a:ext>
            </a:extLst>
          </p:cNvPr>
          <p:cNvSpPr txBox="1"/>
          <p:nvPr/>
        </p:nvSpPr>
        <p:spPr>
          <a:xfrm>
            <a:off x="10836338" y="1947106"/>
            <a:ext cx="47961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1D6CBC"/>
                </a:solidFill>
                <a:latin typeface="MyriadPro-Regular"/>
                <a:sym typeface="MyriadPro-Regular"/>
                <a:rtl val="0"/>
              </a:rPr>
              <a:t>HEX:e8f0f8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D61ABD91-0285-5E20-465B-D65009E8600D}"/>
              </a:ext>
            </a:extLst>
          </p:cNvPr>
          <p:cNvSpPr txBox="1"/>
          <p:nvPr/>
        </p:nvSpPr>
        <p:spPr>
          <a:xfrm>
            <a:off x="8392668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8D747BD5-1AC0-79CB-C595-45C5DEAD5D6B}"/>
              </a:ext>
            </a:extLst>
          </p:cNvPr>
          <p:cNvSpPr txBox="1"/>
          <p:nvPr/>
        </p:nvSpPr>
        <p:spPr>
          <a:xfrm>
            <a:off x="8415718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390132FF-E6EE-9AEC-81D4-CD1B6ECA5D98}"/>
              </a:ext>
            </a:extLst>
          </p:cNvPr>
          <p:cNvSpPr txBox="1"/>
          <p:nvPr/>
        </p:nvSpPr>
        <p:spPr>
          <a:xfrm>
            <a:off x="8481123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F221FFBA-ED77-604A-FF99-19278485A6B0}"/>
              </a:ext>
            </a:extLst>
          </p:cNvPr>
          <p:cNvSpPr txBox="1"/>
          <p:nvPr/>
        </p:nvSpPr>
        <p:spPr>
          <a:xfrm>
            <a:off x="8505316" y="2667069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ONE:5483</a:t>
            </a: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DF52D7FE-C5AE-B43F-849A-23C349899B89}"/>
              </a:ext>
            </a:extLst>
          </p:cNvPr>
          <p:cNvSpPr txBox="1"/>
          <p:nvPr/>
        </p:nvSpPr>
        <p:spPr>
          <a:xfrm>
            <a:off x="8392668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2595D904-CCC8-A53A-FB00-E57511F41C2E}"/>
              </a:ext>
            </a:extLst>
          </p:cNvPr>
          <p:cNvSpPr txBox="1"/>
          <p:nvPr/>
        </p:nvSpPr>
        <p:spPr>
          <a:xfrm>
            <a:off x="8463915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A3D6F2CB-2C2D-4E9A-8525-B621FA1162EC}"/>
              </a:ext>
            </a:extLst>
          </p:cNvPr>
          <p:cNvSpPr txBox="1"/>
          <p:nvPr/>
        </p:nvSpPr>
        <p:spPr>
          <a:xfrm>
            <a:off x="8491474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AE10AFBB-3790-F197-8B5B-100CFC88A085}"/>
              </a:ext>
            </a:extLst>
          </p:cNvPr>
          <p:cNvSpPr txBox="1"/>
          <p:nvPr/>
        </p:nvSpPr>
        <p:spPr>
          <a:xfrm>
            <a:off x="8520430" y="272884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:62-0-21-31</a:t>
            </a:r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A13D0BA-01B1-9505-5139-A47F569CAD50}"/>
              </a:ext>
            </a:extLst>
          </p:cNvPr>
          <p:cNvSpPr txBox="1"/>
          <p:nvPr/>
        </p:nvSpPr>
        <p:spPr>
          <a:xfrm>
            <a:off x="8392668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ED9327B0-7D87-DF9A-28AB-5853B43495D5}"/>
              </a:ext>
            </a:extLst>
          </p:cNvPr>
          <p:cNvSpPr txBox="1"/>
          <p:nvPr/>
        </p:nvSpPr>
        <p:spPr>
          <a:xfrm>
            <a:off x="8420481" y="2790621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GB:84-107-112</a:t>
            </a:r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A3D4E942-FC36-DD5A-DA04-94CCDFA6113B}"/>
              </a:ext>
            </a:extLst>
          </p:cNvPr>
          <p:cNvSpPr txBox="1"/>
          <p:nvPr/>
        </p:nvSpPr>
        <p:spPr>
          <a:xfrm>
            <a:off x="8392668" y="2852400"/>
            <a:ext cx="5132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HEX:546b70</a:t>
            </a: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6E517A52-6046-DDD1-1337-BF95727F1F55}"/>
              </a:ext>
            </a:extLst>
          </p:cNvPr>
          <p:cNvSpPr txBox="1"/>
          <p:nvPr/>
        </p:nvSpPr>
        <p:spPr>
          <a:xfrm>
            <a:off x="9021762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2243E5AE-6A6E-E6B7-F4F9-8F1E0CFF613A}"/>
              </a:ext>
            </a:extLst>
          </p:cNvPr>
          <p:cNvSpPr txBox="1"/>
          <p:nvPr/>
        </p:nvSpPr>
        <p:spPr>
          <a:xfrm>
            <a:off x="9044813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8FFC857A-8DE1-3219-3B4F-598A756FE39E}"/>
              </a:ext>
            </a:extLst>
          </p:cNvPr>
          <p:cNvSpPr txBox="1"/>
          <p:nvPr/>
        </p:nvSpPr>
        <p:spPr>
          <a:xfrm>
            <a:off x="9110218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C43D4367-60BF-FA0A-A577-B1CA3D670F11}"/>
              </a:ext>
            </a:extLst>
          </p:cNvPr>
          <p:cNvSpPr txBox="1"/>
          <p:nvPr/>
        </p:nvSpPr>
        <p:spPr>
          <a:xfrm>
            <a:off x="9134411" y="2667069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ONE:5493</a:t>
            </a: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1284B9D5-CF97-2314-FA1B-07C604AECB08}"/>
              </a:ext>
            </a:extLst>
          </p:cNvPr>
          <p:cNvSpPr txBox="1"/>
          <p:nvPr/>
        </p:nvSpPr>
        <p:spPr>
          <a:xfrm>
            <a:off x="9021762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02A6B8FE-C486-5F75-03DB-11EA439F9A6A}"/>
              </a:ext>
            </a:extLst>
          </p:cNvPr>
          <p:cNvSpPr txBox="1"/>
          <p:nvPr/>
        </p:nvSpPr>
        <p:spPr>
          <a:xfrm>
            <a:off x="9093009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5DF90297-A439-B5B1-B869-51FAE150317D}"/>
              </a:ext>
            </a:extLst>
          </p:cNvPr>
          <p:cNvSpPr txBox="1"/>
          <p:nvPr/>
        </p:nvSpPr>
        <p:spPr>
          <a:xfrm>
            <a:off x="9120568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07B37165-B48D-4B85-7E5F-B95B305F8CB3}"/>
              </a:ext>
            </a:extLst>
          </p:cNvPr>
          <p:cNvSpPr txBox="1"/>
          <p:nvPr/>
        </p:nvSpPr>
        <p:spPr>
          <a:xfrm>
            <a:off x="9149524" y="272884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:43-0-14-21</a:t>
            </a:r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C92680A2-EEA6-F96D-5A22-06AF670EF768}"/>
              </a:ext>
            </a:extLst>
          </p:cNvPr>
          <p:cNvSpPr txBox="1"/>
          <p:nvPr/>
        </p:nvSpPr>
        <p:spPr>
          <a:xfrm>
            <a:off x="9021762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64" name="CuadroTexto 163">
            <a:extLst>
              <a:ext uri="{FF2B5EF4-FFF2-40B4-BE49-F238E27FC236}">
                <a16:creationId xmlns:a16="http://schemas.microsoft.com/office/drawing/2014/main" id="{473EBD35-B059-1CC6-1F5A-B5CB4E233DAA}"/>
              </a:ext>
            </a:extLst>
          </p:cNvPr>
          <p:cNvSpPr txBox="1"/>
          <p:nvPr/>
        </p:nvSpPr>
        <p:spPr>
          <a:xfrm>
            <a:off x="9049575" y="279062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GB:112-142-153</a:t>
            </a:r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C90F5DFC-134D-C94A-F68A-9ACCC449890E}"/>
              </a:ext>
            </a:extLst>
          </p:cNvPr>
          <p:cNvSpPr txBox="1"/>
          <p:nvPr/>
        </p:nvSpPr>
        <p:spPr>
          <a:xfrm>
            <a:off x="9021762" y="2852400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HEX:708e99</a:t>
            </a:r>
          </a:p>
        </p:txBody>
      </p: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C31D20B1-FB0F-406B-46A9-5A0E3A1CB060}"/>
              </a:ext>
            </a:extLst>
          </p:cNvPr>
          <p:cNvSpPr txBox="1"/>
          <p:nvPr/>
        </p:nvSpPr>
        <p:spPr>
          <a:xfrm>
            <a:off x="9589706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7461DF2D-C333-2403-ADCA-1DF3C064A262}"/>
              </a:ext>
            </a:extLst>
          </p:cNvPr>
          <p:cNvSpPr txBox="1"/>
          <p:nvPr/>
        </p:nvSpPr>
        <p:spPr>
          <a:xfrm>
            <a:off x="9612757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9DC858B1-597B-B139-C9E9-4E713CF6E972}"/>
              </a:ext>
            </a:extLst>
          </p:cNvPr>
          <p:cNvSpPr txBox="1"/>
          <p:nvPr/>
        </p:nvSpPr>
        <p:spPr>
          <a:xfrm>
            <a:off x="9678162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2BB6B28F-16B4-34DD-6CF5-1253C56047D9}"/>
              </a:ext>
            </a:extLst>
          </p:cNvPr>
          <p:cNvSpPr txBox="1"/>
          <p:nvPr/>
        </p:nvSpPr>
        <p:spPr>
          <a:xfrm>
            <a:off x="9702355" y="2667069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ONE:5493 / 60%</a:t>
            </a:r>
          </a:p>
        </p:txBody>
      </p:sp>
      <p:sp>
        <p:nvSpPr>
          <p:cNvPr id="170" name="CuadroTexto 169">
            <a:extLst>
              <a:ext uri="{FF2B5EF4-FFF2-40B4-BE49-F238E27FC236}">
                <a16:creationId xmlns:a16="http://schemas.microsoft.com/office/drawing/2014/main" id="{C7DA1C9C-5597-55DC-B0CA-062396C4DC5C}"/>
              </a:ext>
            </a:extLst>
          </p:cNvPr>
          <p:cNvSpPr txBox="1"/>
          <p:nvPr/>
        </p:nvSpPr>
        <p:spPr>
          <a:xfrm>
            <a:off x="9589706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218379EB-08B8-399D-38E2-252B9F63A9A5}"/>
              </a:ext>
            </a:extLst>
          </p:cNvPr>
          <p:cNvSpPr txBox="1"/>
          <p:nvPr/>
        </p:nvSpPr>
        <p:spPr>
          <a:xfrm>
            <a:off x="9660953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3AC9FED2-0E7B-F3C8-A9DB-FCD54FDA6E7D}"/>
              </a:ext>
            </a:extLst>
          </p:cNvPr>
          <p:cNvSpPr txBox="1"/>
          <p:nvPr/>
        </p:nvSpPr>
        <p:spPr>
          <a:xfrm>
            <a:off x="9688512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A53AC441-6117-6CC9-1345-BF719E497502}"/>
              </a:ext>
            </a:extLst>
          </p:cNvPr>
          <p:cNvSpPr txBox="1"/>
          <p:nvPr/>
        </p:nvSpPr>
        <p:spPr>
          <a:xfrm>
            <a:off x="9717468" y="272884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:43-19-23-0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E2593C84-9217-2BA6-0A16-568669E6C38B}"/>
              </a:ext>
            </a:extLst>
          </p:cNvPr>
          <p:cNvSpPr txBox="1"/>
          <p:nvPr/>
        </p:nvSpPr>
        <p:spPr>
          <a:xfrm>
            <a:off x="9589706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ACB570DC-9970-E3C6-E642-E9B1BBA54D4B}"/>
              </a:ext>
            </a:extLst>
          </p:cNvPr>
          <p:cNvSpPr txBox="1"/>
          <p:nvPr/>
        </p:nvSpPr>
        <p:spPr>
          <a:xfrm>
            <a:off x="9617519" y="279062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GB:169-187-194</a:t>
            </a:r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EEBD0FE8-A145-4886-0462-D58B2E72CC2E}"/>
              </a:ext>
            </a:extLst>
          </p:cNvPr>
          <p:cNvSpPr txBox="1"/>
          <p:nvPr/>
        </p:nvSpPr>
        <p:spPr>
          <a:xfrm>
            <a:off x="9589706" y="2852400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HEX:a9bbc2</a:t>
            </a:r>
          </a:p>
        </p:txBody>
      </p:sp>
      <p:sp>
        <p:nvSpPr>
          <p:cNvPr id="177" name="CuadroTexto 176">
            <a:extLst>
              <a:ext uri="{FF2B5EF4-FFF2-40B4-BE49-F238E27FC236}">
                <a16:creationId xmlns:a16="http://schemas.microsoft.com/office/drawing/2014/main" id="{FF634005-5576-9594-9500-DD66E138DA72}"/>
              </a:ext>
            </a:extLst>
          </p:cNvPr>
          <p:cNvSpPr txBox="1"/>
          <p:nvPr/>
        </p:nvSpPr>
        <p:spPr>
          <a:xfrm>
            <a:off x="10204894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FCE7A719-899F-708E-8310-011EE2D0A276}"/>
              </a:ext>
            </a:extLst>
          </p:cNvPr>
          <p:cNvSpPr txBox="1"/>
          <p:nvPr/>
        </p:nvSpPr>
        <p:spPr>
          <a:xfrm>
            <a:off x="10227945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79" name="CuadroTexto 178">
            <a:extLst>
              <a:ext uri="{FF2B5EF4-FFF2-40B4-BE49-F238E27FC236}">
                <a16:creationId xmlns:a16="http://schemas.microsoft.com/office/drawing/2014/main" id="{AB51EFD4-A223-BEE1-B5F2-8636542BD9C5}"/>
              </a:ext>
            </a:extLst>
          </p:cNvPr>
          <p:cNvSpPr txBox="1"/>
          <p:nvPr/>
        </p:nvSpPr>
        <p:spPr>
          <a:xfrm>
            <a:off x="10293350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E4876D0F-ADAF-9FD0-AF19-804B82651129}"/>
              </a:ext>
            </a:extLst>
          </p:cNvPr>
          <p:cNvSpPr txBox="1"/>
          <p:nvPr/>
        </p:nvSpPr>
        <p:spPr>
          <a:xfrm>
            <a:off x="10317543" y="2667069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ONE:5493 / 30%</a:t>
            </a:r>
          </a:p>
        </p:txBody>
      </p:sp>
      <p:sp>
        <p:nvSpPr>
          <p:cNvPr id="181" name="CuadroTexto 180">
            <a:extLst>
              <a:ext uri="{FF2B5EF4-FFF2-40B4-BE49-F238E27FC236}">
                <a16:creationId xmlns:a16="http://schemas.microsoft.com/office/drawing/2014/main" id="{79AE8BE0-6EC9-5223-186D-0112CB29F096}"/>
              </a:ext>
            </a:extLst>
          </p:cNvPr>
          <p:cNvSpPr txBox="1"/>
          <p:nvPr/>
        </p:nvSpPr>
        <p:spPr>
          <a:xfrm>
            <a:off x="10204894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1F14182A-F358-4DF8-FA47-52D5107901A0}"/>
              </a:ext>
            </a:extLst>
          </p:cNvPr>
          <p:cNvSpPr txBox="1"/>
          <p:nvPr/>
        </p:nvSpPr>
        <p:spPr>
          <a:xfrm>
            <a:off x="10276141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83" name="CuadroTexto 182">
            <a:extLst>
              <a:ext uri="{FF2B5EF4-FFF2-40B4-BE49-F238E27FC236}">
                <a16:creationId xmlns:a16="http://schemas.microsoft.com/office/drawing/2014/main" id="{0CB15484-4688-73E2-885E-375D1C7E163C}"/>
              </a:ext>
            </a:extLst>
          </p:cNvPr>
          <p:cNvSpPr txBox="1"/>
          <p:nvPr/>
        </p:nvSpPr>
        <p:spPr>
          <a:xfrm>
            <a:off x="10303700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ECF2E536-52B2-0C7B-9EB5-CDB133CC0134}"/>
              </a:ext>
            </a:extLst>
          </p:cNvPr>
          <p:cNvSpPr txBox="1"/>
          <p:nvPr/>
        </p:nvSpPr>
        <p:spPr>
          <a:xfrm>
            <a:off x="10332656" y="272884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:22-10-13-0</a:t>
            </a:r>
          </a:p>
        </p:txBody>
      </p:sp>
      <p:sp>
        <p:nvSpPr>
          <p:cNvPr id="185" name="CuadroTexto 184">
            <a:extLst>
              <a:ext uri="{FF2B5EF4-FFF2-40B4-BE49-F238E27FC236}">
                <a16:creationId xmlns:a16="http://schemas.microsoft.com/office/drawing/2014/main" id="{C0F25DC7-BE59-BFA0-CD6A-939CFCDBF606}"/>
              </a:ext>
            </a:extLst>
          </p:cNvPr>
          <p:cNvSpPr txBox="1"/>
          <p:nvPr/>
        </p:nvSpPr>
        <p:spPr>
          <a:xfrm>
            <a:off x="10204894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86" name="CuadroTexto 185">
            <a:extLst>
              <a:ext uri="{FF2B5EF4-FFF2-40B4-BE49-F238E27FC236}">
                <a16:creationId xmlns:a16="http://schemas.microsoft.com/office/drawing/2014/main" id="{7F2B52B0-A299-C339-F897-4DA5876BD506}"/>
              </a:ext>
            </a:extLst>
          </p:cNvPr>
          <p:cNvSpPr txBox="1"/>
          <p:nvPr/>
        </p:nvSpPr>
        <p:spPr>
          <a:xfrm>
            <a:off x="10232707" y="279062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GB:212-221-224</a:t>
            </a:r>
          </a:p>
        </p:txBody>
      </p:sp>
      <p:sp>
        <p:nvSpPr>
          <p:cNvPr id="187" name="CuadroTexto 186">
            <a:extLst>
              <a:ext uri="{FF2B5EF4-FFF2-40B4-BE49-F238E27FC236}">
                <a16:creationId xmlns:a16="http://schemas.microsoft.com/office/drawing/2014/main" id="{8D4C1E06-821E-37C8-1594-599217588C6F}"/>
              </a:ext>
            </a:extLst>
          </p:cNvPr>
          <p:cNvSpPr txBox="1"/>
          <p:nvPr/>
        </p:nvSpPr>
        <p:spPr>
          <a:xfrm>
            <a:off x="10204894" y="2852400"/>
            <a:ext cx="51809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HEX:d4dde0</a:t>
            </a:r>
          </a:p>
        </p:txBody>
      </p:sp>
      <p:sp>
        <p:nvSpPr>
          <p:cNvPr id="188" name="CuadroTexto 187">
            <a:extLst>
              <a:ext uri="{FF2B5EF4-FFF2-40B4-BE49-F238E27FC236}">
                <a16:creationId xmlns:a16="http://schemas.microsoft.com/office/drawing/2014/main" id="{5A8D17BE-2E3F-EE40-B109-F612457BE988}"/>
              </a:ext>
            </a:extLst>
          </p:cNvPr>
          <p:cNvSpPr txBox="1"/>
          <p:nvPr/>
        </p:nvSpPr>
        <p:spPr>
          <a:xfrm>
            <a:off x="10836338" y="266706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3BB5CE1A-591A-C509-C836-4A9770CF8E63}"/>
              </a:ext>
            </a:extLst>
          </p:cNvPr>
          <p:cNvSpPr txBox="1"/>
          <p:nvPr/>
        </p:nvSpPr>
        <p:spPr>
          <a:xfrm>
            <a:off x="10859389" y="266706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D7FE94BE-C16A-52CF-5DE9-39CCF09C921B}"/>
              </a:ext>
            </a:extLst>
          </p:cNvPr>
          <p:cNvSpPr txBox="1"/>
          <p:nvPr/>
        </p:nvSpPr>
        <p:spPr>
          <a:xfrm>
            <a:off x="10924794" y="266706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FB94A7AE-2C0D-83F2-E112-944E54C4804C}"/>
              </a:ext>
            </a:extLst>
          </p:cNvPr>
          <p:cNvSpPr txBox="1"/>
          <p:nvPr/>
        </p:nvSpPr>
        <p:spPr>
          <a:xfrm>
            <a:off x="10948987" y="2667069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ONE:5493 / 10%</a:t>
            </a:r>
          </a:p>
        </p:txBody>
      </p:sp>
      <p:sp>
        <p:nvSpPr>
          <p:cNvPr id="192" name="CuadroTexto 191">
            <a:extLst>
              <a:ext uri="{FF2B5EF4-FFF2-40B4-BE49-F238E27FC236}">
                <a16:creationId xmlns:a16="http://schemas.microsoft.com/office/drawing/2014/main" id="{CAE824F0-5AEF-FE03-C9CD-13902FB367CA}"/>
              </a:ext>
            </a:extLst>
          </p:cNvPr>
          <p:cNvSpPr txBox="1"/>
          <p:nvPr/>
        </p:nvSpPr>
        <p:spPr>
          <a:xfrm>
            <a:off x="10836338" y="272884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9580A1E3-7B86-DADB-B745-A56BA7878B70}"/>
              </a:ext>
            </a:extLst>
          </p:cNvPr>
          <p:cNvSpPr txBox="1"/>
          <p:nvPr/>
        </p:nvSpPr>
        <p:spPr>
          <a:xfrm>
            <a:off x="10907585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194" name="CuadroTexto 193">
            <a:extLst>
              <a:ext uri="{FF2B5EF4-FFF2-40B4-BE49-F238E27FC236}">
                <a16:creationId xmlns:a16="http://schemas.microsoft.com/office/drawing/2014/main" id="{E4536B24-451E-9492-803A-73A234CE2417}"/>
              </a:ext>
            </a:extLst>
          </p:cNvPr>
          <p:cNvSpPr txBox="1"/>
          <p:nvPr/>
        </p:nvSpPr>
        <p:spPr>
          <a:xfrm>
            <a:off x="10935144" y="272884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364334CA-C8E2-0F4F-D357-4E7960758B7A}"/>
              </a:ext>
            </a:extLst>
          </p:cNvPr>
          <p:cNvSpPr txBox="1"/>
          <p:nvPr/>
        </p:nvSpPr>
        <p:spPr>
          <a:xfrm>
            <a:off x="10964100" y="2728849"/>
            <a:ext cx="38985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:8-4-4-0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2E9838AC-E353-EFC0-9918-68E167D3A2F5}"/>
              </a:ext>
            </a:extLst>
          </p:cNvPr>
          <p:cNvSpPr txBox="1"/>
          <p:nvPr/>
        </p:nvSpPr>
        <p:spPr>
          <a:xfrm>
            <a:off x="10836338" y="27906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674BF5C3-FA26-3E1B-194C-1C828B912529}"/>
              </a:ext>
            </a:extLst>
          </p:cNvPr>
          <p:cNvSpPr txBox="1"/>
          <p:nvPr/>
        </p:nvSpPr>
        <p:spPr>
          <a:xfrm>
            <a:off x="10864151" y="279062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GB:241-244-245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9F8B600-5E11-7DAD-E4D0-586E13EDB4B3}"/>
              </a:ext>
            </a:extLst>
          </p:cNvPr>
          <p:cNvSpPr txBox="1"/>
          <p:nvPr/>
        </p:nvSpPr>
        <p:spPr>
          <a:xfrm>
            <a:off x="10836338" y="2852400"/>
            <a:ext cx="4667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08E99"/>
                </a:solidFill>
                <a:latin typeface="MyriadPro-Regular"/>
                <a:sym typeface="MyriadPro-Regular"/>
                <a:rtl val="0"/>
              </a:rPr>
              <a:t>HEX:f1f4f5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0B58D1BB-72C0-0528-F1A9-94234066809E}"/>
              </a:ext>
            </a:extLst>
          </p:cNvPr>
          <p:cNvSpPr txBox="1"/>
          <p:nvPr/>
        </p:nvSpPr>
        <p:spPr>
          <a:xfrm>
            <a:off x="8392668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D35E1854-B313-8560-C674-18716BD2AF2B}"/>
              </a:ext>
            </a:extLst>
          </p:cNvPr>
          <p:cNvSpPr txBox="1"/>
          <p:nvPr/>
        </p:nvSpPr>
        <p:spPr>
          <a:xfrm>
            <a:off x="8415718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5721DDF2-6F15-FB9A-FCEA-7E5ACE4C9A42}"/>
              </a:ext>
            </a:extLst>
          </p:cNvPr>
          <p:cNvSpPr txBox="1"/>
          <p:nvPr/>
        </p:nvSpPr>
        <p:spPr>
          <a:xfrm>
            <a:off x="8481123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A1361D02-DEB0-75F5-FF7D-3C5D28502F40}"/>
              </a:ext>
            </a:extLst>
          </p:cNvPr>
          <p:cNvSpPr txBox="1"/>
          <p:nvPr/>
        </p:nvSpPr>
        <p:spPr>
          <a:xfrm>
            <a:off x="8505316" y="3542042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ONE:391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EE731268-D2C5-0A43-477E-A6A4673DB2CD}"/>
              </a:ext>
            </a:extLst>
          </p:cNvPr>
          <p:cNvSpPr txBox="1"/>
          <p:nvPr/>
        </p:nvSpPr>
        <p:spPr>
          <a:xfrm>
            <a:off x="8392668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0C9190D5-046A-55A1-A559-A9F8DE11DD98}"/>
              </a:ext>
            </a:extLst>
          </p:cNvPr>
          <p:cNvSpPr txBox="1"/>
          <p:nvPr/>
        </p:nvSpPr>
        <p:spPr>
          <a:xfrm>
            <a:off x="8463915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05" name="CuadroTexto 204">
            <a:extLst>
              <a:ext uri="{FF2B5EF4-FFF2-40B4-BE49-F238E27FC236}">
                <a16:creationId xmlns:a16="http://schemas.microsoft.com/office/drawing/2014/main" id="{EE44CDA8-8A80-2E7C-71C2-455638618F3C}"/>
              </a:ext>
            </a:extLst>
          </p:cNvPr>
          <p:cNvSpPr txBox="1"/>
          <p:nvPr/>
        </p:nvSpPr>
        <p:spPr>
          <a:xfrm>
            <a:off x="8491474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AD4BAE40-7E10-CB68-1365-791BDBB78406}"/>
              </a:ext>
            </a:extLst>
          </p:cNvPr>
          <p:cNvSpPr txBox="1"/>
          <p:nvPr/>
        </p:nvSpPr>
        <p:spPr>
          <a:xfrm>
            <a:off x="8520430" y="3603815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:13-0-100-33</a:t>
            </a:r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4C3465A0-BB2D-3FB9-92DD-325928C451E0}"/>
              </a:ext>
            </a:extLst>
          </p:cNvPr>
          <p:cNvSpPr txBox="1"/>
          <p:nvPr/>
        </p:nvSpPr>
        <p:spPr>
          <a:xfrm>
            <a:off x="8392668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ECFE3786-C52B-241D-9D43-0B9A698BB787}"/>
              </a:ext>
            </a:extLst>
          </p:cNvPr>
          <p:cNvSpPr txBox="1"/>
          <p:nvPr/>
        </p:nvSpPr>
        <p:spPr>
          <a:xfrm>
            <a:off x="8420481" y="3665594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GB:120-140-49</a:t>
            </a:r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8E39512D-1926-B696-ED3D-361F994B7225}"/>
              </a:ext>
            </a:extLst>
          </p:cNvPr>
          <p:cNvSpPr txBox="1"/>
          <p:nvPr/>
        </p:nvSpPr>
        <p:spPr>
          <a:xfrm>
            <a:off x="8392668" y="3727380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HEX:788c31</a:t>
            </a:r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A54827BC-C55B-E0C8-BB7C-1ACD4165574B}"/>
              </a:ext>
            </a:extLst>
          </p:cNvPr>
          <p:cNvSpPr txBox="1"/>
          <p:nvPr/>
        </p:nvSpPr>
        <p:spPr>
          <a:xfrm>
            <a:off x="9021762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97894BCE-E83D-F162-235F-ECAFFED5E451}"/>
              </a:ext>
            </a:extLst>
          </p:cNvPr>
          <p:cNvSpPr txBox="1"/>
          <p:nvPr/>
        </p:nvSpPr>
        <p:spPr>
          <a:xfrm>
            <a:off x="9044813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065BA869-DB06-9C05-3BA3-9550FB89BC4B}"/>
              </a:ext>
            </a:extLst>
          </p:cNvPr>
          <p:cNvSpPr txBox="1"/>
          <p:nvPr/>
        </p:nvSpPr>
        <p:spPr>
          <a:xfrm>
            <a:off x="9110218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D42091E1-DC40-4B57-2843-98593A600D36}"/>
              </a:ext>
            </a:extLst>
          </p:cNvPr>
          <p:cNvSpPr txBox="1"/>
          <p:nvPr/>
        </p:nvSpPr>
        <p:spPr>
          <a:xfrm>
            <a:off x="9134411" y="3542042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ONE:390</a:t>
            </a: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9BB57BE0-6A33-CC3C-3720-3D862C7AA1B0}"/>
              </a:ext>
            </a:extLst>
          </p:cNvPr>
          <p:cNvSpPr txBox="1"/>
          <p:nvPr/>
        </p:nvSpPr>
        <p:spPr>
          <a:xfrm>
            <a:off x="9021762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B2917F9B-C10B-2F49-1373-33B1C74848CD}"/>
              </a:ext>
            </a:extLst>
          </p:cNvPr>
          <p:cNvSpPr txBox="1"/>
          <p:nvPr/>
        </p:nvSpPr>
        <p:spPr>
          <a:xfrm>
            <a:off x="9093009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186561DA-435F-3053-C776-6845A8E599E6}"/>
              </a:ext>
            </a:extLst>
          </p:cNvPr>
          <p:cNvSpPr txBox="1"/>
          <p:nvPr/>
        </p:nvSpPr>
        <p:spPr>
          <a:xfrm>
            <a:off x="9120568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17" name="CuadroTexto 216">
            <a:extLst>
              <a:ext uri="{FF2B5EF4-FFF2-40B4-BE49-F238E27FC236}">
                <a16:creationId xmlns:a16="http://schemas.microsoft.com/office/drawing/2014/main" id="{57D08E7D-84B5-AED6-6D37-FCDBC013D139}"/>
              </a:ext>
            </a:extLst>
          </p:cNvPr>
          <p:cNvSpPr txBox="1"/>
          <p:nvPr/>
        </p:nvSpPr>
        <p:spPr>
          <a:xfrm>
            <a:off x="9149524" y="3603815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:22-0-100-8</a:t>
            </a:r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3F59864F-A1C9-9B65-3376-8DFF1E28CDAC}"/>
              </a:ext>
            </a:extLst>
          </p:cNvPr>
          <p:cNvSpPr txBox="1"/>
          <p:nvPr/>
        </p:nvSpPr>
        <p:spPr>
          <a:xfrm>
            <a:off x="9021762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75A6E06C-7425-A40E-3E6B-E52191000227}"/>
              </a:ext>
            </a:extLst>
          </p:cNvPr>
          <p:cNvSpPr txBox="1"/>
          <p:nvPr/>
        </p:nvSpPr>
        <p:spPr>
          <a:xfrm>
            <a:off x="9049575" y="3665594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GB:161-185-69</a:t>
            </a:r>
          </a:p>
        </p:txBody>
      </p:sp>
      <p:sp>
        <p:nvSpPr>
          <p:cNvPr id="220" name="CuadroTexto 219">
            <a:extLst>
              <a:ext uri="{FF2B5EF4-FFF2-40B4-BE49-F238E27FC236}">
                <a16:creationId xmlns:a16="http://schemas.microsoft.com/office/drawing/2014/main" id="{1A8AD564-F9CF-A314-D68E-6765D9C1653E}"/>
              </a:ext>
            </a:extLst>
          </p:cNvPr>
          <p:cNvSpPr txBox="1"/>
          <p:nvPr/>
        </p:nvSpPr>
        <p:spPr>
          <a:xfrm>
            <a:off x="9021762" y="3727380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HEX:708e99</a:t>
            </a:r>
          </a:p>
        </p:txBody>
      </p:sp>
      <p:sp>
        <p:nvSpPr>
          <p:cNvPr id="221" name="CuadroTexto 220">
            <a:extLst>
              <a:ext uri="{FF2B5EF4-FFF2-40B4-BE49-F238E27FC236}">
                <a16:creationId xmlns:a16="http://schemas.microsoft.com/office/drawing/2014/main" id="{3DB1DB6D-5197-1D30-63C5-FFBD49B3F26A}"/>
              </a:ext>
            </a:extLst>
          </p:cNvPr>
          <p:cNvSpPr txBox="1"/>
          <p:nvPr/>
        </p:nvSpPr>
        <p:spPr>
          <a:xfrm>
            <a:off x="9589706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C18E1C53-311B-AA8C-AF43-2618EC4F2281}"/>
              </a:ext>
            </a:extLst>
          </p:cNvPr>
          <p:cNvSpPr txBox="1"/>
          <p:nvPr/>
        </p:nvSpPr>
        <p:spPr>
          <a:xfrm>
            <a:off x="9612757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60EF18B0-C190-0A20-9313-69A4FA75803F}"/>
              </a:ext>
            </a:extLst>
          </p:cNvPr>
          <p:cNvSpPr txBox="1"/>
          <p:nvPr/>
        </p:nvSpPr>
        <p:spPr>
          <a:xfrm>
            <a:off x="9678162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547415BD-6749-53F9-70D9-B085EE4B5FEB}"/>
              </a:ext>
            </a:extLst>
          </p:cNvPr>
          <p:cNvSpPr txBox="1"/>
          <p:nvPr/>
        </p:nvSpPr>
        <p:spPr>
          <a:xfrm>
            <a:off x="9702355" y="35420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ONE:390 / 60%</a:t>
            </a:r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F2009FA7-6C0C-5109-4750-C1FC79547396}"/>
              </a:ext>
            </a:extLst>
          </p:cNvPr>
          <p:cNvSpPr txBox="1"/>
          <p:nvPr/>
        </p:nvSpPr>
        <p:spPr>
          <a:xfrm>
            <a:off x="9589706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60DAF2AF-99A2-2D64-BFD9-E2756FB56F7B}"/>
              </a:ext>
            </a:extLst>
          </p:cNvPr>
          <p:cNvSpPr txBox="1"/>
          <p:nvPr/>
        </p:nvSpPr>
        <p:spPr>
          <a:xfrm>
            <a:off x="9660953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27" name="CuadroTexto 226">
            <a:extLst>
              <a:ext uri="{FF2B5EF4-FFF2-40B4-BE49-F238E27FC236}">
                <a16:creationId xmlns:a16="http://schemas.microsoft.com/office/drawing/2014/main" id="{12F0A1A8-80FD-4576-8C77-708E6EB9CD62}"/>
              </a:ext>
            </a:extLst>
          </p:cNvPr>
          <p:cNvSpPr txBox="1"/>
          <p:nvPr/>
        </p:nvSpPr>
        <p:spPr>
          <a:xfrm>
            <a:off x="9688512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3D0F67DE-BCF7-D38F-481C-1D46A3EB3EFB}"/>
              </a:ext>
            </a:extLst>
          </p:cNvPr>
          <p:cNvSpPr txBox="1"/>
          <p:nvPr/>
        </p:nvSpPr>
        <p:spPr>
          <a:xfrm>
            <a:off x="9717468" y="3603815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:33-7-58-0</a:t>
            </a:r>
          </a:p>
        </p:txBody>
      </p:sp>
      <p:sp>
        <p:nvSpPr>
          <p:cNvPr id="229" name="CuadroTexto 228">
            <a:extLst>
              <a:ext uri="{FF2B5EF4-FFF2-40B4-BE49-F238E27FC236}">
                <a16:creationId xmlns:a16="http://schemas.microsoft.com/office/drawing/2014/main" id="{607643AA-E6F1-43ED-4920-75C6128BFB6D}"/>
              </a:ext>
            </a:extLst>
          </p:cNvPr>
          <p:cNvSpPr txBox="1"/>
          <p:nvPr/>
        </p:nvSpPr>
        <p:spPr>
          <a:xfrm>
            <a:off x="9589706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30" name="CuadroTexto 229">
            <a:extLst>
              <a:ext uri="{FF2B5EF4-FFF2-40B4-BE49-F238E27FC236}">
                <a16:creationId xmlns:a16="http://schemas.microsoft.com/office/drawing/2014/main" id="{9C862F5C-3710-9F07-7196-33829C4EEA28}"/>
              </a:ext>
            </a:extLst>
          </p:cNvPr>
          <p:cNvSpPr txBox="1"/>
          <p:nvPr/>
        </p:nvSpPr>
        <p:spPr>
          <a:xfrm>
            <a:off x="9617519" y="3665594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GB:199-213-143</a:t>
            </a:r>
          </a:p>
        </p:txBody>
      </p:sp>
      <p:sp>
        <p:nvSpPr>
          <p:cNvPr id="231" name="CuadroTexto 230">
            <a:extLst>
              <a:ext uri="{FF2B5EF4-FFF2-40B4-BE49-F238E27FC236}">
                <a16:creationId xmlns:a16="http://schemas.microsoft.com/office/drawing/2014/main" id="{45144F9E-5402-42F6-5E59-D821754A7416}"/>
              </a:ext>
            </a:extLst>
          </p:cNvPr>
          <p:cNvSpPr txBox="1"/>
          <p:nvPr/>
        </p:nvSpPr>
        <p:spPr>
          <a:xfrm>
            <a:off x="9589706" y="3727380"/>
            <a:ext cx="49404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HEX:c7d58f</a:t>
            </a:r>
          </a:p>
        </p:txBody>
      </p:sp>
      <p:sp>
        <p:nvSpPr>
          <p:cNvPr id="232" name="CuadroTexto 231">
            <a:extLst>
              <a:ext uri="{FF2B5EF4-FFF2-40B4-BE49-F238E27FC236}">
                <a16:creationId xmlns:a16="http://schemas.microsoft.com/office/drawing/2014/main" id="{AA5BD4DC-1913-89E6-E06F-C2F98496F5CB}"/>
              </a:ext>
            </a:extLst>
          </p:cNvPr>
          <p:cNvSpPr txBox="1"/>
          <p:nvPr/>
        </p:nvSpPr>
        <p:spPr>
          <a:xfrm>
            <a:off x="10222039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33" name="CuadroTexto 232">
            <a:extLst>
              <a:ext uri="{FF2B5EF4-FFF2-40B4-BE49-F238E27FC236}">
                <a16:creationId xmlns:a16="http://schemas.microsoft.com/office/drawing/2014/main" id="{6E4BADDF-F167-D0DD-02CC-C9FB076F27CA}"/>
              </a:ext>
            </a:extLst>
          </p:cNvPr>
          <p:cNvSpPr txBox="1"/>
          <p:nvPr/>
        </p:nvSpPr>
        <p:spPr>
          <a:xfrm>
            <a:off x="10245090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34" name="CuadroTexto 233">
            <a:extLst>
              <a:ext uri="{FF2B5EF4-FFF2-40B4-BE49-F238E27FC236}">
                <a16:creationId xmlns:a16="http://schemas.microsoft.com/office/drawing/2014/main" id="{E50598B0-FAFA-AFEC-5375-91760B11B009}"/>
              </a:ext>
            </a:extLst>
          </p:cNvPr>
          <p:cNvSpPr txBox="1"/>
          <p:nvPr/>
        </p:nvSpPr>
        <p:spPr>
          <a:xfrm>
            <a:off x="10310495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35" name="CuadroTexto 234">
            <a:extLst>
              <a:ext uri="{FF2B5EF4-FFF2-40B4-BE49-F238E27FC236}">
                <a16:creationId xmlns:a16="http://schemas.microsoft.com/office/drawing/2014/main" id="{ACB55732-0CA2-2A6F-BD82-C9B03A0B5DD5}"/>
              </a:ext>
            </a:extLst>
          </p:cNvPr>
          <p:cNvSpPr txBox="1"/>
          <p:nvPr/>
        </p:nvSpPr>
        <p:spPr>
          <a:xfrm>
            <a:off x="10334688" y="35420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ONE:390 / 30%</a:t>
            </a:r>
          </a:p>
        </p:txBody>
      </p:sp>
      <p:sp>
        <p:nvSpPr>
          <p:cNvPr id="236" name="CuadroTexto 235">
            <a:extLst>
              <a:ext uri="{FF2B5EF4-FFF2-40B4-BE49-F238E27FC236}">
                <a16:creationId xmlns:a16="http://schemas.microsoft.com/office/drawing/2014/main" id="{15833609-3210-D1BE-B7BA-77A7367C8462}"/>
              </a:ext>
            </a:extLst>
          </p:cNvPr>
          <p:cNvSpPr txBox="1"/>
          <p:nvPr/>
        </p:nvSpPr>
        <p:spPr>
          <a:xfrm>
            <a:off x="10222039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37" name="CuadroTexto 236">
            <a:extLst>
              <a:ext uri="{FF2B5EF4-FFF2-40B4-BE49-F238E27FC236}">
                <a16:creationId xmlns:a16="http://schemas.microsoft.com/office/drawing/2014/main" id="{4A997204-961D-A7FD-7EF0-70F6A0657A63}"/>
              </a:ext>
            </a:extLst>
          </p:cNvPr>
          <p:cNvSpPr txBox="1"/>
          <p:nvPr/>
        </p:nvSpPr>
        <p:spPr>
          <a:xfrm>
            <a:off x="10293286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38" name="CuadroTexto 237">
            <a:extLst>
              <a:ext uri="{FF2B5EF4-FFF2-40B4-BE49-F238E27FC236}">
                <a16:creationId xmlns:a16="http://schemas.microsoft.com/office/drawing/2014/main" id="{EE2BF782-14F7-8AFB-9865-DE0B1A23C275}"/>
              </a:ext>
            </a:extLst>
          </p:cNvPr>
          <p:cNvSpPr txBox="1"/>
          <p:nvPr/>
        </p:nvSpPr>
        <p:spPr>
          <a:xfrm>
            <a:off x="10320845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39" name="CuadroTexto 238">
            <a:extLst>
              <a:ext uri="{FF2B5EF4-FFF2-40B4-BE49-F238E27FC236}">
                <a16:creationId xmlns:a16="http://schemas.microsoft.com/office/drawing/2014/main" id="{868D608E-1D88-21A6-041F-39C9D930D715}"/>
              </a:ext>
            </a:extLst>
          </p:cNvPr>
          <p:cNvSpPr txBox="1"/>
          <p:nvPr/>
        </p:nvSpPr>
        <p:spPr>
          <a:xfrm>
            <a:off x="10349801" y="3603815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:17-4-30-0</a:t>
            </a:r>
          </a:p>
        </p:txBody>
      </p:sp>
      <p:sp>
        <p:nvSpPr>
          <p:cNvPr id="240" name="CuadroTexto 239">
            <a:extLst>
              <a:ext uri="{FF2B5EF4-FFF2-40B4-BE49-F238E27FC236}">
                <a16:creationId xmlns:a16="http://schemas.microsoft.com/office/drawing/2014/main" id="{4F39E366-8F1A-94D6-AE91-04E30296E99C}"/>
              </a:ext>
            </a:extLst>
          </p:cNvPr>
          <p:cNvSpPr txBox="1"/>
          <p:nvPr/>
        </p:nvSpPr>
        <p:spPr>
          <a:xfrm>
            <a:off x="10222039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41" name="CuadroTexto 240">
            <a:extLst>
              <a:ext uri="{FF2B5EF4-FFF2-40B4-BE49-F238E27FC236}">
                <a16:creationId xmlns:a16="http://schemas.microsoft.com/office/drawing/2014/main" id="{F7FA3D41-AB42-3AB4-7A9C-51E3EBBB496D}"/>
              </a:ext>
            </a:extLst>
          </p:cNvPr>
          <p:cNvSpPr txBox="1"/>
          <p:nvPr/>
        </p:nvSpPr>
        <p:spPr>
          <a:xfrm>
            <a:off x="10249852" y="3665594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GB:227-234-199</a:t>
            </a:r>
          </a:p>
        </p:txBody>
      </p:sp>
      <p:sp>
        <p:nvSpPr>
          <p:cNvPr id="242" name="CuadroTexto 241">
            <a:extLst>
              <a:ext uri="{FF2B5EF4-FFF2-40B4-BE49-F238E27FC236}">
                <a16:creationId xmlns:a16="http://schemas.microsoft.com/office/drawing/2014/main" id="{70FF51E6-0AD5-0225-E28B-99D4008BBE01}"/>
              </a:ext>
            </a:extLst>
          </p:cNvPr>
          <p:cNvSpPr txBox="1"/>
          <p:nvPr/>
        </p:nvSpPr>
        <p:spPr>
          <a:xfrm>
            <a:off x="10222039" y="3727380"/>
            <a:ext cx="49885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HEX:e3eac7</a:t>
            </a:r>
          </a:p>
        </p:txBody>
      </p:sp>
      <p:sp>
        <p:nvSpPr>
          <p:cNvPr id="243" name="CuadroTexto 242">
            <a:extLst>
              <a:ext uri="{FF2B5EF4-FFF2-40B4-BE49-F238E27FC236}">
                <a16:creationId xmlns:a16="http://schemas.microsoft.com/office/drawing/2014/main" id="{9721A1DE-E861-BDA6-D664-C1F38F07E780}"/>
              </a:ext>
            </a:extLst>
          </p:cNvPr>
          <p:cNvSpPr txBox="1"/>
          <p:nvPr/>
        </p:nvSpPr>
        <p:spPr>
          <a:xfrm>
            <a:off x="10861611" y="35420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C22DB6EE-6D20-E749-5620-D451B2F77A5E}"/>
              </a:ext>
            </a:extLst>
          </p:cNvPr>
          <p:cNvSpPr txBox="1"/>
          <p:nvPr/>
        </p:nvSpPr>
        <p:spPr>
          <a:xfrm>
            <a:off x="10884662" y="35420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45" name="CuadroTexto 244">
            <a:extLst>
              <a:ext uri="{FF2B5EF4-FFF2-40B4-BE49-F238E27FC236}">
                <a16:creationId xmlns:a16="http://schemas.microsoft.com/office/drawing/2014/main" id="{04F6F24F-23FC-B668-D841-93D9403ED1DA}"/>
              </a:ext>
            </a:extLst>
          </p:cNvPr>
          <p:cNvSpPr txBox="1"/>
          <p:nvPr/>
        </p:nvSpPr>
        <p:spPr>
          <a:xfrm>
            <a:off x="10950067" y="35420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2968E210-AF82-AFB3-D582-3EB9F7A7CE26}"/>
              </a:ext>
            </a:extLst>
          </p:cNvPr>
          <p:cNvSpPr txBox="1"/>
          <p:nvPr/>
        </p:nvSpPr>
        <p:spPr>
          <a:xfrm>
            <a:off x="10974260" y="35420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ONE:390 / 10%</a:t>
            </a:r>
          </a:p>
        </p:txBody>
      </p:sp>
      <p:sp>
        <p:nvSpPr>
          <p:cNvPr id="247" name="CuadroTexto 246">
            <a:extLst>
              <a:ext uri="{FF2B5EF4-FFF2-40B4-BE49-F238E27FC236}">
                <a16:creationId xmlns:a16="http://schemas.microsoft.com/office/drawing/2014/main" id="{CD06062D-201D-9908-733C-A37EEA8B7053}"/>
              </a:ext>
            </a:extLst>
          </p:cNvPr>
          <p:cNvSpPr txBox="1"/>
          <p:nvPr/>
        </p:nvSpPr>
        <p:spPr>
          <a:xfrm>
            <a:off x="10861611" y="36038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48" name="CuadroTexto 247">
            <a:extLst>
              <a:ext uri="{FF2B5EF4-FFF2-40B4-BE49-F238E27FC236}">
                <a16:creationId xmlns:a16="http://schemas.microsoft.com/office/drawing/2014/main" id="{2B552BA4-2FFE-8EF8-DCBF-2362BE751BFA}"/>
              </a:ext>
            </a:extLst>
          </p:cNvPr>
          <p:cNvSpPr txBox="1"/>
          <p:nvPr/>
        </p:nvSpPr>
        <p:spPr>
          <a:xfrm>
            <a:off x="10932858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49" name="CuadroTexto 248">
            <a:extLst>
              <a:ext uri="{FF2B5EF4-FFF2-40B4-BE49-F238E27FC236}">
                <a16:creationId xmlns:a16="http://schemas.microsoft.com/office/drawing/2014/main" id="{376E687D-AA24-B19B-1BCA-0E0F6A5F004B}"/>
              </a:ext>
            </a:extLst>
          </p:cNvPr>
          <p:cNvSpPr txBox="1"/>
          <p:nvPr/>
        </p:nvSpPr>
        <p:spPr>
          <a:xfrm>
            <a:off x="10960417" y="36038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50" name="CuadroTexto 249">
            <a:extLst>
              <a:ext uri="{FF2B5EF4-FFF2-40B4-BE49-F238E27FC236}">
                <a16:creationId xmlns:a16="http://schemas.microsoft.com/office/drawing/2014/main" id="{3DB09EAB-7796-4A34-6517-0B85B30588D3}"/>
              </a:ext>
            </a:extLst>
          </p:cNvPr>
          <p:cNvSpPr txBox="1"/>
          <p:nvPr/>
        </p:nvSpPr>
        <p:spPr>
          <a:xfrm>
            <a:off x="10989373" y="3603815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:6-2-12-0</a:t>
            </a:r>
          </a:p>
        </p:txBody>
      </p:sp>
      <p:sp>
        <p:nvSpPr>
          <p:cNvPr id="251" name="CuadroTexto 250">
            <a:extLst>
              <a:ext uri="{FF2B5EF4-FFF2-40B4-BE49-F238E27FC236}">
                <a16:creationId xmlns:a16="http://schemas.microsoft.com/office/drawing/2014/main" id="{01E6FA28-4FB7-30E0-C111-FAF6AF225384}"/>
              </a:ext>
            </a:extLst>
          </p:cNvPr>
          <p:cNvSpPr txBox="1"/>
          <p:nvPr/>
        </p:nvSpPr>
        <p:spPr>
          <a:xfrm>
            <a:off x="10861611" y="366559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52" name="CuadroTexto 251">
            <a:extLst>
              <a:ext uri="{FF2B5EF4-FFF2-40B4-BE49-F238E27FC236}">
                <a16:creationId xmlns:a16="http://schemas.microsoft.com/office/drawing/2014/main" id="{00EBA639-D4D8-1DFC-CBF1-B26FA4D3B922}"/>
              </a:ext>
            </a:extLst>
          </p:cNvPr>
          <p:cNvSpPr txBox="1"/>
          <p:nvPr/>
        </p:nvSpPr>
        <p:spPr>
          <a:xfrm>
            <a:off x="10889424" y="3665594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GB:246-248-236</a:t>
            </a: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C87ADC41-3419-3E91-57A0-796F304A33ED}"/>
              </a:ext>
            </a:extLst>
          </p:cNvPr>
          <p:cNvSpPr txBox="1"/>
          <p:nvPr/>
        </p:nvSpPr>
        <p:spPr>
          <a:xfrm>
            <a:off x="10861611" y="3727380"/>
            <a:ext cx="47481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A1B945"/>
                </a:solidFill>
                <a:latin typeface="MyriadPro-Regular"/>
                <a:sym typeface="MyriadPro-Regular"/>
                <a:rtl val="0"/>
              </a:rPr>
              <a:t>HEX:f6f8ec</a:t>
            </a:r>
          </a:p>
        </p:txBody>
      </p:sp>
      <p:sp>
        <p:nvSpPr>
          <p:cNvPr id="254" name="CuadroTexto 253">
            <a:extLst>
              <a:ext uri="{FF2B5EF4-FFF2-40B4-BE49-F238E27FC236}">
                <a16:creationId xmlns:a16="http://schemas.microsoft.com/office/drawing/2014/main" id="{7C4BCE63-4692-CA1D-F520-4405E5A6BD45}"/>
              </a:ext>
            </a:extLst>
          </p:cNvPr>
          <p:cNvSpPr txBox="1"/>
          <p:nvPr/>
        </p:nvSpPr>
        <p:spPr>
          <a:xfrm>
            <a:off x="8392668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55" name="CuadroTexto 254">
            <a:extLst>
              <a:ext uri="{FF2B5EF4-FFF2-40B4-BE49-F238E27FC236}">
                <a16:creationId xmlns:a16="http://schemas.microsoft.com/office/drawing/2014/main" id="{A7D3C555-491C-997B-0701-9D7D1863F564}"/>
              </a:ext>
            </a:extLst>
          </p:cNvPr>
          <p:cNvSpPr txBox="1"/>
          <p:nvPr/>
        </p:nvSpPr>
        <p:spPr>
          <a:xfrm>
            <a:off x="8415718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4EDE3476-EB21-45FA-B5B0-2196946DCF5F}"/>
              </a:ext>
            </a:extLst>
          </p:cNvPr>
          <p:cNvSpPr txBox="1"/>
          <p:nvPr/>
        </p:nvSpPr>
        <p:spPr>
          <a:xfrm>
            <a:off x="8481123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319AE55A-2E50-7EFC-2501-14F0FD4204E3}"/>
              </a:ext>
            </a:extLst>
          </p:cNvPr>
          <p:cNvSpPr txBox="1"/>
          <p:nvPr/>
        </p:nvSpPr>
        <p:spPr>
          <a:xfrm>
            <a:off x="8505316" y="4297203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ONE:2746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8E6D0A86-3B84-ABE9-C3AB-DFC60BB6FDE6}"/>
              </a:ext>
            </a:extLst>
          </p:cNvPr>
          <p:cNvSpPr txBox="1"/>
          <p:nvPr/>
        </p:nvSpPr>
        <p:spPr>
          <a:xfrm>
            <a:off x="8392668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21865ECF-4C44-5F67-B34D-AA5DD67C54F8}"/>
              </a:ext>
            </a:extLst>
          </p:cNvPr>
          <p:cNvSpPr txBox="1"/>
          <p:nvPr/>
        </p:nvSpPr>
        <p:spPr>
          <a:xfrm>
            <a:off x="8463915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18DA201-8A1F-9A4F-5405-0E45E8B3594B}"/>
              </a:ext>
            </a:extLst>
          </p:cNvPr>
          <p:cNvSpPr txBox="1"/>
          <p:nvPr/>
        </p:nvSpPr>
        <p:spPr>
          <a:xfrm>
            <a:off x="8491474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C6A42D60-63F0-0ACA-DF9A-C0442A9669C1}"/>
              </a:ext>
            </a:extLst>
          </p:cNvPr>
          <p:cNvSpPr txBox="1"/>
          <p:nvPr/>
        </p:nvSpPr>
        <p:spPr>
          <a:xfrm>
            <a:off x="8520430" y="4358982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:100-92-0-10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69767F34-8DD1-08E6-5A8D-66C2023D2DE1}"/>
              </a:ext>
            </a:extLst>
          </p:cNvPr>
          <p:cNvSpPr txBox="1"/>
          <p:nvPr/>
        </p:nvSpPr>
        <p:spPr>
          <a:xfrm>
            <a:off x="8392668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A8A421-0C49-957A-36D7-9ECE6D0B1E9E}"/>
              </a:ext>
            </a:extLst>
          </p:cNvPr>
          <p:cNvSpPr txBox="1"/>
          <p:nvPr/>
        </p:nvSpPr>
        <p:spPr>
          <a:xfrm>
            <a:off x="8420481" y="4420755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GB:40-40-91</a:t>
            </a:r>
          </a:p>
        </p:txBody>
      </p:sp>
      <p:sp>
        <p:nvSpPr>
          <p:cNvPr id="264" name="CuadroTexto 263">
            <a:extLst>
              <a:ext uri="{FF2B5EF4-FFF2-40B4-BE49-F238E27FC236}">
                <a16:creationId xmlns:a16="http://schemas.microsoft.com/office/drawing/2014/main" id="{008851E3-2FD6-09E3-9C7E-AFA8A1B9BAFA}"/>
              </a:ext>
            </a:extLst>
          </p:cNvPr>
          <p:cNvSpPr txBox="1"/>
          <p:nvPr/>
        </p:nvSpPr>
        <p:spPr>
          <a:xfrm>
            <a:off x="8392668" y="4482534"/>
            <a:ext cx="5132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HEX:28285b</a:t>
            </a:r>
          </a:p>
        </p:txBody>
      </p:sp>
      <p:sp>
        <p:nvSpPr>
          <p:cNvPr id="265" name="CuadroTexto 264">
            <a:extLst>
              <a:ext uri="{FF2B5EF4-FFF2-40B4-BE49-F238E27FC236}">
                <a16:creationId xmlns:a16="http://schemas.microsoft.com/office/drawing/2014/main" id="{2340CA6D-AF64-135C-69B7-23BEC19243DD}"/>
              </a:ext>
            </a:extLst>
          </p:cNvPr>
          <p:cNvSpPr txBox="1"/>
          <p:nvPr/>
        </p:nvSpPr>
        <p:spPr>
          <a:xfrm>
            <a:off x="9021762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FE365144-45B9-FBB8-2EC1-2C5FB5520F8C}"/>
              </a:ext>
            </a:extLst>
          </p:cNvPr>
          <p:cNvSpPr txBox="1"/>
          <p:nvPr/>
        </p:nvSpPr>
        <p:spPr>
          <a:xfrm>
            <a:off x="9044813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B4183BA-A92B-545A-E992-A7F48DEBD139}"/>
              </a:ext>
            </a:extLst>
          </p:cNvPr>
          <p:cNvSpPr txBox="1"/>
          <p:nvPr/>
        </p:nvSpPr>
        <p:spPr>
          <a:xfrm>
            <a:off x="9110218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57496C99-21CF-A65D-1CAC-1291B1521D56}"/>
              </a:ext>
            </a:extLst>
          </p:cNvPr>
          <p:cNvSpPr txBox="1"/>
          <p:nvPr/>
        </p:nvSpPr>
        <p:spPr>
          <a:xfrm>
            <a:off x="9134411" y="4297203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ONE:2726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133DD5C1-567B-24FC-3820-41B1D94C02E1}"/>
              </a:ext>
            </a:extLst>
          </p:cNvPr>
          <p:cNvSpPr txBox="1"/>
          <p:nvPr/>
        </p:nvSpPr>
        <p:spPr>
          <a:xfrm>
            <a:off x="9021762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67E085C6-9650-2549-2766-B97BD7F8EECB}"/>
              </a:ext>
            </a:extLst>
          </p:cNvPr>
          <p:cNvSpPr txBox="1"/>
          <p:nvPr/>
        </p:nvSpPr>
        <p:spPr>
          <a:xfrm>
            <a:off x="9093009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5319C508-58CA-212B-6336-2D22EF9743A5}"/>
              </a:ext>
            </a:extLst>
          </p:cNvPr>
          <p:cNvSpPr txBox="1"/>
          <p:nvPr/>
        </p:nvSpPr>
        <p:spPr>
          <a:xfrm>
            <a:off x="9120568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B036883A-6F05-45B4-1F7E-1C824DEDE4DC}"/>
              </a:ext>
            </a:extLst>
          </p:cNvPr>
          <p:cNvSpPr txBox="1"/>
          <p:nvPr/>
        </p:nvSpPr>
        <p:spPr>
          <a:xfrm>
            <a:off x="9149524" y="4358982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:79-66-0-0</a:t>
            </a:r>
          </a:p>
        </p:txBody>
      </p:sp>
      <p:sp>
        <p:nvSpPr>
          <p:cNvPr id="273" name="CuadroTexto 272">
            <a:extLst>
              <a:ext uri="{FF2B5EF4-FFF2-40B4-BE49-F238E27FC236}">
                <a16:creationId xmlns:a16="http://schemas.microsoft.com/office/drawing/2014/main" id="{A74C02DD-0B8B-45C8-8516-E71E093427FC}"/>
              </a:ext>
            </a:extLst>
          </p:cNvPr>
          <p:cNvSpPr txBox="1"/>
          <p:nvPr/>
        </p:nvSpPr>
        <p:spPr>
          <a:xfrm>
            <a:off x="9021762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74" name="CuadroTexto 273">
            <a:extLst>
              <a:ext uri="{FF2B5EF4-FFF2-40B4-BE49-F238E27FC236}">
                <a16:creationId xmlns:a16="http://schemas.microsoft.com/office/drawing/2014/main" id="{6139C330-75F2-FDDB-4AE1-FF0F1B411FBD}"/>
              </a:ext>
            </a:extLst>
          </p:cNvPr>
          <p:cNvSpPr txBox="1"/>
          <p:nvPr/>
        </p:nvSpPr>
        <p:spPr>
          <a:xfrm>
            <a:off x="9049575" y="4420755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GB:67-61-128</a:t>
            </a:r>
          </a:p>
        </p:txBody>
      </p:sp>
      <p:sp>
        <p:nvSpPr>
          <p:cNvPr id="275" name="CuadroTexto 274">
            <a:extLst>
              <a:ext uri="{FF2B5EF4-FFF2-40B4-BE49-F238E27FC236}">
                <a16:creationId xmlns:a16="http://schemas.microsoft.com/office/drawing/2014/main" id="{12579040-9711-95CE-BF4B-90E680FFF694}"/>
              </a:ext>
            </a:extLst>
          </p:cNvPr>
          <p:cNvSpPr txBox="1"/>
          <p:nvPr/>
        </p:nvSpPr>
        <p:spPr>
          <a:xfrm>
            <a:off x="9021762" y="4482534"/>
            <a:ext cx="5132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HEX:433d80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34DA8CFA-A919-5586-B211-FB79505D9D09}"/>
              </a:ext>
            </a:extLst>
          </p:cNvPr>
          <p:cNvSpPr txBox="1"/>
          <p:nvPr/>
        </p:nvSpPr>
        <p:spPr>
          <a:xfrm>
            <a:off x="9589706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587DC363-3AA2-C061-A88A-A9DE8B038E7B}"/>
              </a:ext>
            </a:extLst>
          </p:cNvPr>
          <p:cNvSpPr txBox="1"/>
          <p:nvPr/>
        </p:nvSpPr>
        <p:spPr>
          <a:xfrm>
            <a:off x="9612757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E330CFC8-7068-F2E9-2D8B-2C7740EEC07F}"/>
              </a:ext>
            </a:extLst>
          </p:cNvPr>
          <p:cNvSpPr txBox="1"/>
          <p:nvPr/>
        </p:nvSpPr>
        <p:spPr>
          <a:xfrm>
            <a:off x="9678162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3ABA43DF-1035-B8DF-688C-4C0783E6098B}"/>
              </a:ext>
            </a:extLst>
          </p:cNvPr>
          <p:cNvSpPr txBox="1"/>
          <p:nvPr/>
        </p:nvSpPr>
        <p:spPr>
          <a:xfrm>
            <a:off x="9702355" y="4297203"/>
            <a:ext cx="60465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ONE:2726 /60%</a:t>
            </a:r>
          </a:p>
        </p:txBody>
      </p:sp>
      <p:sp>
        <p:nvSpPr>
          <p:cNvPr id="280" name="CuadroTexto 279">
            <a:extLst>
              <a:ext uri="{FF2B5EF4-FFF2-40B4-BE49-F238E27FC236}">
                <a16:creationId xmlns:a16="http://schemas.microsoft.com/office/drawing/2014/main" id="{0100DC0F-D283-1ADD-F6C9-4CB15385E780}"/>
              </a:ext>
            </a:extLst>
          </p:cNvPr>
          <p:cNvSpPr txBox="1"/>
          <p:nvPr/>
        </p:nvSpPr>
        <p:spPr>
          <a:xfrm>
            <a:off x="9589706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81" name="CuadroTexto 280">
            <a:extLst>
              <a:ext uri="{FF2B5EF4-FFF2-40B4-BE49-F238E27FC236}">
                <a16:creationId xmlns:a16="http://schemas.microsoft.com/office/drawing/2014/main" id="{47C748D0-A9BF-2E0C-C311-0CA6ADA2D7F8}"/>
              </a:ext>
            </a:extLst>
          </p:cNvPr>
          <p:cNvSpPr txBox="1"/>
          <p:nvPr/>
        </p:nvSpPr>
        <p:spPr>
          <a:xfrm>
            <a:off x="9660953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82" name="CuadroTexto 281">
            <a:extLst>
              <a:ext uri="{FF2B5EF4-FFF2-40B4-BE49-F238E27FC236}">
                <a16:creationId xmlns:a16="http://schemas.microsoft.com/office/drawing/2014/main" id="{24A744C0-7E7A-3CB2-63D9-90839DD22158}"/>
              </a:ext>
            </a:extLst>
          </p:cNvPr>
          <p:cNvSpPr txBox="1"/>
          <p:nvPr/>
        </p:nvSpPr>
        <p:spPr>
          <a:xfrm>
            <a:off x="9688512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E450797B-2328-7590-153A-5D8C30E69FE0}"/>
              </a:ext>
            </a:extLst>
          </p:cNvPr>
          <p:cNvSpPr txBox="1"/>
          <p:nvPr/>
        </p:nvSpPr>
        <p:spPr>
          <a:xfrm>
            <a:off x="9717468" y="4358982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:52-47-14-0</a:t>
            </a:r>
          </a:p>
        </p:txBody>
      </p:sp>
      <p:sp>
        <p:nvSpPr>
          <p:cNvPr id="284" name="CuadroTexto 283">
            <a:extLst>
              <a:ext uri="{FF2B5EF4-FFF2-40B4-BE49-F238E27FC236}">
                <a16:creationId xmlns:a16="http://schemas.microsoft.com/office/drawing/2014/main" id="{3883BBB0-3D4E-6131-6085-2402BFB67C57}"/>
              </a:ext>
            </a:extLst>
          </p:cNvPr>
          <p:cNvSpPr txBox="1"/>
          <p:nvPr/>
        </p:nvSpPr>
        <p:spPr>
          <a:xfrm>
            <a:off x="9589706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85" name="CuadroTexto 284">
            <a:extLst>
              <a:ext uri="{FF2B5EF4-FFF2-40B4-BE49-F238E27FC236}">
                <a16:creationId xmlns:a16="http://schemas.microsoft.com/office/drawing/2014/main" id="{8408201E-F5C0-25B3-DCE0-BFA28E05F357}"/>
              </a:ext>
            </a:extLst>
          </p:cNvPr>
          <p:cNvSpPr txBox="1"/>
          <p:nvPr/>
        </p:nvSpPr>
        <p:spPr>
          <a:xfrm>
            <a:off x="9617519" y="4420755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GB:142-139-179</a:t>
            </a:r>
          </a:p>
        </p:txBody>
      </p:sp>
      <p:sp>
        <p:nvSpPr>
          <p:cNvPr id="286" name="CuadroTexto 285">
            <a:extLst>
              <a:ext uri="{FF2B5EF4-FFF2-40B4-BE49-F238E27FC236}">
                <a16:creationId xmlns:a16="http://schemas.microsoft.com/office/drawing/2014/main" id="{4603693E-4B7D-B79B-11F2-9A10E4CE4784}"/>
              </a:ext>
            </a:extLst>
          </p:cNvPr>
          <p:cNvSpPr txBox="1"/>
          <p:nvPr/>
        </p:nvSpPr>
        <p:spPr>
          <a:xfrm>
            <a:off x="9589706" y="4482534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HEX:8e8bb3</a:t>
            </a:r>
          </a:p>
        </p:txBody>
      </p:sp>
      <p:sp>
        <p:nvSpPr>
          <p:cNvPr id="287" name="CuadroTexto 286">
            <a:extLst>
              <a:ext uri="{FF2B5EF4-FFF2-40B4-BE49-F238E27FC236}">
                <a16:creationId xmlns:a16="http://schemas.microsoft.com/office/drawing/2014/main" id="{5A256CD2-BF5B-1F71-9C10-C33960EF0CDD}"/>
              </a:ext>
            </a:extLst>
          </p:cNvPr>
          <p:cNvSpPr txBox="1"/>
          <p:nvPr/>
        </p:nvSpPr>
        <p:spPr>
          <a:xfrm>
            <a:off x="10222039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40EA951E-9055-323F-4E5D-F05FDF238023}"/>
              </a:ext>
            </a:extLst>
          </p:cNvPr>
          <p:cNvSpPr txBox="1"/>
          <p:nvPr/>
        </p:nvSpPr>
        <p:spPr>
          <a:xfrm>
            <a:off x="10245090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289" name="CuadroTexto 288">
            <a:extLst>
              <a:ext uri="{FF2B5EF4-FFF2-40B4-BE49-F238E27FC236}">
                <a16:creationId xmlns:a16="http://schemas.microsoft.com/office/drawing/2014/main" id="{03ADCB52-359A-2604-1C6E-DD92A360E086}"/>
              </a:ext>
            </a:extLst>
          </p:cNvPr>
          <p:cNvSpPr txBox="1"/>
          <p:nvPr/>
        </p:nvSpPr>
        <p:spPr>
          <a:xfrm>
            <a:off x="10310495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DBE750D9-6ABB-8DD2-1699-631CB7C687D4}"/>
              </a:ext>
            </a:extLst>
          </p:cNvPr>
          <p:cNvSpPr txBox="1"/>
          <p:nvPr/>
        </p:nvSpPr>
        <p:spPr>
          <a:xfrm>
            <a:off x="10334688" y="4297203"/>
            <a:ext cx="60465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ONE:2726 /30%</a:t>
            </a:r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60735051-9C5D-3366-2532-C175E4DB4D9D}"/>
              </a:ext>
            </a:extLst>
          </p:cNvPr>
          <p:cNvSpPr txBox="1"/>
          <p:nvPr/>
        </p:nvSpPr>
        <p:spPr>
          <a:xfrm>
            <a:off x="10222039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292" name="CuadroTexto 291">
            <a:extLst>
              <a:ext uri="{FF2B5EF4-FFF2-40B4-BE49-F238E27FC236}">
                <a16:creationId xmlns:a16="http://schemas.microsoft.com/office/drawing/2014/main" id="{7BE5BF6E-19B8-6265-0D19-07A709F489AD}"/>
              </a:ext>
            </a:extLst>
          </p:cNvPr>
          <p:cNvSpPr txBox="1"/>
          <p:nvPr/>
        </p:nvSpPr>
        <p:spPr>
          <a:xfrm>
            <a:off x="10293286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293" name="CuadroTexto 292">
            <a:extLst>
              <a:ext uri="{FF2B5EF4-FFF2-40B4-BE49-F238E27FC236}">
                <a16:creationId xmlns:a16="http://schemas.microsoft.com/office/drawing/2014/main" id="{9A6498D3-1E00-08DB-D92C-F24DE072EF67}"/>
              </a:ext>
            </a:extLst>
          </p:cNvPr>
          <p:cNvSpPr txBox="1"/>
          <p:nvPr/>
        </p:nvSpPr>
        <p:spPr>
          <a:xfrm>
            <a:off x="10320845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294" name="CuadroTexto 293">
            <a:extLst>
              <a:ext uri="{FF2B5EF4-FFF2-40B4-BE49-F238E27FC236}">
                <a16:creationId xmlns:a16="http://schemas.microsoft.com/office/drawing/2014/main" id="{B8898489-A307-5FB0-DCBC-54AE4248677F}"/>
              </a:ext>
            </a:extLst>
          </p:cNvPr>
          <p:cNvSpPr txBox="1"/>
          <p:nvPr/>
        </p:nvSpPr>
        <p:spPr>
          <a:xfrm>
            <a:off x="10349801" y="4358982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:25-23-8-0</a:t>
            </a:r>
          </a:p>
        </p:txBody>
      </p:sp>
      <p:sp>
        <p:nvSpPr>
          <p:cNvPr id="295" name="CuadroTexto 294">
            <a:extLst>
              <a:ext uri="{FF2B5EF4-FFF2-40B4-BE49-F238E27FC236}">
                <a16:creationId xmlns:a16="http://schemas.microsoft.com/office/drawing/2014/main" id="{0293B32B-EB20-BCAF-A079-30391DB211EB}"/>
              </a:ext>
            </a:extLst>
          </p:cNvPr>
          <p:cNvSpPr txBox="1"/>
          <p:nvPr/>
        </p:nvSpPr>
        <p:spPr>
          <a:xfrm>
            <a:off x="10222039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296" name="CuadroTexto 295">
            <a:extLst>
              <a:ext uri="{FF2B5EF4-FFF2-40B4-BE49-F238E27FC236}">
                <a16:creationId xmlns:a16="http://schemas.microsoft.com/office/drawing/2014/main" id="{FA4DB5E0-7B29-DDE2-A075-1FB0C2754A64}"/>
              </a:ext>
            </a:extLst>
          </p:cNvPr>
          <p:cNvSpPr txBox="1"/>
          <p:nvPr/>
        </p:nvSpPr>
        <p:spPr>
          <a:xfrm>
            <a:off x="10249852" y="4420755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GB:199-197-217</a:t>
            </a:r>
          </a:p>
        </p:txBody>
      </p: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BC3FDBEE-EEC0-1D02-11A2-BE1DFD1D26FA}"/>
              </a:ext>
            </a:extLst>
          </p:cNvPr>
          <p:cNvSpPr txBox="1"/>
          <p:nvPr/>
        </p:nvSpPr>
        <p:spPr>
          <a:xfrm>
            <a:off x="10222039" y="4482534"/>
            <a:ext cx="5036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HEX:c7c5d9</a:t>
            </a:r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ADF2813B-5049-D71B-93D6-D2953A94AFE5}"/>
              </a:ext>
            </a:extLst>
          </p:cNvPr>
          <p:cNvSpPr txBox="1"/>
          <p:nvPr/>
        </p:nvSpPr>
        <p:spPr>
          <a:xfrm>
            <a:off x="10831703" y="429720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299" name="CuadroTexto 298">
            <a:extLst>
              <a:ext uri="{FF2B5EF4-FFF2-40B4-BE49-F238E27FC236}">
                <a16:creationId xmlns:a16="http://schemas.microsoft.com/office/drawing/2014/main" id="{0F74FF59-B32C-C4F7-6971-911FBE613D9F}"/>
              </a:ext>
            </a:extLst>
          </p:cNvPr>
          <p:cNvSpPr txBox="1"/>
          <p:nvPr/>
        </p:nvSpPr>
        <p:spPr>
          <a:xfrm>
            <a:off x="10854753" y="4297203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00" name="CuadroTexto 299">
            <a:extLst>
              <a:ext uri="{FF2B5EF4-FFF2-40B4-BE49-F238E27FC236}">
                <a16:creationId xmlns:a16="http://schemas.microsoft.com/office/drawing/2014/main" id="{F78AF852-CCEB-31E8-D8D7-148B82ABF9FC}"/>
              </a:ext>
            </a:extLst>
          </p:cNvPr>
          <p:cNvSpPr txBox="1"/>
          <p:nvPr/>
        </p:nvSpPr>
        <p:spPr>
          <a:xfrm>
            <a:off x="10920158" y="4297203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01" name="CuadroTexto 300">
            <a:extLst>
              <a:ext uri="{FF2B5EF4-FFF2-40B4-BE49-F238E27FC236}">
                <a16:creationId xmlns:a16="http://schemas.microsoft.com/office/drawing/2014/main" id="{C11B84C7-0F1E-17A2-B780-62BCC32F09D5}"/>
              </a:ext>
            </a:extLst>
          </p:cNvPr>
          <p:cNvSpPr txBox="1"/>
          <p:nvPr/>
        </p:nvSpPr>
        <p:spPr>
          <a:xfrm>
            <a:off x="10944351" y="4297203"/>
            <a:ext cx="60465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ONE:2726 /10%</a:t>
            </a:r>
          </a:p>
        </p:txBody>
      </p:sp>
      <p:sp>
        <p:nvSpPr>
          <p:cNvPr id="302" name="CuadroTexto 301">
            <a:extLst>
              <a:ext uri="{FF2B5EF4-FFF2-40B4-BE49-F238E27FC236}">
                <a16:creationId xmlns:a16="http://schemas.microsoft.com/office/drawing/2014/main" id="{32025015-261C-A3F8-34C2-05A5C9ED0844}"/>
              </a:ext>
            </a:extLst>
          </p:cNvPr>
          <p:cNvSpPr txBox="1"/>
          <p:nvPr/>
        </p:nvSpPr>
        <p:spPr>
          <a:xfrm>
            <a:off x="10831703" y="435898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03" name="CuadroTexto 302">
            <a:extLst>
              <a:ext uri="{FF2B5EF4-FFF2-40B4-BE49-F238E27FC236}">
                <a16:creationId xmlns:a16="http://schemas.microsoft.com/office/drawing/2014/main" id="{06A8D2AC-E5B0-ABCD-D047-3284E749533B}"/>
              </a:ext>
            </a:extLst>
          </p:cNvPr>
          <p:cNvSpPr txBox="1"/>
          <p:nvPr/>
        </p:nvSpPr>
        <p:spPr>
          <a:xfrm>
            <a:off x="10902950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04" name="CuadroTexto 303">
            <a:extLst>
              <a:ext uri="{FF2B5EF4-FFF2-40B4-BE49-F238E27FC236}">
                <a16:creationId xmlns:a16="http://schemas.microsoft.com/office/drawing/2014/main" id="{D79031ED-886E-3EF7-D18B-D0878B96B608}"/>
              </a:ext>
            </a:extLst>
          </p:cNvPr>
          <p:cNvSpPr txBox="1"/>
          <p:nvPr/>
        </p:nvSpPr>
        <p:spPr>
          <a:xfrm>
            <a:off x="10930509" y="435898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05" name="CuadroTexto 304">
            <a:extLst>
              <a:ext uri="{FF2B5EF4-FFF2-40B4-BE49-F238E27FC236}">
                <a16:creationId xmlns:a16="http://schemas.microsoft.com/office/drawing/2014/main" id="{153F9B4D-E086-A687-FBFB-B73608135C92}"/>
              </a:ext>
            </a:extLst>
          </p:cNvPr>
          <p:cNvSpPr txBox="1"/>
          <p:nvPr/>
        </p:nvSpPr>
        <p:spPr>
          <a:xfrm>
            <a:off x="10959465" y="4358982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:10-8-4-0</a:t>
            </a:r>
          </a:p>
        </p:txBody>
      </p:sp>
      <p:sp>
        <p:nvSpPr>
          <p:cNvPr id="306" name="CuadroTexto 305">
            <a:extLst>
              <a:ext uri="{FF2B5EF4-FFF2-40B4-BE49-F238E27FC236}">
                <a16:creationId xmlns:a16="http://schemas.microsoft.com/office/drawing/2014/main" id="{08768671-B74F-780F-BEE6-1FB5A1DBA11A}"/>
              </a:ext>
            </a:extLst>
          </p:cNvPr>
          <p:cNvSpPr txBox="1"/>
          <p:nvPr/>
        </p:nvSpPr>
        <p:spPr>
          <a:xfrm>
            <a:off x="10831703" y="442075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07" name="CuadroTexto 306">
            <a:extLst>
              <a:ext uri="{FF2B5EF4-FFF2-40B4-BE49-F238E27FC236}">
                <a16:creationId xmlns:a16="http://schemas.microsoft.com/office/drawing/2014/main" id="{46FCF110-38DD-8AFD-29C9-85AF01D03110}"/>
              </a:ext>
            </a:extLst>
          </p:cNvPr>
          <p:cNvSpPr txBox="1"/>
          <p:nvPr/>
        </p:nvSpPr>
        <p:spPr>
          <a:xfrm>
            <a:off x="10859516" y="4420755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GB:236-236-242</a:t>
            </a:r>
          </a:p>
        </p:txBody>
      </p:sp>
      <p:sp>
        <p:nvSpPr>
          <p:cNvPr id="308" name="CuadroTexto 307">
            <a:extLst>
              <a:ext uri="{FF2B5EF4-FFF2-40B4-BE49-F238E27FC236}">
                <a16:creationId xmlns:a16="http://schemas.microsoft.com/office/drawing/2014/main" id="{9A9BCA6D-9F2D-B55B-937C-A010424A467D}"/>
              </a:ext>
            </a:extLst>
          </p:cNvPr>
          <p:cNvSpPr txBox="1"/>
          <p:nvPr/>
        </p:nvSpPr>
        <p:spPr>
          <a:xfrm>
            <a:off x="10831703" y="4482534"/>
            <a:ext cx="34015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HEX:e</a:t>
            </a:r>
          </a:p>
        </p:txBody>
      </p: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E7E43B8A-D17A-24AA-2074-3D882E5B0D7D}"/>
              </a:ext>
            </a:extLst>
          </p:cNvPr>
          <p:cNvSpPr txBox="1"/>
          <p:nvPr/>
        </p:nvSpPr>
        <p:spPr>
          <a:xfrm>
            <a:off x="10956416" y="4482534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310" name="CuadroTexto 309">
            <a:extLst>
              <a:ext uri="{FF2B5EF4-FFF2-40B4-BE49-F238E27FC236}">
                <a16:creationId xmlns:a16="http://schemas.microsoft.com/office/drawing/2014/main" id="{B273DDA0-7A2F-82AB-EC62-7246414A7B97}"/>
              </a:ext>
            </a:extLst>
          </p:cNvPr>
          <p:cNvSpPr txBox="1"/>
          <p:nvPr/>
        </p:nvSpPr>
        <p:spPr>
          <a:xfrm>
            <a:off x="10979213" y="448253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e</a:t>
            </a:r>
          </a:p>
        </p:txBody>
      </p:sp>
      <p:sp>
        <p:nvSpPr>
          <p:cNvPr id="311" name="CuadroTexto 310">
            <a:extLst>
              <a:ext uri="{FF2B5EF4-FFF2-40B4-BE49-F238E27FC236}">
                <a16:creationId xmlns:a16="http://schemas.microsoft.com/office/drawing/2014/main" id="{A565976A-A6E7-43EE-91D7-EAE01F264BE4}"/>
              </a:ext>
            </a:extLst>
          </p:cNvPr>
          <p:cNvSpPr txBox="1"/>
          <p:nvPr/>
        </p:nvSpPr>
        <p:spPr>
          <a:xfrm>
            <a:off x="11005057" y="4482534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312" name="CuadroTexto 311">
            <a:extLst>
              <a:ext uri="{FF2B5EF4-FFF2-40B4-BE49-F238E27FC236}">
                <a16:creationId xmlns:a16="http://schemas.microsoft.com/office/drawing/2014/main" id="{7F93BBAC-46F1-8075-7143-767B7D7A6AAB}"/>
              </a:ext>
            </a:extLst>
          </p:cNvPr>
          <p:cNvSpPr txBox="1"/>
          <p:nvPr/>
        </p:nvSpPr>
        <p:spPr>
          <a:xfrm>
            <a:off x="11028172" y="4482534"/>
            <a:ext cx="2375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433D80"/>
                </a:solidFill>
                <a:latin typeface="MyriadPro-Regular"/>
                <a:sym typeface="MyriadPro-Regular"/>
                <a:rtl val="0"/>
              </a:rPr>
              <a:t>f2</a:t>
            </a:r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1BD2A7A-04EA-D61D-63A7-06C57B1F93BC}"/>
              </a:ext>
            </a:extLst>
          </p:cNvPr>
          <p:cNvSpPr txBox="1"/>
          <p:nvPr/>
        </p:nvSpPr>
        <p:spPr>
          <a:xfrm>
            <a:off x="8392668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14" name="CuadroTexto 313">
            <a:extLst>
              <a:ext uri="{FF2B5EF4-FFF2-40B4-BE49-F238E27FC236}">
                <a16:creationId xmlns:a16="http://schemas.microsoft.com/office/drawing/2014/main" id="{CF7A7304-5492-E8A1-980F-F7B22CBC73B4}"/>
              </a:ext>
            </a:extLst>
          </p:cNvPr>
          <p:cNvSpPr txBox="1"/>
          <p:nvPr/>
        </p:nvSpPr>
        <p:spPr>
          <a:xfrm>
            <a:off x="8415718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15" name="CuadroTexto 314">
            <a:extLst>
              <a:ext uri="{FF2B5EF4-FFF2-40B4-BE49-F238E27FC236}">
                <a16:creationId xmlns:a16="http://schemas.microsoft.com/office/drawing/2014/main" id="{3D57AE64-90FA-0667-C34B-FDFE7E6B046F}"/>
              </a:ext>
            </a:extLst>
          </p:cNvPr>
          <p:cNvSpPr txBox="1"/>
          <p:nvPr/>
        </p:nvSpPr>
        <p:spPr>
          <a:xfrm>
            <a:off x="8481123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16" name="CuadroTexto 315">
            <a:extLst>
              <a:ext uri="{FF2B5EF4-FFF2-40B4-BE49-F238E27FC236}">
                <a16:creationId xmlns:a16="http://schemas.microsoft.com/office/drawing/2014/main" id="{03ECCF6E-046D-2B93-A3D3-4B0B9457AC96}"/>
              </a:ext>
            </a:extLst>
          </p:cNvPr>
          <p:cNvSpPr txBox="1"/>
          <p:nvPr/>
        </p:nvSpPr>
        <p:spPr>
          <a:xfrm>
            <a:off x="8505316" y="5139804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ONE:717</a:t>
            </a:r>
          </a:p>
        </p:txBody>
      </p:sp>
      <p:sp>
        <p:nvSpPr>
          <p:cNvPr id="317" name="CuadroTexto 316">
            <a:extLst>
              <a:ext uri="{FF2B5EF4-FFF2-40B4-BE49-F238E27FC236}">
                <a16:creationId xmlns:a16="http://schemas.microsoft.com/office/drawing/2014/main" id="{FEAEF46B-8F8C-8B64-E2FE-49C91408A1C2}"/>
              </a:ext>
            </a:extLst>
          </p:cNvPr>
          <p:cNvSpPr txBox="1"/>
          <p:nvPr/>
        </p:nvSpPr>
        <p:spPr>
          <a:xfrm>
            <a:off x="8392668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18" name="CuadroTexto 317">
            <a:extLst>
              <a:ext uri="{FF2B5EF4-FFF2-40B4-BE49-F238E27FC236}">
                <a16:creationId xmlns:a16="http://schemas.microsoft.com/office/drawing/2014/main" id="{4D780B96-3EDF-6AA8-B568-D3207CB0CE8F}"/>
              </a:ext>
            </a:extLst>
          </p:cNvPr>
          <p:cNvSpPr txBox="1"/>
          <p:nvPr/>
        </p:nvSpPr>
        <p:spPr>
          <a:xfrm>
            <a:off x="8463915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19" name="CuadroTexto 318">
            <a:extLst>
              <a:ext uri="{FF2B5EF4-FFF2-40B4-BE49-F238E27FC236}">
                <a16:creationId xmlns:a16="http://schemas.microsoft.com/office/drawing/2014/main" id="{192A4C44-7EE7-C5C1-7068-A57DAC214D21}"/>
              </a:ext>
            </a:extLst>
          </p:cNvPr>
          <p:cNvSpPr txBox="1"/>
          <p:nvPr/>
        </p:nvSpPr>
        <p:spPr>
          <a:xfrm>
            <a:off x="8491474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20" name="CuadroTexto 319">
            <a:extLst>
              <a:ext uri="{FF2B5EF4-FFF2-40B4-BE49-F238E27FC236}">
                <a16:creationId xmlns:a16="http://schemas.microsoft.com/office/drawing/2014/main" id="{D9B0DF32-3EB8-28A9-9D2A-3D86B04C0DB1}"/>
              </a:ext>
            </a:extLst>
          </p:cNvPr>
          <p:cNvSpPr txBox="1"/>
          <p:nvPr/>
        </p:nvSpPr>
        <p:spPr>
          <a:xfrm>
            <a:off x="8520430" y="5201564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:0-53-100-2</a:t>
            </a:r>
          </a:p>
        </p:txBody>
      </p:sp>
      <p:sp>
        <p:nvSpPr>
          <p:cNvPr id="321" name="CuadroTexto 320">
            <a:extLst>
              <a:ext uri="{FF2B5EF4-FFF2-40B4-BE49-F238E27FC236}">
                <a16:creationId xmlns:a16="http://schemas.microsoft.com/office/drawing/2014/main" id="{0F7536A2-854B-8B09-0B3C-3A266F8F64A4}"/>
              </a:ext>
            </a:extLst>
          </p:cNvPr>
          <p:cNvSpPr txBox="1"/>
          <p:nvPr/>
        </p:nvSpPr>
        <p:spPr>
          <a:xfrm>
            <a:off x="8392668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22" name="CuadroTexto 321">
            <a:extLst>
              <a:ext uri="{FF2B5EF4-FFF2-40B4-BE49-F238E27FC236}">
                <a16:creationId xmlns:a16="http://schemas.microsoft.com/office/drawing/2014/main" id="{5DE0CC8B-03D5-AD90-CEB2-EB998FFC4052}"/>
              </a:ext>
            </a:extLst>
          </p:cNvPr>
          <p:cNvSpPr txBox="1"/>
          <p:nvPr/>
        </p:nvSpPr>
        <p:spPr>
          <a:xfrm>
            <a:off x="8420481" y="5263356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GB:186-85-15</a:t>
            </a:r>
          </a:p>
        </p:txBody>
      </p:sp>
      <p:sp>
        <p:nvSpPr>
          <p:cNvPr id="323" name="CuadroTexto 322">
            <a:extLst>
              <a:ext uri="{FF2B5EF4-FFF2-40B4-BE49-F238E27FC236}">
                <a16:creationId xmlns:a16="http://schemas.microsoft.com/office/drawing/2014/main" id="{B8128A32-17DC-129E-FB51-F7CA8561B0EE}"/>
              </a:ext>
            </a:extLst>
          </p:cNvPr>
          <p:cNvSpPr txBox="1"/>
          <p:nvPr/>
        </p:nvSpPr>
        <p:spPr>
          <a:xfrm>
            <a:off x="8392668" y="5325116"/>
            <a:ext cx="49564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HEX:ba550f</a:t>
            </a:r>
          </a:p>
        </p:txBody>
      </p:sp>
      <p:sp>
        <p:nvSpPr>
          <p:cNvPr id="324" name="CuadroTexto 323">
            <a:extLst>
              <a:ext uri="{FF2B5EF4-FFF2-40B4-BE49-F238E27FC236}">
                <a16:creationId xmlns:a16="http://schemas.microsoft.com/office/drawing/2014/main" id="{9D4ABE68-0334-A33B-69C3-4FFBFD9BB288}"/>
              </a:ext>
            </a:extLst>
          </p:cNvPr>
          <p:cNvSpPr txBox="1"/>
          <p:nvPr/>
        </p:nvSpPr>
        <p:spPr>
          <a:xfrm>
            <a:off x="9021762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25" name="CuadroTexto 324">
            <a:extLst>
              <a:ext uri="{FF2B5EF4-FFF2-40B4-BE49-F238E27FC236}">
                <a16:creationId xmlns:a16="http://schemas.microsoft.com/office/drawing/2014/main" id="{B7D69E0B-EE46-79A3-54F0-B30DAF2688E8}"/>
              </a:ext>
            </a:extLst>
          </p:cNvPr>
          <p:cNvSpPr txBox="1"/>
          <p:nvPr/>
        </p:nvSpPr>
        <p:spPr>
          <a:xfrm>
            <a:off x="9044813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26" name="CuadroTexto 325">
            <a:extLst>
              <a:ext uri="{FF2B5EF4-FFF2-40B4-BE49-F238E27FC236}">
                <a16:creationId xmlns:a16="http://schemas.microsoft.com/office/drawing/2014/main" id="{0E331967-1D21-6352-3986-D0F5C6D3C39A}"/>
              </a:ext>
            </a:extLst>
          </p:cNvPr>
          <p:cNvSpPr txBox="1"/>
          <p:nvPr/>
        </p:nvSpPr>
        <p:spPr>
          <a:xfrm>
            <a:off x="9110218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27" name="CuadroTexto 326">
            <a:extLst>
              <a:ext uri="{FF2B5EF4-FFF2-40B4-BE49-F238E27FC236}">
                <a16:creationId xmlns:a16="http://schemas.microsoft.com/office/drawing/2014/main" id="{848B2A0A-02FE-F2CC-CB84-61D9110F201B}"/>
              </a:ext>
            </a:extLst>
          </p:cNvPr>
          <p:cNvSpPr txBox="1"/>
          <p:nvPr/>
        </p:nvSpPr>
        <p:spPr>
          <a:xfrm>
            <a:off x="9134411" y="5139804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ONE:1505</a:t>
            </a:r>
          </a:p>
        </p:txBody>
      </p:sp>
      <p:sp>
        <p:nvSpPr>
          <p:cNvPr id="328" name="CuadroTexto 327">
            <a:extLst>
              <a:ext uri="{FF2B5EF4-FFF2-40B4-BE49-F238E27FC236}">
                <a16:creationId xmlns:a16="http://schemas.microsoft.com/office/drawing/2014/main" id="{FCA34C1A-181D-11E2-5847-3EFCDC349914}"/>
              </a:ext>
            </a:extLst>
          </p:cNvPr>
          <p:cNvSpPr txBox="1"/>
          <p:nvPr/>
        </p:nvSpPr>
        <p:spPr>
          <a:xfrm>
            <a:off x="9021762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29" name="CuadroTexto 328">
            <a:extLst>
              <a:ext uri="{FF2B5EF4-FFF2-40B4-BE49-F238E27FC236}">
                <a16:creationId xmlns:a16="http://schemas.microsoft.com/office/drawing/2014/main" id="{060E63B0-FFC5-33A4-E0E7-7DD87336318D}"/>
              </a:ext>
            </a:extLst>
          </p:cNvPr>
          <p:cNvSpPr txBox="1"/>
          <p:nvPr/>
        </p:nvSpPr>
        <p:spPr>
          <a:xfrm>
            <a:off x="9093009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30" name="CuadroTexto 329">
            <a:extLst>
              <a:ext uri="{FF2B5EF4-FFF2-40B4-BE49-F238E27FC236}">
                <a16:creationId xmlns:a16="http://schemas.microsoft.com/office/drawing/2014/main" id="{0C4B7582-A447-4A86-1472-52AEE770C719}"/>
              </a:ext>
            </a:extLst>
          </p:cNvPr>
          <p:cNvSpPr txBox="1"/>
          <p:nvPr/>
        </p:nvSpPr>
        <p:spPr>
          <a:xfrm>
            <a:off x="9120568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31" name="CuadroTexto 330">
            <a:extLst>
              <a:ext uri="{FF2B5EF4-FFF2-40B4-BE49-F238E27FC236}">
                <a16:creationId xmlns:a16="http://schemas.microsoft.com/office/drawing/2014/main" id="{9829E5E0-6AB9-E0D9-7FDC-60C982ADEAF2}"/>
              </a:ext>
            </a:extLst>
          </p:cNvPr>
          <p:cNvSpPr txBox="1"/>
          <p:nvPr/>
        </p:nvSpPr>
        <p:spPr>
          <a:xfrm>
            <a:off x="9149524" y="520156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:0-42-77-0</a:t>
            </a:r>
          </a:p>
        </p:txBody>
      </p:sp>
      <p:sp>
        <p:nvSpPr>
          <p:cNvPr id="332" name="CuadroTexto 331">
            <a:extLst>
              <a:ext uri="{FF2B5EF4-FFF2-40B4-BE49-F238E27FC236}">
                <a16:creationId xmlns:a16="http://schemas.microsoft.com/office/drawing/2014/main" id="{008EB119-8EAC-B77F-DFDE-25F7EE049486}"/>
              </a:ext>
            </a:extLst>
          </p:cNvPr>
          <p:cNvSpPr txBox="1"/>
          <p:nvPr/>
        </p:nvSpPr>
        <p:spPr>
          <a:xfrm>
            <a:off x="9021762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33" name="CuadroTexto 332">
            <a:extLst>
              <a:ext uri="{FF2B5EF4-FFF2-40B4-BE49-F238E27FC236}">
                <a16:creationId xmlns:a16="http://schemas.microsoft.com/office/drawing/2014/main" id="{BB5E939F-1ED8-9E94-E1B5-4DAFF48ACC41}"/>
              </a:ext>
            </a:extLst>
          </p:cNvPr>
          <p:cNvSpPr txBox="1"/>
          <p:nvPr/>
        </p:nvSpPr>
        <p:spPr>
          <a:xfrm>
            <a:off x="9049575" y="5263356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GB:126-118-20</a:t>
            </a:r>
          </a:p>
        </p:txBody>
      </p:sp>
      <p:sp>
        <p:nvSpPr>
          <p:cNvPr id="334" name="CuadroTexto 333">
            <a:extLst>
              <a:ext uri="{FF2B5EF4-FFF2-40B4-BE49-F238E27FC236}">
                <a16:creationId xmlns:a16="http://schemas.microsoft.com/office/drawing/2014/main" id="{20DD1821-8E6F-5C8D-CD29-8271534586DF}"/>
              </a:ext>
            </a:extLst>
          </p:cNvPr>
          <p:cNvSpPr txBox="1"/>
          <p:nvPr/>
        </p:nvSpPr>
        <p:spPr>
          <a:xfrm>
            <a:off x="9021762" y="5325116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HEX:e27614</a:t>
            </a:r>
          </a:p>
        </p:txBody>
      </p:sp>
      <p:sp>
        <p:nvSpPr>
          <p:cNvPr id="335" name="CuadroTexto 334">
            <a:extLst>
              <a:ext uri="{FF2B5EF4-FFF2-40B4-BE49-F238E27FC236}">
                <a16:creationId xmlns:a16="http://schemas.microsoft.com/office/drawing/2014/main" id="{739D0984-3A0A-491E-F8B9-816A4F99EDB3}"/>
              </a:ext>
            </a:extLst>
          </p:cNvPr>
          <p:cNvSpPr txBox="1"/>
          <p:nvPr/>
        </p:nvSpPr>
        <p:spPr>
          <a:xfrm>
            <a:off x="9589706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9749A609-0051-E097-B75D-D708107F6440}"/>
              </a:ext>
            </a:extLst>
          </p:cNvPr>
          <p:cNvSpPr txBox="1"/>
          <p:nvPr/>
        </p:nvSpPr>
        <p:spPr>
          <a:xfrm>
            <a:off x="9612757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37" name="CuadroTexto 336">
            <a:extLst>
              <a:ext uri="{FF2B5EF4-FFF2-40B4-BE49-F238E27FC236}">
                <a16:creationId xmlns:a16="http://schemas.microsoft.com/office/drawing/2014/main" id="{7B2F3635-6F76-AE7C-0859-08C5E00B8452}"/>
              </a:ext>
            </a:extLst>
          </p:cNvPr>
          <p:cNvSpPr txBox="1"/>
          <p:nvPr/>
        </p:nvSpPr>
        <p:spPr>
          <a:xfrm>
            <a:off x="9678162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9C523E1A-2CC7-2A7C-7B75-0261D8974313}"/>
              </a:ext>
            </a:extLst>
          </p:cNvPr>
          <p:cNvSpPr txBox="1"/>
          <p:nvPr/>
        </p:nvSpPr>
        <p:spPr>
          <a:xfrm>
            <a:off x="9702355" y="5139804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ONE:1505 / 60%</a:t>
            </a:r>
          </a:p>
        </p:txBody>
      </p:sp>
      <p:sp>
        <p:nvSpPr>
          <p:cNvPr id="339" name="CuadroTexto 338">
            <a:extLst>
              <a:ext uri="{FF2B5EF4-FFF2-40B4-BE49-F238E27FC236}">
                <a16:creationId xmlns:a16="http://schemas.microsoft.com/office/drawing/2014/main" id="{685B2D18-05AA-0C0C-13E4-00405D983908}"/>
              </a:ext>
            </a:extLst>
          </p:cNvPr>
          <p:cNvSpPr txBox="1"/>
          <p:nvPr/>
        </p:nvSpPr>
        <p:spPr>
          <a:xfrm>
            <a:off x="9589706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D855775D-3E0E-4BD8-DA7C-EA0F7AACF88C}"/>
              </a:ext>
            </a:extLst>
          </p:cNvPr>
          <p:cNvSpPr txBox="1"/>
          <p:nvPr/>
        </p:nvSpPr>
        <p:spPr>
          <a:xfrm>
            <a:off x="9660953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41" name="CuadroTexto 340">
            <a:extLst>
              <a:ext uri="{FF2B5EF4-FFF2-40B4-BE49-F238E27FC236}">
                <a16:creationId xmlns:a16="http://schemas.microsoft.com/office/drawing/2014/main" id="{F7D93535-015C-E803-C5A4-5045B224CC33}"/>
              </a:ext>
            </a:extLst>
          </p:cNvPr>
          <p:cNvSpPr txBox="1"/>
          <p:nvPr/>
        </p:nvSpPr>
        <p:spPr>
          <a:xfrm>
            <a:off x="9688512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42" name="CuadroTexto 341">
            <a:extLst>
              <a:ext uri="{FF2B5EF4-FFF2-40B4-BE49-F238E27FC236}">
                <a16:creationId xmlns:a16="http://schemas.microsoft.com/office/drawing/2014/main" id="{5FF2B328-D7D0-1385-481A-0F667BA94906}"/>
              </a:ext>
            </a:extLst>
          </p:cNvPr>
          <p:cNvSpPr txBox="1"/>
          <p:nvPr/>
        </p:nvSpPr>
        <p:spPr>
          <a:xfrm>
            <a:off x="9717468" y="520156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:0-44-60-0</a:t>
            </a:r>
          </a:p>
        </p:txBody>
      </p: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F63B40D6-06D2-34B9-5413-69184734883D}"/>
              </a:ext>
            </a:extLst>
          </p:cNvPr>
          <p:cNvSpPr txBox="1"/>
          <p:nvPr/>
        </p:nvSpPr>
        <p:spPr>
          <a:xfrm>
            <a:off x="9589706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44" name="CuadroTexto 343">
            <a:extLst>
              <a:ext uri="{FF2B5EF4-FFF2-40B4-BE49-F238E27FC236}">
                <a16:creationId xmlns:a16="http://schemas.microsoft.com/office/drawing/2014/main" id="{71730E25-A41D-FED9-B572-E8188761CE43}"/>
              </a:ext>
            </a:extLst>
          </p:cNvPr>
          <p:cNvSpPr txBox="1"/>
          <p:nvPr/>
        </p:nvSpPr>
        <p:spPr>
          <a:xfrm>
            <a:off x="9617519" y="526335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GB:238-173-114</a:t>
            </a:r>
          </a:p>
        </p:txBody>
      </p:sp>
      <p:sp>
        <p:nvSpPr>
          <p:cNvPr id="345" name="CuadroTexto 344">
            <a:extLst>
              <a:ext uri="{FF2B5EF4-FFF2-40B4-BE49-F238E27FC236}">
                <a16:creationId xmlns:a16="http://schemas.microsoft.com/office/drawing/2014/main" id="{A004CF05-1E97-BA71-D754-4AB4CA169D09}"/>
              </a:ext>
            </a:extLst>
          </p:cNvPr>
          <p:cNvSpPr txBox="1"/>
          <p:nvPr/>
        </p:nvSpPr>
        <p:spPr>
          <a:xfrm>
            <a:off x="9589706" y="5325116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HEX:eead72</a:t>
            </a:r>
          </a:p>
        </p:txBody>
      </p: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1E5193B6-A6E0-1211-F07C-DD4D128438EC}"/>
              </a:ext>
            </a:extLst>
          </p:cNvPr>
          <p:cNvSpPr txBox="1"/>
          <p:nvPr/>
        </p:nvSpPr>
        <p:spPr>
          <a:xfrm>
            <a:off x="10222039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168E9158-C8DD-A57E-874F-47F2B6BC799A}"/>
              </a:ext>
            </a:extLst>
          </p:cNvPr>
          <p:cNvSpPr txBox="1"/>
          <p:nvPr/>
        </p:nvSpPr>
        <p:spPr>
          <a:xfrm>
            <a:off x="10245090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139B97AD-35E5-223B-B019-C3A7D9A11095}"/>
              </a:ext>
            </a:extLst>
          </p:cNvPr>
          <p:cNvSpPr txBox="1"/>
          <p:nvPr/>
        </p:nvSpPr>
        <p:spPr>
          <a:xfrm>
            <a:off x="10310495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49" name="CuadroTexto 348">
            <a:extLst>
              <a:ext uri="{FF2B5EF4-FFF2-40B4-BE49-F238E27FC236}">
                <a16:creationId xmlns:a16="http://schemas.microsoft.com/office/drawing/2014/main" id="{BF48606E-0915-D0B0-9311-3B313B013A79}"/>
              </a:ext>
            </a:extLst>
          </p:cNvPr>
          <p:cNvSpPr txBox="1"/>
          <p:nvPr/>
        </p:nvSpPr>
        <p:spPr>
          <a:xfrm>
            <a:off x="10334688" y="5139804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ONE:1505 / 30%</a:t>
            </a:r>
          </a:p>
        </p:txBody>
      </p: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2B3066CD-8FA6-03A2-D9E6-9CEAAA6092F9}"/>
              </a:ext>
            </a:extLst>
          </p:cNvPr>
          <p:cNvSpPr txBox="1"/>
          <p:nvPr/>
        </p:nvSpPr>
        <p:spPr>
          <a:xfrm>
            <a:off x="10222039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0E2F0C9A-17FD-E832-C0BC-08E21EED5C44}"/>
              </a:ext>
            </a:extLst>
          </p:cNvPr>
          <p:cNvSpPr txBox="1"/>
          <p:nvPr/>
        </p:nvSpPr>
        <p:spPr>
          <a:xfrm>
            <a:off x="10293286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C67882BE-E2A1-B8C4-E32C-0C84E29157DD}"/>
              </a:ext>
            </a:extLst>
          </p:cNvPr>
          <p:cNvSpPr txBox="1"/>
          <p:nvPr/>
        </p:nvSpPr>
        <p:spPr>
          <a:xfrm>
            <a:off x="10320845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53" name="CuadroTexto 352">
            <a:extLst>
              <a:ext uri="{FF2B5EF4-FFF2-40B4-BE49-F238E27FC236}">
                <a16:creationId xmlns:a16="http://schemas.microsoft.com/office/drawing/2014/main" id="{2BD7D41E-FB32-4DA1-1698-C05B6C5F7A7E}"/>
              </a:ext>
            </a:extLst>
          </p:cNvPr>
          <p:cNvSpPr txBox="1"/>
          <p:nvPr/>
        </p:nvSpPr>
        <p:spPr>
          <a:xfrm>
            <a:off x="10349801" y="520156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:0-23-29-0</a:t>
            </a:r>
          </a:p>
        </p:txBody>
      </p:sp>
      <p:sp>
        <p:nvSpPr>
          <p:cNvPr id="354" name="CuadroTexto 353">
            <a:extLst>
              <a:ext uri="{FF2B5EF4-FFF2-40B4-BE49-F238E27FC236}">
                <a16:creationId xmlns:a16="http://schemas.microsoft.com/office/drawing/2014/main" id="{B4BE495E-0376-0C29-077C-0D7F0E437BAA}"/>
              </a:ext>
            </a:extLst>
          </p:cNvPr>
          <p:cNvSpPr txBox="1"/>
          <p:nvPr/>
        </p:nvSpPr>
        <p:spPr>
          <a:xfrm>
            <a:off x="10222039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55" name="CuadroTexto 354">
            <a:extLst>
              <a:ext uri="{FF2B5EF4-FFF2-40B4-BE49-F238E27FC236}">
                <a16:creationId xmlns:a16="http://schemas.microsoft.com/office/drawing/2014/main" id="{A4A9ED2A-BD8F-375D-58B7-38C0720BE99F}"/>
              </a:ext>
            </a:extLst>
          </p:cNvPr>
          <p:cNvSpPr txBox="1"/>
          <p:nvPr/>
        </p:nvSpPr>
        <p:spPr>
          <a:xfrm>
            <a:off x="10249852" y="526335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GB:246-214-184</a:t>
            </a:r>
          </a:p>
        </p:txBody>
      </p:sp>
      <p:sp>
        <p:nvSpPr>
          <p:cNvPr id="356" name="CuadroTexto 355">
            <a:extLst>
              <a:ext uri="{FF2B5EF4-FFF2-40B4-BE49-F238E27FC236}">
                <a16:creationId xmlns:a16="http://schemas.microsoft.com/office/drawing/2014/main" id="{980099B3-2932-6CF5-7DCC-93605F5EBB28}"/>
              </a:ext>
            </a:extLst>
          </p:cNvPr>
          <p:cNvSpPr txBox="1"/>
          <p:nvPr/>
        </p:nvSpPr>
        <p:spPr>
          <a:xfrm>
            <a:off x="10222039" y="5325116"/>
            <a:ext cx="50206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HEX:f6d6b8</a:t>
            </a:r>
          </a:p>
        </p:txBody>
      </p: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04EDED64-AEA0-03AA-6FB3-06FBFD502531}"/>
              </a:ext>
            </a:extLst>
          </p:cNvPr>
          <p:cNvSpPr txBox="1"/>
          <p:nvPr/>
        </p:nvSpPr>
        <p:spPr>
          <a:xfrm>
            <a:off x="10832592" y="5139804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358" name="CuadroTexto 357">
            <a:extLst>
              <a:ext uri="{FF2B5EF4-FFF2-40B4-BE49-F238E27FC236}">
                <a16:creationId xmlns:a16="http://schemas.microsoft.com/office/drawing/2014/main" id="{9C67378D-11E4-D5F2-1493-B68227B17B2A}"/>
              </a:ext>
            </a:extLst>
          </p:cNvPr>
          <p:cNvSpPr txBox="1"/>
          <p:nvPr/>
        </p:nvSpPr>
        <p:spPr>
          <a:xfrm>
            <a:off x="10855642" y="5139804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359" name="CuadroTexto 358">
            <a:extLst>
              <a:ext uri="{FF2B5EF4-FFF2-40B4-BE49-F238E27FC236}">
                <a16:creationId xmlns:a16="http://schemas.microsoft.com/office/drawing/2014/main" id="{5B660BBB-7467-56A5-AD0B-AED4A53822D2}"/>
              </a:ext>
            </a:extLst>
          </p:cNvPr>
          <p:cNvSpPr txBox="1"/>
          <p:nvPr/>
        </p:nvSpPr>
        <p:spPr>
          <a:xfrm>
            <a:off x="10921047" y="5139804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360" name="CuadroTexto 359">
            <a:extLst>
              <a:ext uri="{FF2B5EF4-FFF2-40B4-BE49-F238E27FC236}">
                <a16:creationId xmlns:a16="http://schemas.microsoft.com/office/drawing/2014/main" id="{587C39DA-980E-B610-EBBC-4D749974071D}"/>
              </a:ext>
            </a:extLst>
          </p:cNvPr>
          <p:cNvSpPr txBox="1"/>
          <p:nvPr/>
        </p:nvSpPr>
        <p:spPr>
          <a:xfrm>
            <a:off x="10945240" y="5139804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ONE:1505 / 10%</a:t>
            </a:r>
          </a:p>
        </p:txBody>
      </p:sp>
      <p:sp>
        <p:nvSpPr>
          <p:cNvPr id="361" name="CuadroTexto 360">
            <a:extLst>
              <a:ext uri="{FF2B5EF4-FFF2-40B4-BE49-F238E27FC236}">
                <a16:creationId xmlns:a16="http://schemas.microsoft.com/office/drawing/2014/main" id="{19FB7594-3BC5-D2E0-6EAF-1D36BE1BA974}"/>
              </a:ext>
            </a:extLst>
          </p:cNvPr>
          <p:cNvSpPr txBox="1"/>
          <p:nvPr/>
        </p:nvSpPr>
        <p:spPr>
          <a:xfrm>
            <a:off x="10832592" y="5201564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3BDBE7BE-02AA-BCDA-F856-2A3E7F1CCC82}"/>
              </a:ext>
            </a:extLst>
          </p:cNvPr>
          <p:cNvSpPr txBox="1"/>
          <p:nvPr/>
        </p:nvSpPr>
        <p:spPr>
          <a:xfrm>
            <a:off x="10903839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363" name="CuadroTexto 362">
            <a:extLst>
              <a:ext uri="{FF2B5EF4-FFF2-40B4-BE49-F238E27FC236}">
                <a16:creationId xmlns:a16="http://schemas.microsoft.com/office/drawing/2014/main" id="{53321060-9918-6779-1F35-7B3F977FA9F2}"/>
              </a:ext>
            </a:extLst>
          </p:cNvPr>
          <p:cNvSpPr txBox="1"/>
          <p:nvPr/>
        </p:nvSpPr>
        <p:spPr>
          <a:xfrm>
            <a:off x="10931398" y="5201564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364" name="CuadroTexto 363">
            <a:extLst>
              <a:ext uri="{FF2B5EF4-FFF2-40B4-BE49-F238E27FC236}">
                <a16:creationId xmlns:a16="http://schemas.microsoft.com/office/drawing/2014/main" id="{9625AB21-DF5B-E742-2E8E-55A63C5C6672}"/>
              </a:ext>
            </a:extLst>
          </p:cNvPr>
          <p:cNvSpPr txBox="1"/>
          <p:nvPr/>
        </p:nvSpPr>
        <p:spPr>
          <a:xfrm>
            <a:off x="10960354" y="5201564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:0-10-11-0</a:t>
            </a:r>
          </a:p>
        </p:txBody>
      </p: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B2463310-61D8-95E9-41B7-39F96B7E8069}"/>
              </a:ext>
            </a:extLst>
          </p:cNvPr>
          <p:cNvSpPr txBox="1"/>
          <p:nvPr/>
        </p:nvSpPr>
        <p:spPr>
          <a:xfrm>
            <a:off x="10832592" y="52633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366" name="CuadroTexto 365">
            <a:extLst>
              <a:ext uri="{FF2B5EF4-FFF2-40B4-BE49-F238E27FC236}">
                <a16:creationId xmlns:a16="http://schemas.microsoft.com/office/drawing/2014/main" id="{B459ED10-C444-2266-8BCA-13DF42C02A1F}"/>
              </a:ext>
            </a:extLst>
          </p:cNvPr>
          <p:cNvSpPr txBox="1"/>
          <p:nvPr/>
        </p:nvSpPr>
        <p:spPr>
          <a:xfrm>
            <a:off x="10860405" y="526335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GB:252-241-231</a:t>
            </a:r>
          </a:p>
        </p:txBody>
      </p:sp>
      <p:sp>
        <p:nvSpPr>
          <p:cNvPr id="367" name="CuadroTexto 366">
            <a:extLst>
              <a:ext uri="{FF2B5EF4-FFF2-40B4-BE49-F238E27FC236}">
                <a16:creationId xmlns:a16="http://schemas.microsoft.com/office/drawing/2014/main" id="{5C99E71E-89A1-A3CA-6DB5-C5E43516BB70}"/>
              </a:ext>
            </a:extLst>
          </p:cNvPr>
          <p:cNvSpPr txBox="1"/>
          <p:nvPr/>
        </p:nvSpPr>
        <p:spPr>
          <a:xfrm>
            <a:off x="10832592" y="5325116"/>
            <a:ext cx="3080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HEX:</a:t>
            </a:r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E757B418-8AFC-703B-8413-7E8123C8A0AB}"/>
              </a:ext>
            </a:extLst>
          </p:cNvPr>
          <p:cNvSpPr txBox="1"/>
          <p:nvPr/>
        </p:nvSpPr>
        <p:spPr>
          <a:xfrm>
            <a:off x="10931524" y="5325116"/>
            <a:ext cx="2039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f</a:t>
            </a:r>
          </a:p>
        </p:txBody>
      </p:sp>
      <p:sp>
        <p:nvSpPr>
          <p:cNvPr id="369" name="CuadroTexto 368">
            <a:extLst>
              <a:ext uri="{FF2B5EF4-FFF2-40B4-BE49-F238E27FC236}">
                <a16:creationId xmlns:a16="http://schemas.microsoft.com/office/drawing/2014/main" id="{F57F08F2-CE9B-DB16-2DC0-BAFE8FEBD2CB}"/>
              </a:ext>
            </a:extLst>
          </p:cNvPr>
          <p:cNvSpPr txBox="1"/>
          <p:nvPr/>
        </p:nvSpPr>
        <p:spPr>
          <a:xfrm>
            <a:off x="10945939" y="5325116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370" name="CuadroTexto 369">
            <a:extLst>
              <a:ext uri="{FF2B5EF4-FFF2-40B4-BE49-F238E27FC236}">
                <a16:creationId xmlns:a16="http://schemas.microsoft.com/office/drawing/2014/main" id="{61359C2B-5B07-3E37-0815-88525F9E15A2}"/>
              </a:ext>
            </a:extLst>
          </p:cNvPr>
          <p:cNvSpPr txBox="1"/>
          <p:nvPr/>
        </p:nvSpPr>
        <p:spPr>
          <a:xfrm>
            <a:off x="10969117" y="5325116"/>
            <a:ext cx="30328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E27614"/>
                </a:solidFill>
                <a:latin typeface="MyriadPro-Regular"/>
                <a:sym typeface="MyriadPro-Regular"/>
                <a:rtl val="0"/>
              </a:rPr>
              <a:t>f1e7</a:t>
            </a:r>
          </a:p>
        </p:txBody>
      </p:sp>
      <p:sp>
        <p:nvSpPr>
          <p:cNvPr id="371" name="Forma libre 370">
            <a:extLst>
              <a:ext uri="{FF2B5EF4-FFF2-40B4-BE49-F238E27FC236}">
                <a16:creationId xmlns:a16="http://schemas.microsoft.com/office/drawing/2014/main" id="{368EA220-9779-C82B-4A36-CCBA4AE3CD8C}"/>
              </a:ext>
            </a:extLst>
          </p:cNvPr>
          <p:cNvSpPr/>
          <p:nvPr/>
        </p:nvSpPr>
        <p:spPr>
          <a:xfrm>
            <a:off x="5063885" y="820737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63261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72" name="Forma libre 371">
            <a:extLst>
              <a:ext uri="{FF2B5EF4-FFF2-40B4-BE49-F238E27FC236}">
                <a16:creationId xmlns:a16="http://schemas.microsoft.com/office/drawing/2014/main" id="{09C48E74-AE31-6B51-1ACE-E19910092E71}"/>
              </a:ext>
            </a:extLst>
          </p:cNvPr>
          <p:cNvSpPr/>
          <p:nvPr/>
        </p:nvSpPr>
        <p:spPr>
          <a:xfrm>
            <a:off x="5682566" y="820737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F473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73" name="Forma libre 372">
            <a:extLst>
              <a:ext uri="{FF2B5EF4-FFF2-40B4-BE49-F238E27FC236}">
                <a16:creationId xmlns:a16="http://schemas.microsoft.com/office/drawing/2014/main" id="{1B230C57-8EA5-8D3A-BF4A-A3DF23FAC473}"/>
              </a:ext>
            </a:extLst>
          </p:cNvPr>
          <p:cNvSpPr/>
          <p:nvPr/>
        </p:nvSpPr>
        <p:spPr>
          <a:xfrm>
            <a:off x="6301310" y="8207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2918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74" name="Forma libre 373">
            <a:extLst>
              <a:ext uri="{FF2B5EF4-FFF2-40B4-BE49-F238E27FC236}">
                <a16:creationId xmlns:a16="http://schemas.microsoft.com/office/drawing/2014/main" id="{1F63C162-EF1E-CEEC-B687-A81B376A7448}"/>
              </a:ext>
            </a:extLst>
          </p:cNvPr>
          <p:cNvSpPr/>
          <p:nvPr/>
        </p:nvSpPr>
        <p:spPr>
          <a:xfrm>
            <a:off x="6919990" y="8207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9C8C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75" name="Forma libre 374">
            <a:extLst>
              <a:ext uri="{FF2B5EF4-FFF2-40B4-BE49-F238E27FC236}">
                <a16:creationId xmlns:a16="http://schemas.microsoft.com/office/drawing/2014/main" id="{A0FFC1FA-AE82-14E4-56AA-FE1628489E4E}"/>
              </a:ext>
            </a:extLst>
          </p:cNvPr>
          <p:cNvSpPr/>
          <p:nvPr/>
        </p:nvSpPr>
        <p:spPr>
          <a:xfrm>
            <a:off x="5063885" y="1638871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5E2B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76" name="Forma libre 375">
            <a:extLst>
              <a:ext uri="{FF2B5EF4-FFF2-40B4-BE49-F238E27FC236}">
                <a16:creationId xmlns:a16="http://schemas.microsoft.com/office/drawing/2014/main" id="{11969BEE-DCBE-726C-15AC-024A7A307940}"/>
              </a:ext>
            </a:extLst>
          </p:cNvPr>
          <p:cNvSpPr/>
          <p:nvPr/>
        </p:nvSpPr>
        <p:spPr>
          <a:xfrm>
            <a:off x="5682566" y="1638871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7C427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77" name="Forma libre 376">
            <a:extLst>
              <a:ext uri="{FF2B5EF4-FFF2-40B4-BE49-F238E27FC236}">
                <a16:creationId xmlns:a16="http://schemas.microsoft.com/office/drawing/2014/main" id="{8DA409B9-F9C7-2325-3968-06A3987024A0}"/>
              </a:ext>
            </a:extLst>
          </p:cNvPr>
          <p:cNvSpPr/>
          <p:nvPr/>
        </p:nvSpPr>
        <p:spPr>
          <a:xfrm>
            <a:off x="6919990" y="163887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8C6D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78" name="Forma libre 377">
            <a:extLst>
              <a:ext uri="{FF2B5EF4-FFF2-40B4-BE49-F238E27FC236}">
                <a16:creationId xmlns:a16="http://schemas.microsoft.com/office/drawing/2014/main" id="{70C2094E-D7DD-91D5-B659-D72998349ACC}"/>
              </a:ext>
            </a:extLst>
          </p:cNvPr>
          <p:cNvSpPr/>
          <p:nvPr/>
        </p:nvSpPr>
        <p:spPr>
          <a:xfrm>
            <a:off x="7538734" y="163887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2EC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79" name="Forma libre 378">
            <a:extLst>
              <a:ext uri="{FF2B5EF4-FFF2-40B4-BE49-F238E27FC236}">
                <a16:creationId xmlns:a16="http://schemas.microsoft.com/office/drawing/2014/main" id="{3863D3F5-C519-9810-25D4-07C2B7BA5196}"/>
              </a:ext>
            </a:extLst>
          </p:cNvPr>
          <p:cNvSpPr/>
          <p:nvPr/>
        </p:nvSpPr>
        <p:spPr>
          <a:xfrm>
            <a:off x="6301310" y="1638871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08EA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80" name="Forma libre 379">
            <a:extLst>
              <a:ext uri="{FF2B5EF4-FFF2-40B4-BE49-F238E27FC236}">
                <a16:creationId xmlns:a16="http://schemas.microsoft.com/office/drawing/2014/main" id="{127F77CF-AC5B-2A4A-0439-1F5CA9C23F47}"/>
              </a:ext>
            </a:extLst>
          </p:cNvPr>
          <p:cNvSpPr/>
          <p:nvPr/>
        </p:nvSpPr>
        <p:spPr>
          <a:xfrm>
            <a:off x="5682566" y="4233037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CE292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1" name="Forma libre 380">
            <a:extLst>
              <a:ext uri="{FF2B5EF4-FFF2-40B4-BE49-F238E27FC236}">
                <a16:creationId xmlns:a16="http://schemas.microsoft.com/office/drawing/2014/main" id="{16DF4613-6540-0A73-AE1E-10108E5AEF08}"/>
              </a:ext>
            </a:extLst>
          </p:cNvPr>
          <p:cNvSpPr/>
          <p:nvPr/>
        </p:nvSpPr>
        <p:spPr>
          <a:xfrm>
            <a:off x="6301310" y="42330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27E7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2" name="Forma libre 381">
            <a:extLst>
              <a:ext uri="{FF2B5EF4-FFF2-40B4-BE49-F238E27FC236}">
                <a16:creationId xmlns:a16="http://schemas.microsoft.com/office/drawing/2014/main" id="{C5C6A802-5E5A-2C55-819E-E5008E57A94D}"/>
              </a:ext>
            </a:extLst>
          </p:cNvPr>
          <p:cNvSpPr/>
          <p:nvPr/>
        </p:nvSpPr>
        <p:spPr>
          <a:xfrm>
            <a:off x="6919990" y="42330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0BFB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3" name="Forma libre 382">
            <a:extLst>
              <a:ext uri="{FF2B5EF4-FFF2-40B4-BE49-F238E27FC236}">
                <a16:creationId xmlns:a16="http://schemas.microsoft.com/office/drawing/2014/main" id="{7BB2AD53-3065-17FB-BA4D-7DFCD1C11841}"/>
              </a:ext>
            </a:extLst>
          </p:cNvPr>
          <p:cNvSpPr/>
          <p:nvPr/>
        </p:nvSpPr>
        <p:spPr>
          <a:xfrm>
            <a:off x="7538734" y="42330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AEAE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4" name="Forma libre 383">
            <a:extLst>
              <a:ext uri="{FF2B5EF4-FFF2-40B4-BE49-F238E27FC236}">
                <a16:creationId xmlns:a16="http://schemas.microsoft.com/office/drawing/2014/main" id="{200E8241-0F1E-1F0B-C6F9-4FA9D94E94FE}"/>
              </a:ext>
            </a:extLst>
          </p:cNvPr>
          <p:cNvSpPr/>
          <p:nvPr/>
        </p:nvSpPr>
        <p:spPr>
          <a:xfrm>
            <a:off x="5063885" y="4233037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A30C0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5" name="Forma libre 384">
            <a:extLst>
              <a:ext uri="{FF2B5EF4-FFF2-40B4-BE49-F238E27FC236}">
                <a16:creationId xmlns:a16="http://schemas.microsoft.com/office/drawing/2014/main" id="{DE8E7BA1-0652-9EDE-4C6D-1580760E90FF}"/>
              </a:ext>
            </a:extLst>
          </p:cNvPr>
          <p:cNvSpPr/>
          <p:nvPr/>
        </p:nvSpPr>
        <p:spPr>
          <a:xfrm>
            <a:off x="5063885" y="5070665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91734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6" name="Forma libre 385">
            <a:extLst>
              <a:ext uri="{FF2B5EF4-FFF2-40B4-BE49-F238E27FC236}">
                <a16:creationId xmlns:a16="http://schemas.microsoft.com/office/drawing/2014/main" id="{F4B33936-8B00-9A73-CCFB-B49CEF533AD8}"/>
              </a:ext>
            </a:extLst>
          </p:cNvPr>
          <p:cNvSpPr/>
          <p:nvPr/>
        </p:nvSpPr>
        <p:spPr>
          <a:xfrm>
            <a:off x="5682566" y="5070665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A996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7" name="Forma libre 386">
            <a:extLst>
              <a:ext uri="{FF2B5EF4-FFF2-40B4-BE49-F238E27FC236}">
                <a16:creationId xmlns:a16="http://schemas.microsoft.com/office/drawing/2014/main" id="{5C4B2455-5542-218F-0964-318626F9E13F}"/>
              </a:ext>
            </a:extLst>
          </p:cNvPr>
          <p:cNvSpPr/>
          <p:nvPr/>
        </p:nvSpPr>
        <p:spPr>
          <a:xfrm>
            <a:off x="6301310" y="5070665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6C2A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8" name="Forma libre 387">
            <a:extLst>
              <a:ext uri="{FF2B5EF4-FFF2-40B4-BE49-F238E27FC236}">
                <a16:creationId xmlns:a16="http://schemas.microsoft.com/office/drawing/2014/main" id="{F93B3E4F-CBB4-DAD3-AE50-11A562F43163}"/>
              </a:ext>
            </a:extLst>
          </p:cNvPr>
          <p:cNvSpPr/>
          <p:nvPr/>
        </p:nvSpPr>
        <p:spPr>
          <a:xfrm>
            <a:off x="6919990" y="5070665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EAE0D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89" name="Forma libre 388">
            <a:extLst>
              <a:ext uri="{FF2B5EF4-FFF2-40B4-BE49-F238E27FC236}">
                <a16:creationId xmlns:a16="http://schemas.microsoft.com/office/drawing/2014/main" id="{E9505417-97A7-034E-08A6-537DABF01A56}"/>
              </a:ext>
            </a:extLst>
          </p:cNvPr>
          <p:cNvSpPr/>
          <p:nvPr/>
        </p:nvSpPr>
        <p:spPr>
          <a:xfrm>
            <a:off x="7538734" y="5070665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8F5F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0" name="Forma libre 389">
            <a:extLst>
              <a:ext uri="{FF2B5EF4-FFF2-40B4-BE49-F238E27FC236}">
                <a16:creationId xmlns:a16="http://schemas.microsoft.com/office/drawing/2014/main" id="{4D6D5645-B96A-553D-A30B-D3E7499155B1}"/>
              </a:ext>
            </a:extLst>
          </p:cNvPr>
          <p:cNvSpPr/>
          <p:nvPr/>
        </p:nvSpPr>
        <p:spPr>
          <a:xfrm>
            <a:off x="5063885" y="5868479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5E103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>
              <a:solidFill>
                <a:srgbClr val="001F5A"/>
              </a:solidFill>
            </a:endParaRPr>
          </a:p>
        </p:txBody>
      </p:sp>
      <p:sp>
        <p:nvSpPr>
          <p:cNvPr id="391" name="Forma libre 390">
            <a:extLst>
              <a:ext uri="{FF2B5EF4-FFF2-40B4-BE49-F238E27FC236}">
                <a16:creationId xmlns:a16="http://schemas.microsoft.com/office/drawing/2014/main" id="{CCF8854A-8A3D-61DF-3B89-56EB95380713}"/>
              </a:ext>
            </a:extLst>
          </p:cNvPr>
          <p:cNvSpPr/>
          <p:nvPr/>
        </p:nvSpPr>
        <p:spPr>
          <a:xfrm>
            <a:off x="5682566" y="5868479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842A4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92" name="Forma libre 391">
            <a:extLst>
              <a:ext uri="{FF2B5EF4-FFF2-40B4-BE49-F238E27FC236}">
                <a16:creationId xmlns:a16="http://schemas.microsoft.com/office/drawing/2014/main" id="{31103599-283F-BFDD-754D-36EAF28A7032}"/>
              </a:ext>
            </a:extLst>
          </p:cNvPr>
          <p:cNvSpPr/>
          <p:nvPr/>
        </p:nvSpPr>
        <p:spPr>
          <a:xfrm>
            <a:off x="6301310" y="5868479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B57F9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93" name="Forma libre 392">
            <a:extLst>
              <a:ext uri="{FF2B5EF4-FFF2-40B4-BE49-F238E27FC236}">
                <a16:creationId xmlns:a16="http://schemas.microsoft.com/office/drawing/2014/main" id="{9D3B48C5-357B-9E74-AFD2-0906D0D1987C}"/>
              </a:ext>
            </a:extLst>
          </p:cNvPr>
          <p:cNvSpPr/>
          <p:nvPr/>
        </p:nvSpPr>
        <p:spPr>
          <a:xfrm>
            <a:off x="6919990" y="5868479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ABFC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94" name="Forma libre 393">
            <a:extLst>
              <a:ext uri="{FF2B5EF4-FFF2-40B4-BE49-F238E27FC236}">
                <a16:creationId xmlns:a16="http://schemas.microsoft.com/office/drawing/2014/main" id="{20842190-6832-B2EF-DF58-C2C74336F5E2}"/>
              </a:ext>
            </a:extLst>
          </p:cNvPr>
          <p:cNvSpPr/>
          <p:nvPr/>
        </p:nvSpPr>
        <p:spPr>
          <a:xfrm>
            <a:off x="7538734" y="5868479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3EAE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500"/>
          </a:p>
        </p:txBody>
      </p:sp>
      <p:sp>
        <p:nvSpPr>
          <p:cNvPr id="395" name="Forma libre 394">
            <a:extLst>
              <a:ext uri="{FF2B5EF4-FFF2-40B4-BE49-F238E27FC236}">
                <a16:creationId xmlns:a16="http://schemas.microsoft.com/office/drawing/2014/main" id="{7963C7BE-095E-3231-091F-53265C5B1054}"/>
              </a:ext>
            </a:extLst>
          </p:cNvPr>
          <p:cNvSpPr/>
          <p:nvPr/>
        </p:nvSpPr>
        <p:spPr>
          <a:xfrm>
            <a:off x="5063885" y="3401822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CE960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6" name="Forma libre 395">
            <a:extLst>
              <a:ext uri="{FF2B5EF4-FFF2-40B4-BE49-F238E27FC236}">
                <a16:creationId xmlns:a16="http://schemas.microsoft.com/office/drawing/2014/main" id="{34D39F40-4C0C-283B-1D49-433B7F4CE1EC}"/>
              </a:ext>
            </a:extLst>
          </p:cNvPr>
          <p:cNvSpPr/>
          <p:nvPr/>
        </p:nvSpPr>
        <p:spPr>
          <a:xfrm>
            <a:off x="5682566" y="3401822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4C81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7" name="Forma libre 396">
            <a:extLst>
              <a:ext uri="{FF2B5EF4-FFF2-40B4-BE49-F238E27FC236}">
                <a16:creationId xmlns:a16="http://schemas.microsoft.com/office/drawing/2014/main" id="{E9D3B715-42BC-2BAF-30F2-B7F785DCA94C}"/>
              </a:ext>
            </a:extLst>
          </p:cNvPr>
          <p:cNvSpPr/>
          <p:nvPr/>
        </p:nvSpPr>
        <p:spPr>
          <a:xfrm>
            <a:off x="6301310" y="3401822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8DE7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8" name="Forma libre 397">
            <a:extLst>
              <a:ext uri="{FF2B5EF4-FFF2-40B4-BE49-F238E27FC236}">
                <a16:creationId xmlns:a16="http://schemas.microsoft.com/office/drawing/2014/main" id="{FD4164B0-7F0B-F808-94A0-D6C5584A1A8B}"/>
              </a:ext>
            </a:extLst>
          </p:cNvPr>
          <p:cNvSpPr/>
          <p:nvPr/>
        </p:nvSpPr>
        <p:spPr>
          <a:xfrm>
            <a:off x="6919990" y="3401822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CEE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399" name="Forma libre 398">
            <a:extLst>
              <a:ext uri="{FF2B5EF4-FFF2-40B4-BE49-F238E27FC236}">
                <a16:creationId xmlns:a16="http://schemas.microsoft.com/office/drawing/2014/main" id="{4AEBACD4-32AC-562F-BA32-96C3FD6469C8}"/>
              </a:ext>
            </a:extLst>
          </p:cNvPr>
          <p:cNvSpPr/>
          <p:nvPr/>
        </p:nvSpPr>
        <p:spPr>
          <a:xfrm>
            <a:off x="7538734" y="3401822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EF9E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0" name="Forma libre 399">
            <a:extLst>
              <a:ext uri="{FF2B5EF4-FFF2-40B4-BE49-F238E27FC236}">
                <a16:creationId xmlns:a16="http://schemas.microsoft.com/office/drawing/2014/main" id="{1D38EC35-4D83-5F96-FF06-59CCFAE4C41C}"/>
              </a:ext>
            </a:extLst>
          </p:cNvPr>
          <p:cNvSpPr/>
          <p:nvPr/>
        </p:nvSpPr>
        <p:spPr>
          <a:xfrm>
            <a:off x="5063885" y="2565908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0497A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1" name="Forma libre 400">
            <a:extLst>
              <a:ext uri="{FF2B5EF4-FFF2-40B4-BE49-F238E27FC236}">
                <a16:creationId xmlns:a16="http://schemas.microsoft.com/office/drawing/2014/main" id="{58D672F4-4CD7-620F-485A-3AA8CCF78B0C}"/>
              </a:ext>
            </a:extLst>
          </p:cNvPr>
          <p:cNvSpPr/>
          <p:nvPr/>
        </p:nvSpPr>
        <p:spPr>
          <a:xfrm>
            <a:off x="5682566" y="2565908"/>
            <a:ext cx="618743" cy="446024"/>
          </a:xfrm>
          <a:custGeom>
            <a:avLst/>
            <a:gdLst>
              <a:gd name="connsiteX0" fmla="*/ 0 w 618743"/>
              <a:gd name="connsiteY0" fmla="*/ 0 h 446024"/>
              <a:gd name="connsiteX1" fmla="*/ 618744 w 618743"/>
              <a:gd name="connsiteY1" fmla="*/ 0 h 446024"/>
              <a:gd name="connsiteX2" fmla="*/ 618744 w 618743"/>
              <a:gd name="connsiteY2" fmla="*/ 446024 h 446024"/>
              <a:gd name="connsiteX3" fmla="*/ 0 w 618743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3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69C2D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2" name="Forma libre 401">
            <a:extLst>
              <a:ext uri="{FF2B5EF4-FFF2-40B4-BE49-F238E27FC236}">
                <a16:creationId xmlns:a16="http://schemas.microsoft.com/office/drawing/2014/main" id="{190556A6-6D31-33F3-9915-0A8C5A7A6EFD}"/>
              </a:ext>
            </a:extLst>
          </p:cNvPr>
          <p:cNvSpPr/>
          <p:nvPr/>
        </p:nvSpPr>
        <p:spPr>
          <a:xfrm>
            <a:off x="6301310" y="256590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A5DAE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3" name="Forma libre 402">
            <a:extLst>
              <a:ext uri="{FF2B5EF4-FFF2-40B4-BE49-F238E27FC236}">
                <a16:creationId xmlns:a16="http://schemas.microsoft.com/office/drawing/2014/main" id="{34D68A71-151C-5C18-7C94-50116A2C79D0}"/>
              </a:ext>
            </a:extLst>
          </p:cNvPr>
          <p:cNvSpPr/>
          <p:nvPr/>
        </p:nvSpPr>
        <p:spPr>
          <a:xfrm>
            <a:off x="6919990" y="256590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3 w 618744"/>
              <a:gd name="connsiteY1" fmla="*/ 0 h 446024"/>
              <a:gd name="connsiteX2" fmla="*/ 618743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3" y="0"/>
                </a:lnTo>
                <a:lnTo>
                  <a:pt x="618743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D2EDF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4" name="Forma libre 403">
            <a:extLst>
              <a:ext uri="{FF2B5EF4-FFF2-40B4-BE49-F238E27FC236}">
                <a16:creationId xmlns:a16="http://schemas.microsoft.com/office/drawing/2014/main" id="{9D768AFF-DCDF-9822-7FFE-2A9D13BD34D6}"/>
              </a:ext>
            </a:extLst>
          </p:cNvPr>
          <p:cNvSpPr/>
          <p:nvPr/>
        </p:nvSpPr>
        <p:spPr>
          <a:xfrm>
            <a:off x="7538734" y="2565908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0F9F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405" name="CuadroTexto 404">
            <a:extLst>
              <a:ext uri="{FF2B5EF4-FFF2-40B4-BE49-F238E27FC236}">
                <a16:creationId xmlns:a16="http://schemas.microsoft.com/office/drawing/2014/main" id="{B3A316D5-A54E-8209-8AE5-E47CA0636D10}"/>
              </a:ext>
            </a:extLst>
          </p:cNvPr>
          <p:cNvSpPr txBox="1"/>
          <p:nvPr/>
        </p:nvSpPr>
        <p:spPr>
          <a:xfrm>
            <a:off x="5719364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06" name="CuadroTexto 405">
            <a:extLst>
              <a:ext uri="{FF2B5EF4-FFF2-40B4-BE49-F238E27FC236}">
                <a16:creationId xmlns:a16="http://schemas.microsoft.com/office/drawing/2014/main" id="{51C02008-58F3-EED0-BC85-50D25C4C0853}"/>
              </a:ext>
            </a:extLst>
          </p:cNvPr>
          <p:cNvSpPr txBox="1"/>
          <p:nvPr/>
        </p:nvSpPr>
        <p:spPr>
          <a:xfrm>
            <a:off x="5742478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07" name="CuadroTexto 406">
            <a:extLst>
              <a:ext uri="{FF2B5EF4-FFF2-40B4-BE49-F238E27FC236}">
                <a16:creationId xmlns:a16="http://schemas.microsoft.com/office/drawing/2014/main" id="{319E7C63-8C79-0FE4-3055-C2DFDCAB0F83}"/>
              </a:ext>
            </a:extLst>
          </p:cNvPr>
          <p:cNvSpPr txBox="1"/>
          <p:nvPr/>
        </p:nvSpPr>
        <p:spPr>
          <a:xfrm>
            <a:off x="5807883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08" name="CuadroTexto 407">
            <a:extLst>
              <a:ext uri="{FF2B5EF4-FFF2-40B4-BE49-F238E27FC236}">
                <a16:creationId xmlns:a16="http://schemas.microsoft.com/office/drawing/2014/main" id="{E666D8C7-B224-AD90-9A74-F5BBA20F0D2C}"/>
              </a:ext>
            </a:extLst>
          </p:cNvPr>
          <p:cNvSpPr txBox="1"/>
          <p:nvPr/>
        </p:nvSpPr>
        <p:spPr>
          <a:xfrm>
            <a:off x="5832076" y="891317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ONE:491</a:t>
            </a:r>
          </a:p>
        </p:txBody>
      </p:sp>
      <p:sp>
        <p:nvSpPr>
          <p:cNvPr id="409" name="CuadroTexto 408">
            <a:extLst>
              <a:ext uri="{FF2B5EF4-FFF2-40B4-BE49-F238E27FC236}">
                <a16:creationId xmlns:a16="http://schemas.microsoft.com/office/drawing/2014/main" id="{01C00069-6C58-990D-3D95-EAE41DA94AAE}"/>
              </a:ext>
            </a:extLst>
          </p:cNvPr>
          <p:cNvSpPr txBox="1"/>
          <p:nvPr/>
        </p:nvSpPr>
        <p:spPr>
          <a:xfrm>
            <a:off x="5719364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10" name="CuadroTexto 409">
            <a:extLst>
              <a:ext uri="{FF2B5EF4-FFF2-40B4-BE49-F238E27FC236}">
                <a16:creationId xmlns:a16="http://schemas.microsoft.com/office/drawing/2014/main" id="{EE693E8A-56D8-FABC-F963-7E8A0D3E9FCF}"/>
              </a:ext>
            </a:extLst>
          </p:cNvPr>
          <p:cNvSpPr txBox="1"/>
          <p:nvPr/>
        </p:nvSpPr>
        <p:spPr>
          <a:xfrm>
            <a:off x="5790611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11" name="CuadroTexto 410">
            <a:extLst>
              <a:ext uri="{FF2B5EF4-FFF2-40B4-BE49-F238E27FC236}">
                <a16:creationId xmlns:a16="http://schemas.microsoft.com/office/drawing/2014/main" id="{C8A43BA6-A049-DCCE-0F13-B13DFE5A48AB}"/>
              </a:ext>
            </a:extLst>
          </p:cNvPr>
          <p:cNvSpPr txBox="1"/>
          <p:nvPr/>
        </p:nvSpPr>
        <p:spPr>
          <a:xfrm>
            <a:off x="5818170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12" name="CuadroTexto 411">
            <a:extLst>
              <a:ext uri="{FF2B5EF4-FFF2-40B4-BE49-F238E27FC236}">
                <a16:creationId xmlns:a16="http://schemas.microsoft.com/office/drawing/2014/main" id="{2FE601B3-2B0D-C945-6C7F-B575153E2FA1}"/>
              </a:ext>
            </a:extLst>
          </p:cNvPr>
          <p:cNvSpPr txBox="1"/>
          <p:nvPr/>
        </p:nvSpPr>
        <p:spPr>
          <a:xfrm>
            <a:off x="5847126" y="953096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:0-79-100-52</a:t>
            </a:r>
          </a:p>
        </p:txBody>
      </p:sp>
      <p:sp>
        <p:nvSpPr>
          <p:cNvPr id="413" name="CuadroTexto 412">
            <a:extLst>
              <a:ext uri="{FF2B5EF4-FFF2-40B4-BE49-F238E27FC236}">
                <a16:creationId xmlns:a16="http://schemas.microsoft.com/office/drawing/2014/main" id="{8293BEB7-126E-C099-DF2D-4A972A00696C}"/>
              </a:ext>
            </a:extLst>
          </p:cNvPr>
          <p:cNvSpPr txBox="1"/>
          <p:nvPr/>
        </p:nvSpPr>
        <p:spPr>
          <a:xfrm>
            <a:off x="5719364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14" name="CuadroTexto 413">
            <a:extLst>
              <a:ext uri="{FF2B5EF4-FFF2-40B4-BE49-F238E27FC236}">
                <a16:creationId xmlns:a16="http://schemas.microsoft.com/office/drawing/2014/main" id="{A68C9E49-E41F-4FA0-48E8-55E58A3F7198}"/>
              </a:ext>
            </a:extLst>
          </p:cNvPr>
          <p:cNvSpPr txBox="1"/>
          <p:nvPr/>
        </p:nvSpPr>
        <p:spPr>
          <a:xfrm>
            <a:off x="5747177" y="1014876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GB:127-71-56</a:t>
            </a:r>
          </a:p>
        </p:txBody>
      </p:sp>
      <p:sp>
        <p:nvSpPr>
          <p:cNvPr id="415" name="CuadroTexto 414">
            <a:extLst>
              <a:ext uri="{FF2B5EF4-FFF2-40B4-BE49-F238E27FC236}">
                <a16:creationId xmlns:a16="http://schemas.microsoft.com/office/drawing/2014/main" id="{BBCD75F1-9739-3711-9393-78730DB556EC}"/>
              </a:ext>
            </a:extLst>
          </p:cNvPr>
          <p:cNvSpPr txBox="1"/>
          <p:nvPr/>
        </p:nvSpPr>
        <p:spPr>
          <a:xfrm>
            <a:off x="5719364" y="1076655"/>
            <a:ext cx="49564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HEX:7f4738</a:t>
            </a:r>
          </a:p>
        </p:txBody>
      </p:sp>
      <p:sp>
        <p:nvSpPr>
          <p:cNvPr id="416" name="CuadroTexto 415">
            <a:extLst>
              <a:ext uri="{FF2B5EF4-FFF2-40B4-BE49-F238E27FC236}">
                <a16:creationId xmlns:a16="http://schemas.microsoft.com/office/drawing/2014/main" id="{8B0D35C2-B03B-B9C7-5EC3-DE977EC886EF}"/>
              </a:ext>
            </a:extLst>
          </p:cNvPr>
          <p:cNvSpPr txBox="1"/>
          <p:nvPr/>
        </p:nvSpPr>
        <p:spPr>
          <a:xfrm>
            <a:off x="5719364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17" name="CuadroTexto 416">
            <a:extLst>
              <a:ext uri="{FF2B5EF4-FFF2-40B4-BE49-F238E27FC236}">
                <a16:creationId xmlns:a16="http://schemas.microsoft.com/office/drawing/2014/main" id="{E952DB9A-FA5A-637A-AC67-EF901F211B6C}"/>
              </a:ext>
            </a:extLst>
          </p:cNvPr>
          <p:cNvSpPr txBox="1"/>
          <p:nvPr/>
        </p:nvSpPr>
        <p:spPr>
          <a:xfrm>
            <a:off x="5742478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18" name="CuadroTexto 417">
            <a:extLst>
              <a:ext uri="{FF2B5EF4-FFF2-40B4-BE49-F238E27FC236}">
                <a16:creationId xmlns:a16="http://schemas.microsoft.com/office/drawing/2014/main" id="{039FBEEC-E29B-C3C0-AAD3-DC94A4039597}"/>
              </a:ext>
            </a:extLst>
          </p:cNvPr>
          <p:cNvSpPr txBox="1"/>
          <p:nvPr/>
        </p:nvSpPr>
        <p:spPr>
          <a:xfrm>
            <a:off x="5807883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19" name="CuadroTexto 418">
            <a:extLst>
              <a:ext uri="{FF2B5EF4-FFF2-40B4-BE49-F238E27FC236}">
                <a16:creationId xmlns:a16="http://schemas.microsoft.com/office/drawing/2014/main" id="{50A2276E-CE25-14AF-E363-272EF5176084}"/>
              </a:ext>
            </a:extLst>
          </p:cNvPr>
          <p:cNvSpPr txBox="1"/>
          <p:nvPr/>
        </p:nvSpPr>
        <p:spPr>
          <a:xfrm>
            <a:off x="5832076" y="1712360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ONE:512</a:t>
            </a:r>
          </a:p>
        </p:txBody>
      </p:sp>
      <p:sp>
        <p:nvSpPr>
          <p:cNvPr id="420" name="CuadroTexto 419">
            <a:extLst>
              <a:ext uri="{FF2B5EF4-FFF2-40B4-BE49-F238E27FC236}">
                <a16:creationId xmlns:a16="http://schemas.microsoft.com/office/drawing/2014/main" id="{6B2ABFCA-D8F7-50A8-DC73-BC521F290CD1}"/>
              </a:ext>
            </a:extLst>
          </p:cNvPr>
          <p:cNvSpPr txBox="1"/>
          <p:nvPr/>
        </p:nvSpPr>
        <p:spPr>
          <a:xfrm>
            <a:off x="5719364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21" name="CuadroTexto 420">
            <a:extLst>
              <a:ext uri="{FF2B5EF4-FFF2-40B4-BE49-F238E27FC236}">
                <a16:creationId xmlns:a16="http://schemas.microsoft.com/office/drawing/2014/main" id="{D236B096-D58C-C67E-6407-EFC723244FB1}"/>
              </a:ext>
            </a:extLst>
          </p:cNvPr>
          <p:cNvSpPr txBox="1"/>
          <p:nvPr/>
        </p:nvSpPr>
        <p:spPr>
          <a:xfrm>
            <a:off x="5790611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22" name="CuadroTexto 421">
            <a:extLst>
              <a:ext uri="{FF2B5EF4-FFF2-40B4-BE49-F238E27FC236}">
                <a16:creationId xmlns:a16="http://schemas.microsoft.com/office/drawing/2014/main" id="{3FBEB83B-CB9D-CD52-3A90-AE8FCB40093F}"/>
              </a:ext>
            </a:extLst>
          </p:cNvPr>
          <p:cNvSpPr txBox="1"/>
          <p:nvPr/>
        </p:nvSpPr>
        <p:spPr>
          <a:xfrm>
            <a:off x="5818170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23" name="CuadroTexto 422">
            <a:extLst>
              <a:ext uri="{FF2B5EF4-FFF2-40B4-BE49-F238E27FC236}">
                <a16:creationId xmlns:a16="http://schemas.microsoft.com/office/drawing/2014/main" id="{4601BC21-C643-377D-A123-B725766104F7}"/>
              </a:ext>
            </a:extLst>
          </p:cNvPr>
          <p:cNvSpPr txBox="1"/>
          <p:nvPr/>
        </p:nvSpPr>
        <p:spPr>
          <a:xfrm>
            <a:off x="5847126" y="1774132"/>
            <a:ext cx="5581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:50-100-15-10</a:t>
            </a:r>
          </a:p>
        </p:txBody>
      </p:sp>
      <p:sp>
        <p:nvSpPr>
          <p:cNvPr id="424" name="CuadroTexto 423">
            <a:extLst>
              <a:ext uri="{FF2B5EF4-FFF2-40B4-BE49-F238E27FC236}">
                <a16:creationId xmlns:a16="http://schemas.microsoft.com/office/drawing/2014/main" id="{D0F67A42-DA04-0474-8069-82DE27D5A65F}"/>
              </a:ext>
            </a:extLst>
          </p:cNvPr>
          <p:cNvSpPr txBox="1"/>
          <p:nvPr/>
        </p:nvSpPr>
        <p:spPr>
          <a:xfrm>
            <a:off x="5719364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25" name="CuadroTexto 424">
            <a:extLst>
              <a:ext uri="{FF2B5EF4-FFF2-40B4-BE49-F238E27FC236}">
                <a16:creationId xmlns:a16="http://schemas.microsoft.com/office/drawing/2014/main" id="{6F9FCA8F-58F6-F85A-0BA2-76881EA2EBC2}"/>
              </a:ext>
            </a:extLst>
          </p:cNvPr>
          <p:cNvSpPr txBox="1"/>
          <p:nvPr/>
        </p:nvSpPr>
        <p:spPr>
          <a:xfrm>
            <a:off x="5747177" y="1835912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GB:124-66-119</a:t>
            </a:r>
          </a:p>
        </p:txBody>
      </p:sp>
      <p:sp>
        <p:nvSpPr>
          <p:cNvPr id="426" name="CuadroTexto 425">
            <a:extLst>
              <a:ext uri="{FF2B5EF4-FFF2-40B4-BE49-F238E27FC236}">
                <a16:creationId xmlns:a16="http://schemas.microsoft.com/office/drawing/2014/main" id="{2DEAA35E-59C8-6FB8-719D-2192D94CCAA0}"/>
              </a:ext>
            </a:extLst>
          </p:cNvPr>
          <p:cNvSpPr txBox="1"/>
          <p:nvPr/>
        </p:nvSpPr>
        <p:spPr>
          <a:xfrm>
            <a:off x="5719364" y="1897691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HEX:7c4277</a:t>
            </a:r>
          </a:p>
        </p:txBody>
      </p:sp>
      <p:sp>
        <p:nvSpPr>
          <p:cNvPr id="427" name="CuadroTexto 426">
            <a:extLst>
              <a:ext uri="{FF2B5EF4-FFF2-40B4-BE49-F238E27FC236}">
                <a16:creationId xmlns:a16="http://schemas.microsoft.com/office/drawing/2014/main" id="{7B4E367B-DCCA-36D6-786F-E33BB5385348}"/>
              </a:ext>
            </a:extLst>
          </p:cNvPr>
          <p:cNvSpPr txBox="1"/>
          <p:nvPr/>
        </p:nvSpPr>
        <p:spPr>
          <a:xfrm>
            <a:off x="6339156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28" name="CuadroTexto 427">
            <a:extLst>
              <a:ext uri="{FF2B5EF4-FFF2-40B4-BE49-F238E27FC236}">
                <a16:creationId xmlns:a16="http://schemas.microsoft.com/office/drawing/2014/main" id="{ED7AA818-642D-902C-5759-F92C9E035AB0}"/>
              </a:ext>
            </a:extLst>
          </p:cNvPr>
          <p:cNvSpPr txBox="1"/>
          <p:nvPr/>
        </p:nvSpPr>
        <p:spPr>
          <a:xfrm>
            <a:off x="6362206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29" name="CuadroTexto 428">
            <a:extLst>
              <a:ext uri="{FF2B5EF4-FFF2-40B4-BE49-F238E27FC236}">
                <a16:creationId xmlns:a16="http://schemas.microsoft.com/office/drawing/2014/main" id="{E38DDD47-DE0A-05A6-B539-C2CD6E3C671A}"/>
              </a:ext>
            </a:extLst>
          </p:cNvPr>
          <p:cNvSpPr txBox="1"/>
          <p:nvPr/>
        </p:nvSpPr>
        <p:spPr>
          <a:xfrm>
            <a:off x="6427611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30" name="CuadroTexto 429">
            <a:extLst>
              <a:ext uri="{FF2B5EF4-FFF2-40B4-BE49-F238E27FC236}">
                <a16:creationId xmlns:a16="http://schemas.microsoft.com/office/drawing/2014/main" id="{B249A0E9-D0BB-7D6B-458F-A195B20E22E2}"/>
              </a:ext>
            </a:extLst>
          </p:cNvPr>
          <p:cNvSpPr txBox="1"/>
          <p:nvPr/>
        </p:nvSpPr>
        <p:spPr>
          <a:xfrm>
            <a:off x="6451804" y="1712360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ONE:512 / 60%</a:t>
            </a:r>
          </a:p>
        </p:txBody>
      </p:sp>
      <p:sp>
        <p:nvSpPr>
          <p:cNvPr id="431" name="CuadroTexto 430">
            <a:extLst>
              <a:ext uri="{FF2B5EF4-FFF2-40B4-BE49-F238E27FC236}">
                <a16:creationId xmlns:a16="http://schemas.microsoft.com/office/drawing/2014/main" id="{9399966D-4F2A-9018-E601-8DE03A1EFC10}"/>
              </a:ext>
            </a:extLst>
          </p:cNvPr>
          <p:cNvSpPr txBox="1"/>
          <p:nvPr/>
        </p:nvSpPr>
        <p:spPr>
          <a:xfrm>
            <a:off x="6339156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32" name="CuadroTexto 431">
            <a:extLst>
              <a:ext uri="{FF2B5EF4-FFF2-40B4-BE49-F238E27FC236}">
                <a16:creationId xmlns:a16="http://schemas.microsoft.com/office/drawing/2014/main" id="{CF545D43-4F25-638B-FEE1-B41A1395145B}"/>
              </a:ext>
            </a:extLst>
          </p:cNvPr>
          <p:cNvSpPr txBox="1"/>
          <p:nvPr/>
        </p:nvSpPr>
        <p:spPr>
          <a:xfrm>
            <a:off x="6410403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33" name="CuadroTexto 432">
            <a:extLst>
              <a:ext uri="{FF2B5EF4-FFF2-40B4-BE49-F238E27FC236}">
                <a16:creationId xmlns:a16="http://schemas.microsoft.com/office/drawing/2014/main" id="{65ED5F81-DCCB-1BCB-0163-D8D15F19B49C}"/>
              </a:ext>
            </a:extLst>
          </p:cNvPr>
          <p:cNvSpPr txBox="1"/>
          <p:nvPr/>
        </p:nvSpPr>
        <p:spPr>
          <a:xfrm>
            <a:off x="6437962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34" name="CuadroTexto 433">
            <a:extLst>
              <a:ext uri="{FF2B5EF4-FFF2-40B4-BE49-F238E27FC236}">
                <a16:creationId xmlns:a16="http://schemas.microsoft.com/office/drawing/2014/main" id="{5678095A-8E60-5369-16C4-DAB731034EAE}"/>
              </a:ext>
            </a:extLst>
          </p:cNvPr>
          <p:cNvSpPr txBox="1"/>
          <p:nvPr/>
        </p:nvSpPr>
        <p:spPr>
          <a:xfrm>
            <a:off x="6466918" y="1774132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:32-52-16-0</a:t>
            </a:r>
          </a:p>
        </p:txBody>
      </p:sp>
      <p:sp>
        <p:nvSpPr>
          <p:cNvPr id="435" name="CuadroTexto 434">
            <a:extLst>
              <a:ext uri="{FF2B5EF4-FFF2-40B4-BE49-F238E27FC236}">
                <a16:creationId xmlns:a16="http://schemas.microsoft.com/office/drawing/2014/main" id="{D39C1A43-CD31-F3C2-AEA5-5F9B954D6A77}"/>
              </a:ext>
            </a:extLst>
          </p:cNvPr>
          <p:cNvSpPr txBox="1"/>
          <p:nvPr/>
        </p:nvSpPr>
        <p:spPr>
          <a:xfrm>
            <a:off x="6339156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36" name="CuadroTexto 435">
            <a:extLst>
              <a:ext uri="{FF2B5EF4-FFF2-40B4-BE49-F238E27FC236}">
                <a16:creationId xmlns:a16="http://schemas.microsoft.com/office/drawing/2014/main" id="{E22326CA-9105-BC4A-1444-CCD82ABD5766}"/>
              </a:ext>
            </a:extLst>
          </p:cNvPr>
          <p:cNvSpPr txBox="1"/>
          <p:nvPr/>
        </p:nvSpPr>
        <p:spPr>
          <a:xfrm>
            <a:off x="6366969" y="183591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GB:176-142-173</a:t>
            </a:r>
          </a:p>
        </p:txBody>
      </p:sp>
      <p:sp>
        <p:nvSpPr>
          <p:cNvPr id="437" name="CuadroTexto 436">
            <a:extLst>
              <a:ext uri="{FF2B5EF4-FFF2-40B4-BE49-F238E27FC236}">
                <a16:creationId xmlns:a16="http://schemas.microsoft.com/office/drawing/2014/main" id="{37A2AE9D-4014-89CF-74F0-A4A0BEFD06D2}"/>
              </a:ext>
            </a:extLst>
          </p:cNvPr>
          <p:cNvSpPr txBox="1"/>
          <p:nvPr/>
        </p:nvSpPr>
        <p:spPr>
          <a:xfrm>
            <a:off x="6339156" y="1897691"/>
            <a:ext cx="5116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HEX:b08ead</a:t>
            </a:r>
          </a:p>
        </p:txBody>
      </p:sp>
      <p:sp>
        <p:nvSpPr>
          <p:cNvPr id="438" name="CuadroTexto 437">
            <a:extLst>
              <a:ext uri="{FF2B5EF4-FFF2-40B4-BE49-F238E27FC236}">
                <a16:creationId xmlns:a16="http://schemas.microsoft.com/office/drawing/2014/main" id="{E402FFCF-05BD-7268-35C1-F9CFDF1213C8}"/>
              </a:ext>
            </a:extLst>
          </p:cNvPr>
          <p:cNvSpPr txBox="1"/>
          <p:nvPr/>
        </p:nvSpPr>
        <p:spPr>
          <a:xfrm>
            <a:off x="6339156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39" name="CuadroTexto 438">
            <a:extLst>
              <a:ext uri="{FF2B5EF4-FFF2-40B4-BE49-F238E27FC236}">
                <a16:creationId xmlns:a16="http://schemas.microsoft.com/office/drawing/2014/main" id="{C3B95A4D-5051-E76F-45B0-BFDA68CB801C}"/>
              </a:ext>
            </a:extLst>
          </p:cNvPr>
          <p:cNvSpPr txBox="1"/>
          <p:nvPr/>
        </p:nvSpPr>
        <p:spPr>
          <a:xfrm>
            <a:off x="6362206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40" name="CuadroTexto 439">
            <a:extLst>
              <a:ext uri="{FF2B5EF4-FFF2-40B4-BE49-F238E27FC236}">
                <a16:creationId xmlns:a16="http://schemas.microsoft.com/office/drawing/2014/main" id="{A08FB78F-022F-D3F8-DF54-E8B924481C37}"/>
              </a:ext>
            </a:extLst>
          </p:cNvPr>
          <p:cNvSpPr txBox="1"/>
          <p:nvPr/>
        </p:nvSpPr>
        <p:spPr>
          <a:xfrm>
            <a:off x="6427611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41" name="CuadroTexto 440">
            <a:extLst>
              <a:ext uri="{FF2B5EF4-FFF2-40B4-BE49-F238E27FC236}">
                <a16:creationId xmlns:a16="http://schemas.microsoft.com/office/drawing/2014/main" id="{7874D26B-4BAE-26C7-08E1-0AD986EDE0C7}"/>
              </a:ext>
            </a:extLst>
          </p:cNvPr>
          <p:cNvSpPr txBox="1"/>
          <p:nvPr/>
        </p:nvSpPr>
        <p:spPr>
          <a:xfrm>
            <a:off x="6451804" y="2633541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ONE:311 / 60%</a:t>
            </a:r>
          </a:p>
        </p:txBody>
      </p:sp>
      <p:sp>
        <p:nvSpPr>
          <p:cNvPr id="442" name="CuadroTexto 441">
            <a:extLst>
              <a:ext uri="{FF2B5EF4-FFF2-40B4-BE49-F238E27FC236}">
                <a16:creationId xmlns:a16="http://schemas.microsoft.com/office/drawing/2014/main" id="{9378A266-3D3E-108B-25A9-BC3DD512F893}"/>
              </a:ext>
            </a:extLst>
          </p:cNvPr>
          <p:cNvSpPr txBox="1"/>
          <p:nvPr/>
        </p:nvSpPr>
        <p:spPr>
          <a:xfrm>
            <a:off x="6339156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43" name="CuadroTexto 442">
            <a:extLst>
              <a:ext uri="{FF2B5EF4-FFF2-40B4-BE49-F238E27FC236}">
                <a16:creationId xmlns:a16="http://schemas.microsoft.com/office/drawing/2014/main" id="{F91C3936-07D1-5D22-BA79-2A59647BF09C}"/>
              </a:ext>
            </a:extLst>
          </p:cNvPr>
          <p:cNvSpPr txBox="1"/>
          <p:nvPr/>
        </p:nvSpPr>
        <p:spPr>
          <a:xfrm>
            <a:off x="6410403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44" name="CuadroTexto 443">
            <a:extLst>
              <a:ext uri="{FF2B5EF4-FFF2-40B4-BE49-F238E27FC236}">
                <a16:creationId xmlns:a16="http://schemas.microsoft.com/office/drawing/2014/main" id="{3BE084A9-0B2B-AD17-ED4B-70FA5E9625AF}"/>
              </a:ext>
            </a:extLst>
          </p:cNvPr>
          <p:cNvSpPr txBox="1"/>
          <p:nvPr/>
        </p:nvSpPr>
        <p:spPr>
          <a:xfrm>
            <a:off x="6437962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45" name="CuadroTexto 444">
            <a:extLst>
              <a:ext uri="{FF2B5EF4-FFF2-40B4-BE49-F238E27FC236}">
                <a16:creationId xmlns:a16="http://schemas.microsoft.com/office/drawing/2014/main" id="{E6E3248E-A3E7-AD9E-B359-9AEFCB0405E1}"/>
              </a:ext>
            </a:extLst>
          </p:cNvPr>
          <p:cNvSpPr txBox="1"/>
          <p:nvPr/>
        </p:nvSpPr>
        <p:spPr>
          <a:xfrm>
            <a:off x="6466918" y="2695321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:51-0-19-0</a:t>
            </a:r>
          </a:p>
        </p:txBody>
      </p:sp>
      <p:sp>
        <p:nvSpPr>
          <p:cNvPr id="446" name="CuadroTexto 445">
            <a:extLst>
              <a:ext uri="{FF2B5EF4-FFF2-40B4-BE49-F238E27FC236}">
                <a16:creationId xmlns:a16="http://schemas.microsoft.com/office/drawing/2014/main" id="{F70F15D9-0C6E-7732-2F69-F50207152C72}"/>
              </a:ext>
            </a:extLst>
          </p:cNvPr>
          <p:cNvSpPr txBox="1"/>
          <p:nvPr/>
        </p:nvSpPr>
        <p:spPr>
          <a:xfrm>
            <a:off x="6339156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47" name="CuadroTexto 446">
            <a:extLst>
              <a:ext uri="{FF2B5EF4-FFF2-40B4-BE49-F238E27FC236}">
                <a16:creationId xmlns:a16="http://schemas.microsoft.com/office/drawing/2014/main" id="{BC09023B-62AE-0194-98DA-AFE788983925}"/>
              </a:ext>
            </a:extLst>
          </p:cNvPr>
          <p:cNvSpPr txBox="1"/>
          <p:nvPr/>
        </p:nvSpPr>
        <p:spPr>
          <a:xfrm>
            <a:off x="6366969" y="2757093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GB:165-218-227</a:t>
            </a:r>
          </a:p>
        </p:txBody>
      </p:sp>
      <p:sp>
        <p:nvSpPr>
          <p:cNvPr id="448" name="CuadroTexto 447">
            <a:extLst>
              <a:ext uri="{FF2B5EF4-FFF2-40B4-BE49-F238E27FC236}">
                <a16:creationId xmlns:a16="http://schemas.microsoft.com/office/drawing/2014/main" id="{7A0510FF-AB87-28C1-E5C4-0D58B994E9ED}"/>
              </a:ext>
            </a:extLst>
          </p:cNvPr>
          <p:cNvSpPr txBox="1"/>
          <p:nvPr/>
        </p:nvSpPr>
        <p:spPr>
          <a:xfrm>
            <a:off x="6339156" y="2818872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HEX:a5dae3</a:t>
            </a:r>
          </a:p>
        </p:txBody>
      </p:sp>
      <p:sp>
        <p:nvSpPr>
          <p:cNvPr id="449" name="CuadroTexto 448">
            <a:extLst>
              <a:ext uri="{FF2B5EF4-FFF2-40B4-BE49-F238E27FC236}">
                <a16:creationId xmlns:a16="http://schemas.microsoft.com/office/drawing/2014/main" id="{429071B3-A333-9AAE-4690-927CD2E6AA27}"/>
              </a:ext>
            </a:extLst>
          </p:cNvPr>
          <p:cNvSpPr txBox="1"/>
          <p:nvPr/>
        </p:nvSpPr>
        <p:spPr>
          <a:xfrm>
            <a:off x="6931547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50" name="CuadroTexto 449">
            <a:extLst>
              <a:ext uri="{FF2B5EF4-FFF2-40B4-BE49-F238E27FC236}">
                <a16:creationId xmlns:a16="http://schemas.microsoft.com/office/drawing/2014/main" id="{12EA40D8-076C-19F3-5EF7-1FD4FA5BC7F8}"/>
              </a:ext>
            </a:extLst>
          </p:cNvPr>
          <p:cNvSpPr txBox="1"/>
          <p:nvPr/>
        </p:nvSpPr>
        <p:spPr>
          <a:xfrm>
            <a:off x="6954598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51" name="CuadroTexto 450">
            <a:extLst>
              <a:ext uri="{FF2B5EF4-FFF2-40B4-BE49-F238E27FC236}">
                <a16:creationId xmlns:a16="http://schemas.microsoft.com/office/drawing/2014/main" id="{FAABD11C-18B1-4E28-732F-227AAFBC442E}"/>
              </a:ext>
            </a:extLst>
          </p:cNvPr>
          <p:cNvSpPr txBox="1"/>
          <p:nvPr/>
        </p:nvSpPr>
        <p:spPr>
          <a:xfrm>
            <a:off x="7020003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52" name="CuadroTexto 451">
            <a:extLst>
              <a:ext uri="{FF2B5EF4-FFF2-40B4-BE49-F238E27FC236}">
                <a16:creationId xmlns:a16="http://schemas.microsoft.com/office/drawing/2014/main" id="{4F365925-8873-2E76-5299-B120A07510CC}"/>
              </a:ext>
            </a:extLst>
          </p:cNvPr>
          <p:cNvSpPr txBox="1"/>
          <p:nvPr/>
        </p:nvSpPr>
        <p:spPr>
          <a:xfrm>
            <a:off x="7044196" y="2633541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ONE:311 / 30%</a:t>
            </a:r>
          </a:p>
        </p:txBody>
      </p:sp>
      <p:sp>
        <p:nvSpPr>
          <p:cNvPr id="453" name="CuadroTexto 452">
            <a:extLst>
              <a:ext uri="{FF2B5EF4-FFF2-40B4-BE49-F238E27FC236}">
                <a16:creationId xmlns:a16="http://schemas.microsoft.com/office/drawing/2014/main" id="{FB51B0BD-5FF3-D7B4-3440-C8869C4947C5}"/>
              </a:ext>
            </a:extLst>
          </p:cNvPr>
          <p:cNvSpPr txBox="1"/>
          <p:nvPr/>
        </p:nvSpPr>
        <p:spPr>
          <a:xfrm>
            <a:off x="6931547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54" name="CuadroTexto 453">
            <a:extLst>
              <a:ext uri="{FF2B5EF4-FFF2-40B4-BE49-F238E27FC236}">
                <a16:creationId xmlns:a16="http://schemas.microsoft.com/office/drawing/2014/main" id="{79281AB5-020F-EB5D-0995-74A33405AC6E}"/>
              </a:ext>
            </a:extLst>
          </p:cNvPr>
          <p:cNvSpPr txBox="1"/>
          <p:nvPr/>
        </p:nvSpPr>
        <p:spPr>
          <a:xfrm>
            <a:off x="7002794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55" name="CuadroTexto 454">
            <a:extLst>
              <a:ext uri="{FF2B5EF4-FFF2-40B4-BE49-F238E27FC236}">
                <a16:creationId xmlns:a16="http://schemas.microsoft.com/office/drawing/2014/main" id="{63355ADE-5569-1136-DF31-D868DD7CBE32}"/>
              </a:ext>
            </a:extLst>
          </p:cNvPr>
          <p:cNvSpPr txBox="1"/>
          <p:nvPr/>
        </p:nvSpPr>
        <p:spPr>
          <a:xfrm>
            <a:off x="7030353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56" name="CuadroTexto 455">
            <a:extLst>
              <a:ext uri="{FF2B5EF4-FFF2-40B4-BE49-F238E27FC236}">
                <a16:creationId xmlns:a16="http://schemas.microsoft.com/office/drawing/2014/main" id="{0B2D7495-8DEB-5061-3A86-A4ED0408BE1C}"/>
              </a:ext>
            </a:extLst>
          </p:cNvPr>
          <p:cNvSpPr txBox="1"/>
          <p:nvPr/>
        </p:nvSpPr>
        <p:spPr>
          <a:xfrm>
            <a:off x="7059309" y="2695321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:28-0-10-0</a:t>
            </a:r>
          </a:p>
        </p:txBody>
      </p:sp>
      <p:sp>
        <p:nvSpPr>
          <p:cNvPr id="457" name="CuadroTexto 456">
            <a:extLst>
              <a:ext uri="{FF2B5EF4-FFF2-40B4-BE49-F238E27FC236}">
                <a16:creationId xmlns:a16="http://schemas.microsoft.com/office/drawing/2014/main" id="{A2A30E58-48F4-1854-AC46-C5263B3A22D6}"/>
              </a:ext>
            </a:extLst>
          </p:cNvPr>
          <p:cNvSpPr txBox="1"/>
          <p:nvPr/>
        </p:nvSpPr>
        <p:spPr>
          <a:xfrm>
            <a:off x="6931547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58" name="CuadroTexto 457">
            <a:extLst>
              <a:ext uri="{FF2B5EF4-FFF2-40B4-BE49-F238E27FC236}">
                <a16:creationId xmlns:a16="http://schemas.microsoft.com/office/drawing/2014/main" id="{3AF05D34-FE1B-0571-C457-662BA1F10777}"/>
              </a:ext>
            </a:extLst>
          </p:cNvPr>
          <p:cNvSpPr txBox="1"/>
          <p:nvPr/>
        </p:nvSpPr>
        <p:spPr>
          <a:xfrm>
            <a:off x="6959360" y="2757093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GB:210-237-241</a:t>
            </a:r>
          </a:p>
        </p:txBody>
      </p:sp>
      <p:sp>
        <p:nvSpPr>
          <p:cNvPr id="459" name="CuadroTexto 458">
            <a:extLst>
              <a:ext uri="{FF2B5EF4-FFF2-40B4-BE49-F238E27FC236}">
                <a16:creationId xmlns:a16="http://schemas.microsoft.com/office/drawing/2014/main" id="{561FBCB7-E46E-0231-E30B-726C7ED1AE44}"/>
              </a:ext>
            </a:extLst>
          </p:cNvPr>
          <p:cNvSpPr txBox="1"/>
          <p:nvPr/>
        </p:nvSpPr>
        <p:spPr>
          <a:xfrm>
            <a:off x="6931547" y="2818872"/>
            <a:ext cx="50045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HEX:d2edf1</a:t>
            </a:r>
          </a:p>
        </p:txBody>
      </p:sp>
      <p:sp>
        <p:nvSpPr>
          <p:cNvPr id="460" name="CuadroTexto 459">
            <a:extLst>
              <a:ext uri="{FF2B5EF4-FFF2-40B4-BE49-F238E27FC236}">
                <a16:creationId xmlns:a16="http://schemas.microsoft.com/office/drawing/2014/main" id="{12B24A92-42E5-D9CB-9BAA-D72D716C811B}"/>
              </a:ext>
            </a:extLst>
          </p:cNvPr>
          <p:cNvSpPr txBox="1"/>
          <p:nvPr/>
        </p:nvSpPr>
        <p:spPr>
          <a:xfrm>
            <a:off x="7554736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61" name="CuadroTexto 460">
            <a:extLst>
              <a:ext uri="{FF2B5EF4-FFF2-40B4-BE49-F238E27FC236}">
                <a16:creationId xmlns:a16="http://schemas.microsoft.com/office/drawing/2014/main" id="{9141AEBC-6A52-40B6-24AD-0946A4353B92}"/>
              </a:ext>
            </a:extLst>
          </p:cNvPr>
          <p:cNvSpPr txBox="1"/>
          <p:nvPr/>
        </p:nvSpPr>
        <p:spPr>
          <a:xfrm>
            <a:off x="7577787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62" name="CuadroTexto 461">
            <a:extLst>
              <a:ext uri="{FF2B5EF4-FFF2-40B4-BE49-F238E27FC236}">
                <a16:creationId xmlns:a16="http://schemas.microsoft.com/office/drawing/2014/main" id="{DE74A011-0073-8456-53F3-4C6DCF98CB45}"/>
              </a:ext>
            </a:extLst>
          </p:cNvPr>
          <p:cNvSpPr txBox="1"/>
          <p:nvPr/>
        </p:nvSpPr>
        <p:spPr>
          <a:xfrm>
            <a:off x="7643192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63" name="CuadroTexto 462">
            <a:extLst>
              <a:ext uri="{FF2B5EF4-FFF2-40B4-BE49-F238E27FC236}">
                <a16:creationId xmlns:a16="http://schemas.microsoft.com/office/drawing/2014/main" id="{15E89665-9B34-BFCF-D77B-B8F601C31E35}"/>
              </a:ext>
            </a:extLst>
          </p:cNvPr>
          <p:cNvSpPr txBox="1"/>
          <p:nvPr/>
        </p:nvSpPr>
        <p:spPr>
          <a:xfrm>
            <a:off x="7729029" y="2633541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ONE:311 / 10%</a:t>
            </a:r>
          </a:p>
        </p:txBody>
      </p:sp>
      <p:sp>
        <p:nvSpPr>
          <p:cNvPr id="464" name="CuadroTexto 463">
            <a:extLst>
              <a:ext uri="{FF2B5EF4-FFF2-40B4-BE49-F238E27FC236}">
                <a16:creationId xmlns:a16="http://schemas.microsoft.com/office/drawing/2014/main" id="{9271F66D-56C4-CF46-DC89-96B8294C89A3}"/>
              </a:ext>
            </a:extLst>
          </p:cNvPr>
          <p:cNvSpPr txBox="1"/>
          <p:nvPr/>
        </p:nvSpPr>
        <p:spPr>
          <a:xfrm>
            <a:off x="7554736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65" name="CuadroTexto 464">
            <a:extLst>
              <a:ext uri="{FF2B5EF4-FFF2-40B4-BE49-F238E27FC236}">
                <a16:creationId xmlns:a16="http://schemas.microsoft.com/office/drawing/2014/main" id="{CB6B63E4-968E-5C46-26AE-CD544ED407D7}"/>
              </a:ext>
            </a:extLst>
          </p:cNvPr>
          <p:cNvSpPr txBox="1"/>
          <p:nvPr/>
        </p:nvSpPr>
        <p:spPr>
          <a:xfrm>
            <a:off x="7625983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66" name="CuadroTexto 465">
            <a:extLst>
              <a:ext uri="{FF2B5EF4-FFF2-40B4-BE49-F238E27FC236}">
                <a16:creationId xmlns:a16="http://schemas.microsoft.com/office/drawing/2014/main" id="{0F2DCCB1-C1CC-5246-004C-E05BA943B4E8}"/>
              </a:ext>
            </a:extLst>
          </p:cNvPr>
          <p:cNvSpPr txBox="1"/>
          <p:nvPr/>
        </p:nvSpPr>
        <p:spPr>
          <a:xfrm>
            <a:off x="7653542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67" name="CuadroTexto 466">
            <a:extLst>
              <a:ext uri="{FF2B5EF4-FFF2-40B4-BE49-F238E27FC236}">
                <a16:creationId xmlns:a16="http://schemas.microsoft.com/office/drawing/2014/main" id="{E1DED2DE-9078-B1DA-3D5A-BB87DF7DDF0D}"/>
              </a:ext>
            </a:extLst>
          </p:cNvPr>
          <p:cNvSpPr txBox="1"/>
          <p:nvPr/>
        </p:nvSpPr>
        <p:spPr>
          <a:xfrm>
            <a:off x="7682498" y="2695321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:11-0-4-0</a:t>
            </a:r>
          </a:p>
        </p:txBody>
      </p:sp>
      <p:sp>
        <p:nvSpPr>
          <p:cNvPr id="468" name="CuadroTexto 467">
            <a:extLst>
              <a:ext uri="{FF2B5EF4-FFF2-40B4-BE49-F238E27FC236}">
                <a16:creationId xmlns:a16="http://schemas.microsoft.com/office/drawing/2014/main" id="{B0DE5DF1-DEFB-3F08-77C5-F0DE997F183C}"/>
              </a:ext>
            </a:extLst>
          </p:cNvPr>
          <p:cNvSpPr txBox="1"/>
          <p:nvPr/>
        </p:nvSpPr>
        <p:spPr>
          <a:xfrm>
            <a:off x="7554736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69" name="CuadroTexto 468">
            <a:extLst>
              <a:ext uri="{FF2B5EF4-FFF2-40B4-BE49-F238E27FC236}">
                <a16:creationId xmlns:a16="http://schemas.microsoft.com/office/drawing/2014/main" id="{59C83A57-D78C-7AF8-7FE0-20A2F7D3B2F3}"/>
              </a:ext>
            </a:extLst>
          </p:cNvPr>
          <p:cNvSpPr txBox="1"/>
          <p:nvPr/>
        </p:nvSpPr>
        <p:spPr>
          <a:xfrm>
            <a:off x="7582549" y="2757093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GB:240-249-250</a:t>
            </a:r>
          </a:p>
        </p:txBody>
      </p:sp>
      <p:sp>
        <p:nvSpPr>
          <p:cNvPr id="470" name="CuadroTexto 469">
            <a:extLst>
              <a:ext uri="{FF2B5EF4-FFF2-40B4-BE49-F238E27FC236}">
                <a16:creationId xmlns:a16="http://schemas.microsoft.com/office/drawing/2014/main" id="{5FE6F0CF-2C58-118B-EAE9-833F7727404F}"/>
              </a:ext>
            </a:extLst>
          </p:cNvPr>
          <p:cNvSpPr txBox="1"/>
          <p:nvPr/>
        </p:nvSpPr>
        <p:spPr>
          <a:xfrm>
            <a:off x="7554736" y="2818872"/>
            <a:ext cx="46358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69C2D1"/>
                </a:solidFill>
                <a:latin typeface="MyriadPro-Regular"/>
                <a:sym typeface="MyriadPro-Regular"/>
                <a:rtl val="0"/>
              </a:rPr>
              <a:t>HEX:f0f9fa</a:t>
            </a:r>
          </a:p>
        </p:txBody>
      </p:sp>
      <p:sp>
        <p:nvSpPr>
          <p:cNvPr id="471" name="CuadroTexto 470">
            <a:extLst>
              <a:ext uri="{FF2B5EF4-FFF2-40B4-BE49-F238E27FC236}">
                <a16:creationId xmlns:a16="http://schemas.microsoft.com/office/drawing/2014/main" id="{BB0F688C-78EF-815A-A8A4-ABACB3A7EACA}"/>
              </a:ext>
            </a:extLst>
          </p:cNvPr>
          <p:cNvSpPr txBox="1"/>
          <p:nvPr/>
        </p:nvSpPr>
        <p:spPr>
          <a:xfrm>
            <a:off x="6339156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72" name="CuadroTexto 471">
            <a:extLst>
              <a:ext uri="{FF2B5EF4-FFF2-40B4-BE49-F238E27FC236}">
                <a16:creationId xmlns:a16="http://schemas.microsoft.com/office/drawing/2014/main" id="{54820055-625A-C7D3-55E8-5726D27F643A}"/>
              </a:ext>
            </a:extLst>
          </p:cNvPr>
          <p:cNvSpPr txBox="1"/>
          <p:nvPr/>
        </p:nvSpPr>
        <p:spPr>
          <a:xfrm>
            <a:off x="6362206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73" name="CuadroTexto 472">
            <a:extLst>
              <a:ext uri="{FF2B5EF4-FFF2-40B4-BE49-F238E27FC236}">
                <a16:creationId xmlns:a16="http://schemas.microsoft.com/office/drawing/2014/main" id="{E9BB4220-DD58-F225-8CA3-6B43D47DBAB8}"/>
              </a:ext>
            </a:extLst>
          </p:cNvPr>
          <p:cNvSpPr txBox="1"/>
          <p:nvPr/>
        </p:nvSpPr>
        <p:spPr>
          <a:xfrm>
            <a:off x="6427611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74" name="CuadroTexto 473">
            <a:extLst>
              <a:ext uri="{FF2B5EF4-FFF2-40B4-BE49-F238E27FC236}">
                <a16:creationId xmlns:a16="http://schemas.microsoft.com/office/drawing/2014/main" id="{64886466-A70B-8C80-D50F-6F38880E59D7}"/>
              </a:ext>
            </a:extLst>
          </p:cNvPr>
          <p:cNvSpPr txBox="1"/>
          <p:nvPr/>
        </p:nvSpPr>
        <p:spPr>
          <a:xfrm>
            <a:off x="6451804" y="34654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ONE:123 / 60%</a:t>
            </a:r>
          </a:p>
        </p:txBody>
      </p:sp>
      <p:sp>
        <p:nvSpPr>
          <p:cNvPr id="475" name="CuadroTexto 474">
            <a:extLst>
              <a:ext uri="{FF2B5EF4-FFF2-40B4-BE49-F238E27FC236}">
                <a16:creationId xmlns:a16="http://schemas.microsoft.com/office/drawing/2014/main" id="{77C2AEEC-78A1-6602-D80E-5E13A676D7CD}"/>
              </a:ext>
            </a:extLst>
          </p:cNvPr>
          <p:cNvSpPr txBox="1"/>
          <p:nvPr/>
        </p:nvSpPr>
        <p:spPr>
          <a:xfrm>
            <a:off x="6339156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76" name="CuadroTexto 475">
            <a:extLst>
              <a:ext uri="{FF2B5EF4-FFF2-40B4-BE49-F238E27FC236}">
                <a16:creationId xmlns:a16="http://schemas.microsoft.com/office/drawing/2014/main" id="{0FCFF950-36F6-5454-4045-5016764F1DD3}"/>
              </a:ext>
            </a:extLst>
          </p:cNvPr>
          <p:cNvSpPr txBox="1"/>
          <p:nvPr/>
        </p:nvSpPr>
        <p:spPr>
          <a:xfrm>
            <a:off x="6410403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77" name="CuadroTexto 476">
            <a:extLst>
              <a:ext uri="{FF2B5EF4-FFF2-40B4-BE49-F238E27FC236}">
                <a16:creationId xmlns:a16="http://schemas.microsoft.com/office/drawing/2014/main" id="{A0E71081-6587-35F7-E644-09AA243120C1}"/>
              </a:ext>
            </a:extLst>
          </p:cNvPr>
          <p:cNvSpPr txBox="1"/>
          <p:nvPr/>
        </p:nvSpPr>
        <p:spPr>
          <a:xfrm>
            <a:off x="6437962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78" name="CuadroTexto 477">
            <a:extLst>
              <a:ext uri="{FF2B5EF4-FFF2-40B4-BE49-F238E27FC236}">
                <a16:creationId xmlns:a16="http://schemas.microsoft.com/office/drawing/2014/main" id="{16B6EF16-0378-955B-212E-9F25ADB21AEA}"/>
              </a:ext>
            </a:extLst>
          </p:cNvPr>
          <p:cNvSpPr txBox="1"/>
          <p:nvPr/>
        </p:nvSpPr>
        <p:spPr>
          <a:xfrm>
            <a:off x="6466918" y="3527215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:4-17-70-0</a:t>
            </a:r>
          </a:p>
        </p:txBody>
      </p:sp>
      <p:sp>
        <p:nvSpPr>
          <p:cNvPr id="479" name="CuadroTexto 478">
            <a:extLst>
              <a:ext uri="{FF2B5EF4-FFF2-40B4-BE49-F238E27FC236}">
                <a16:creationId xmlns:a16="http://schemas.microsoft.com/office/drawing/2014/main" id="{15D32F72-4A34-2335-19AF-E82869E96996}"/>
              </a:ext>
            </a:extLst>
          </p:cNvPr>
          <p:cNvSpPr txBox="1"/>
          <p:nvPr/>
        </p:nvSpPr>
        <p:spPr>
          <a:xfrm>
            <a:off x="6339156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80" name="CuadroTexto 479">
            <a:extLst>
              <a:ext uri="{FF2B5EF4-FFF2-40B4-BE49-F238E27FC236}">
                <a16:creationId xmlns:a16="http://schemas.microsoft.com/office/drawing/2014/main" id="{E6827492-D63B-F94D-75BC-61B2FEFD1C48}"/>
              </a:ext>
            </a:extLst>
          </p:cNvPr>
          <p:cNvSpPr txBox="1"/>
          <p:nvPr/>
        </p:nvSpPr>
        <p:spPr>
          <a:xfrm>
            <a:off x="6366969" y="3588988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GB:148-222-112</a:t>
            </a:r>
          </a:p>
        </p:txBody>
      </p:sp>
      <p:sp>
        <p:nvSpPr>
          <p:cNvPr id="481" name="CuadroTexto 480">
            <a:extLst>
              <a:ext uri="{FF2B5EF4-FFF2-40B4-BE49-F238E27FC236}">
                <a16:creationId xmlns:a16="http://schemas.microsoft.com/office/drawing/2014/main" id="{959986DC-014D-D6D7-F0D3-C63BEF1E974F}"/>
              </a:ext>
            </a:extLst>
          </p:cNvPr>
          <p:cNvSpPr txBox="1"/>
          <p:nvPr/>
        </p:nvSpPr>
        <p:spPr>
          <a:xfrm>
            <a:off x="6339156" y="3650767"/>
            <a:ext cx="49725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HEX:f8de70</a:t>
            </a:r>
          </a:p>
        </p:txBody>
      </p:sp>
      <p:sp>
        <p:nvSpPr>
          <p:cNvPr id="482" name="CuadroTexto 481">
            <a:extLst>
              <a:ext uri="{FF2B5EF4-FFF2-40B4-BE49-F238E27FC236}">
                <a16:creationId xmlns:a16="http://schemas.microsoft.com/office/drawing/2014/main" id="{7D0973A5-D06F-11DD-8807-18B7B9970108}"/>
              </a:ext>
            </a:extLst>
          </p:cNvPr>
          <p:cNvSpPr txBox="1"/>
          <p:nvPr/>
        </p:nvSpPr>
        <p:spPr>
          <a:xfrm>
            <a:off x="6931611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83" name="CuadroTexto 482">
            <a:extLst>
              <a:ext uri="{FF2B5EF4-FFF2-40B4-BE49-F238E27FC236}">
                <a16:creationId xmlns:a16="http://schemas.microsoft.com/office/drawing/2014/main" id="{076BDBFC-183F-A31D-1EE4-0B47CC64EA41}"/>
              </a:ext>
            </a:extLst>
          </p:cNvPr>
          <p:cNvSpPr txBox="1"/>
          <p:nvPr/>
        </p:nvSpPr>
        <p:spPr>
          <a:xfrm>
            <a:off x="6954661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84" name="CuadroTexto 483">
            <a:extLst>
              <a:ext uri="{FF2B5EF4-FFF2-40B4-BE49-F238E27FC236}">
                <a16:creationId xmlns:a16="http://schemas.microsoft.com/office/drawing/2014/main" id="{90235663-240C-59F2-024B-0623FA2330EC}"/>
              </a:ext>
            </a:extLst>
          </p:cNvPr>
          <p:cNvSpPr txBox="1"/>
          <p:nvPr/>
        </p:nvSpPr>
        <p:spPr>
          <a:xfrm>
            <a:off x="7020066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85" name="CuadroTexto 484">
            <a:extLst>
              <a:ext uri="{FF2B5EF4-FFF2-40B4-BE49-F238E27FC236}">
                <a16:creationId xmlns:a16="http://schemas.microsoft.com/office/drawing/2014/main" id="{59B7891A-2473-9AD0-CF88-7444D054B7B1}"/>
              </a:ext>
            </a:extLst>
          </p:cNvPr>
          <p:cNvSpPr txBox="1"/>
          <p:nvPr/>
        </p:nvSpPr>
        <p:spPr>
          <a:xfrm>
            <a:off x="7044259" y="34654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ONE:123 / 30%</a:t>
            </a:r>
          </a:p>
        </p:txBody>
      </p:sp>
      <p:sp>
        <p:nvSpPr>
          <p:cNvPr id="486" name="CuadroTexto 485">
            <a:extLst>
              <a:ext uri="{FF2B5EF4-FFF2-40B4-BE49-F238E27FC236}">
                <a16:creationId xmlns:a16="http://schemas.microsoft.com/office/drawing/2014/main" id="{B0F47E94-24ED-6E23-B2CF-A7F741B92110}"/>
              </a:ext>
            </a:extLst>
          </p:cNvPr>
          <p:cNvSpPr txBox="1"/>
          <p:nvPr/>
        </p:nvSpPr>
        <p:spPr>
          <a:xfrm>
            <a:off x="6931611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87" name="CuadroTexto 486">
            <a:extLst>
              <a:ext uri="{FF2B5EF4-FFF2-40B4-BE49-F238E27FC236}">
                <a16:creationId xmlns:a16="http://schemas.microsoft.com/office/drawing/2014/main" id="{5CE4642F-B7FC-B543-FFA2-B3BC014D1C70}"/>
              </a:ext>
            </a:extLst>
          </p:cNvPr>
          <p:cNvSpPr txBox="1"/>
          <p:nvPr/>
        </p:nvSpPr>
        <p:spPr>
          <a:xfrm>
            <a:off x="7002858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88" name="CuadroTexto 487">
            <a:extLst>
              <a:ext uri="{FF2B5EF4-FFF2-40B4-BE49-F238E27FC236}">
                <a16:creationId xmlns:a16="http://schemas.microsoft.com/office/drawing/2014/main" id="{2CAE463A-47B2-D617-5131-FA03309C8864}"/>
              </a:ext>
            </a:extLst>
          </p:cNvPr>
          <p:cNvSpPr txBox="1"/>
          <p:nvPr/>
        </p:nvSpPr>
        <p:spPr>
          <a:xfrm>
            <a:off x="7030417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489" name="CuadroTexto 488">
            <a:extLst>
              <a:ext uri="{FF2B5EF4-FFF2-40B4-BE49-F238E27FC236}">
                <a16:creationId xmlns:a16="http://schemas.microsoft.com/office/drawing/2014/main" id="{05F12A1F-BB63-EEE6-1A60-0469C7874C2B}"/>
              </a:ext>
            </a:extLst>
          </p:cNvPr>
          <p:cNvSpPr txBox="1"/>
          <p:nvPr/>
        </p:nvSpPr>
        <p:spPr>
          <a:xfrm>
            <a:off x="7059373" y="3527215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:1-9-36-0</a:t>
            </a:r>
          </a:p>
        </p:txBody>
      </p:sp>
      <p:sp>
        <p:nvSpPr>
          <p:cNvPr id="490" name="CuadroTexto 489">
            <a:extLst>
              <a:ext uri="{FF2B5EF4-FFF2-40B4-BE49-F238E27FC236}">
                <a16:creationId xmlns:a16="http://schemas.microsoft.com/office/drawing/2014/main" id="{400780C5-02E7-1A2B-9F19-3730DB5AFC1E}"/>
              </a:ext>
            </a:extLst>
          </p:cNvPr>
          <p:cNvSpPr txBox="1"/>
          <p:nvPr/>
        </p:nvSpPr>
        <p:spPr>
          <a:xfrm>
            <a:off x="6931611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491" name="CuadroTexto 490">
            <a:extLst>
              <a:ext uri="{FF2B5EF4-FFF2-40B4-BE49-F238E27FC236}">
                <a16:creationId xmlns:a16="http://schemas.microsoft.com/office/drawing/2014/main" id="{A115FDDA-BFB1-1D4F-7525-2BBECE86CC5D}"/>
              </a:ext>
            </a:extLst>
          </p:cNvPr>
          <p:cNvSpPr txBox="1"/>
          <p:nvPr/>
        </p:nvSpPr>
        <p:spPr>
          <a:xfrm>
            <a:off x="6959424" y="3588988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GB:252-239-184</a:t>
            </a:r>
          </a:p>
        </p:txBody>
      </p:sp>
      <p:sp>
        <p:nvSpPr>
          <p:cNvPr id="492" name="CuadroTexto 491">
            <a:extLst>
              <a:ext uri="{FF2B5EF4-FFF2-40B4-BE49-F238E27FC236}">
                <a16:creationId xmlns:a16="http://schemas.microsoft.com/office/drawing/2014/main" id="{B79FCE21-419B-3EB1-FC22-C6BB13B2CEB7}"/>
              </a:ext>
            </a:extLst>
          </p:cNvPr>
          <p:cNvSpPr txBox="1"/>
          <p:nvPr/>
        </p:nvSpPr>
        <p:spPr>
          <a:xfrm>
            <a:off x="6931611" y="3650767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HEX:a5dae3</a:t>
            </a:r>
          </a:p>
        </p:txBody>
      </p:sp>
      <p:sp>
        <p:nvSpPr>
          <p:cNvPr id="493" name="CuadroTexto 492">
            <a:extLst>
              <a:ext uri="{FF2B5EF4-FFF2-40B4-BE49-F238E27FC236}">
                <a16:creationId xmlns:a16="http://schemas.microsoft.com/office/drawing/2014/main" id="{B11C9FC0-2B68-51AC-0CCE-34C2AE9E4763}"/>
              </a:ext>
            </a:extLst>
          </p:cNvPr>
          <p:cNvSpPr txBox="1"/>
          <p:nvPr/>
        </p:nvSpPr>
        <p:spPr>
          <a:xfrm>
            <a:off x="7554799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494" name="CuadroTexto 493">
            <a:extLst>
              <a:ext uri="{FF2B5EF4-FFF2-40B4-BE49-F238E27FC236}">
                <a16:creationId xmlns:a16="http://schemas.microsoft.com/office/drawing/2014/main" id="{0C7D7F0F-2D3F-6E8E-AE2B-22F01D306C37}"/>
              </a:ext>
            </a:extLst>
          </p:cNvPr>
          <p:cNvSpPr txBox="1"/>
          <p:nvPr/>
        </p:nvSpPr>
        <p:spPr>
          <a:xfrm>
            <a:off x="7577850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495" name="CuadroTexto 494">
            <a:extLst>
              <a:ext uri="{FF2B5EF4-FFF2-40B4-BE49-F238E27FC236}">
                <a16:creationId xmlns:a16="http://schemas.microsoft.com/office/drawing/2014/main" id="{FDCC7564-221A-CF0C-930E-B5C2B2FB3282}"/>
              </a:ext>
            </a:extLst>
          </p:cNvPr>
          <p:cNvSpPr txBox="1"/>
          <p:nvPr/>
        </p:nvSpPr>
        <p:spPr>
          <a:xfrm>
            <a:off x="7643255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496" name="CuadroTexto 495">
            <a:extLst>
              <a:ext uri="{FF2B5EF4-FFF2-40B4-BE49-F238E27FC236}">
                <a16:creationId xmlns:a16="http://schemas.microsoft.com/office/drawing/2014/main" id="{4E74B0D1-1CD7-B8B8-5B9B-51A1247E8B61}"/>
              </a:ext>
            </a:extLst>
          </p:cNvPr>
          <p:cNvSpPr txBox="1"/>
          <p:nvPr/>
        </p:nvSpPr>
        <p:spPr>
          <a:xfrm>
            <a:off x="7729156" y="3465442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ONE:123 / 10%</a:t>
            </a:r>
          </a:p>
        </p:txBody>
      </p:sp>
      <p:sp>
        <p:nvSpPr>
          <p:cNvPr id="497" name="CuadroTexto 496">
            <a:extLst>
              <a:ext uri="{FF2B5EF4-FFF2-40B4-BE49-F238E27FC236}">
                <a16:creationId xmlns:a16="http://schemas.microsoft.com/office/drawing/2014/main" id="{74ABEE11-FDA0-6286-1F5C-AAF098B3A774}"/>
              </a:ext>
            </a:extLst>
          </p:cNvPr>
          <p:cNvSpPr txBox="1"/>
          <p:nvPr/>
        </p:nvSpPr>
        <p:spPr>
          <a:xfrm>
            <a:off x="7554799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498" name="CuadroTexto 497">
            <a:extLst>
              <a:ext uri="{FF2B5EF4-FFF2-40B4-BE49-F238E27FC236}">
                <a16:creationId xmlns:a16="http://schemas.microsoft.com/office/drawing/2014/main" id="{56F7807C-A37E-569D-045D-8A0B78EA0612}"/>
              </a:ext>
            </a:extLst>
          </p:cNvPr>
          <p:cNvSpPr txBox="1"/>
          <p:nvPr/>
        </p:nvSpPr>
        <p:spPr>
          <a:xfrm>
            <a:off x="7626047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499" name="CuadroTexto 498">
            <a:extLst>
              <a:ext uri="{FF2B5EF4-FFF2-40B4-BE49-F238E27FC236}">
                <a16:creationId xmlns:a16="http://schemas.microsoft.com/office/drawing/2014/main" id="{8CB63705-E674-D9A5-7FB3-740FAC911530}"/>
              </a:ext>
            </a:extLst>
          </p:cNvPr>
          <p:cNvSpPr txBox="1"/>
          <p:nvPr/>
        </p:nvSpPr>
        <p:spPr>
          <a:xfrm>
            <a:off x="7653606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00" name="CuadroTexto 499">
            <a:extLst>
              <a:ext uri="{FF2B5EF4-FFF2-40B4-BE49-F238E27FC236}">
                <a16:creationId xmlns:a16="http://schemas.microsoft.com/office/drawing/2014/main" id="{C795AA7C-CF1C-9DBA-1AC9-852A35073357}"/>
              </a:ext>
            </a:extLst>
          </p:cNvPr>
          <p:cNvSpPr txBox="1"/>
          <p:nvPr/>
        </p:nvSpPr>
        <p:spPr>
          <a:xfrm>
            <a:off x="7682562" y="3527215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:0-5-13-0</a:t>
            </a:r>
          </a:p>
        </p:txBody>
      </p:sp>
      <p:sp>
        <p:nvSpPr>
          <p:cNvPr id="501" name="CuadroTexto 500">
            <a:extLst>
              <a:ext uri="{FF2B5EF4-FFF2-40B4-BE49-F238E27FC236}">
                <a16:creationId xmlns:a16="http://schemas.microsoft.com/office/drawing/2014/main" id="{64BBE85B-867D-87E4-8ECF-9E8D24DBEC95}"/>
              </a:ext>
            </a:extLst>
          </p:cNvPr>
          <p:cNvSpPr txBox="1"/>
          <p:nvPr/>
        </p:nvSpPr>
        <p:spPr>
          <a:xfrm>
            <a:off x="7554799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02" name="CuadroTexto 501">
            <a:extLst>
              <a:ext uri="{FF2B5EF4-FFF2-40B4-BE49-F238E27FC236}">
                <a16:creationId xmlns:a16="http://schemas.microsoft.com/office/drawing/2014/main" id="{7DD1F9E0-CD77-53CB-88C0-F93B0479D6DD}"/>
              </a:ext>
            </a:extLst>
          </p:cNvPr>
          <p:cNvSpPr txBox="1"/>
          <p:nvPr/>
        </p:nvSpPr>
        <p:spPr>
          <a:xfrm>
            <a:off x="7582613" y="3588988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GB:254-249-231</a:t>
            </a:r>
          </a:p>
        </p:txBody>
      </p:sp>
      <p:sp>
        <p:nvSpPr>
          <p:cNvPr id="503" name="CuadroTexto 502">
            <a:extLst>
              <a:ext uri="{FF2B5EF4-FFF2-40B4-BE49-F238E27FC236}">
                <a16:creationId xmlns:a16="http://schemas.microsoft.com/office/drawing/2014/main" id="{3DDD77A6-A785-3515-8933-CDFEAE43E5C4}"/>
              </a:ext>
            </a:extLst>
          </p:cNvPr>
          <p:cNvSpPr txBox="1"/>
          <p:nvPr/>
        </p:nvSpPr>
        <p:spPr>
          <a:xfrm>
            <a:off x="7554799" y="3650767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4C811"/>
                </a:solidFill>
                <a:latin typeface="MyriadPro-Regular"/>
                <a:sym typeface="MyriadPro-Regular"/>
                <a:rtl val="0"/>
              </a:rPr>
              <a:t>HEX:a5dae3</a:t>
            </a:r>
          </a:p>
        </p:txBody>
      </p:sp>
      <p:sp>
        <p:nvSpPr>
          <p:cNvPr id="504" name="CuadroTexto 503">
            <a:extLst>
              <a:ext uri="{FF2B5EF4-FFF2-40B4-BE49-F238E27FC236}">
                <a16:creationId xmlns:a16="http://schemas.microsoft.com/office/drawing/2014/main" id="{A7F3E43F-62B7-B3AA-5FBE-F70E78AA33B6}"/>
              </a:ext>
            </a:extLst>
          </p:cNvPr>
          <p:cNvSpPr txBox="1"/>
          <p:nvPr/>
        </p:nvSpPr>
        <p:spPr>
          <a:xfrm>
            <a:off x="6931611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05" name="CuadroTexto 504">
            <a:extLst>
              <a:ext uri="{FF2B5EF4-FFF2-40B4-BE49-F238E27FC236}">
                <a16:creationId xmlns:a16="http://schemas.microsoft.com/office/drawing/2014/main" id="{045BB0EA-96BD-EC7F-2F38-AF0A14C18F4D}"/>
              </a:ext>
            </a:extLst>
          </p:cNvPr>
          <p:cNvSpPr txBox="1"/>
          <p:nvPr/>
        </p:nvSpPr>
        <p:spPr>
          <a:xfrm>
            <a:off x="6954661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06" name="CuadroTexto 505">
            <a:extLst>
              <a:ext uri="{FF2B5EF4-FFF2-40B4-BE49-F238E27FC236}">
                <a16:creationId xmlns:a16="http://schemas.microsoft.com/office/drawing/2014/main" id="{11D50299-FFF9-1770-0E40-BCDEAF23DA06}"/>
              </a:ext>
            </a:extLst>
          </p:cNvPr>
          <p:cNvSpPr txBox="1"/>
          <p:nvPr/>
        </p:nvSpPr>
        <p:spPr>
          <a:xfrm>
            <a:off x="7020066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07" name="CuadroTexto 506">
            <a:extLst>
              <a:ext uri="{FF2B5EF4-FFF2-40B4-BE49-F238E27FC236}">
                <a16:creationId xmlns:a16="http://schemas.microsoft.com/office/drawing/2014/main" id="{7720F852-A1D7-2F5E-3505-425E4D3CD357}"/>
              </a:ext>
            </a:extLst>
          </p:cNvPr>
          <p:cNvSpPr txBox="1"/>
          <p:nvPr/>
        </p:nvSpPr>
        <p:spPr>
          <a:xfrm>
            <a:off x="7044259" y="1712360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ONE:512 / 30%</a:t>
            </a:r>
          </a:p>
        </p:txBody>
      </p:sp>
      <p:sp>
        <p:nvSpPr>
          <p:cNvPr id="508" name="CuadroTexto 507">
            <a:extLst>
              <a:ext uri="{FF2B5EF4-FFF2-40B4-BE49-F238E27FC236}">
                <a16:creationId xmlns:a16="http://schemas.microsoft.com/office/drawing/2014/main" id="{6F6E69C7-2DE4-47EA-DB8A-33E5BBDC0D49}"/>
              </a:ext>
            </a:extLst>
          </p:cNvPr>
          <p:cNvSpPr txBox="1"/>
          <p:nvPr/>
        </p:nvSpPr>
        <p:spPr>
          <a:xfrm>
            <a:off x="6931611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09" name="CuadroTexto 508">
            <a:extLst>
              <a:ext uri="{FF2B5EF4-FFF2-40B4-BE49-F238E27FC236}">
                <a16:creationId xmlns:a16="http://schemas.microsoft.com/office/drawing/2014/main" id="{D8283E40-8F0F-5A5C-4594-42F0B3ECC05F}"/>
              </a:ext>
            </a:extLst>
          </p:cNvPr>
          <p:cNvSpPr txBox="1"/>
          <p:nvPr/>
        </p:nvSpPr>
        <p:spPr>
          <a:xfrm>
            <a:off x="7002858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10" name="CuadroTexto 509">
            <a:extLst>
              <a:ext uri="{FF2B5EF4-FFF2-40B4-BE49-F238E27FC236}">
                <a16:creationId xmlns:a16="http://schemas.microsoft.com/office/drawing/2014/main" id="{EF4F295E-FC44-1A6E-1008-1F679D9D3F3A}"/>
              </a:ext>
            </a:extLst>
          </p:cNvPr>
          <p:cNvSpPr txBox="1"/>
          <p:nvPr/>
        </p:nvSpPr>
        <p:spPr>
          <a:xfrm>
            <a:off x="7030417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11" name="CuadroTexto 510">
            <a:extLst>
              <a:ext uri="{FF2B5EF4-FFF2-40B4-BE49-F238E27FC236}">
                <a16:creationId xmlns:a16="http://schemas.microsoft.com/office/drawing/2014/main" id="{52F06F1C-7C7A-89AE-4F0A-61019E0357C4}"/>
              </a:ext>
            </a:extLst>
          </p:cNvPr>
          <p:cNvSpPr txBox="1"/>
          <p:nvPr/>
        </p:nvSpPr>
        <p:spPr>
          <a:xfrm>
            <a:off x="7059373" y="1774132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:15-27-9-0</a:t>
            </a:r>
          </a:p>
        </p:txBody>
      </p:sp>
      <p:sp>
        <p:nvSpPr>
          <p:cNvPr id="512" name="CuadroTexto 511">
            <a:extLst>
              <a:ext uri="{FF2B5EF4-FFF2-40B4-BE49-F238E27FC236}">
                <a16:creationId xmlns:a16="http://schemas.microsoft.com/office/drawing/2014/main" id="{95C8A30E-E45C-BC86-CB63-C7CCE6DCC1CE}"/>
              </a:ext>
            </a:extLst>
          </p:cNvPr>
          <p:cNvSpPr txBox="1"/>
          <p:nvPr/>
        </p:nvSpPr>
        <p:spPr>
          <a:xfrm>
            <a:off x="6931611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13" name="CuadroTexto 512">
            <a:extLst>
              <a:ext uri="{FF2B5EF4-FFF2-40B4-BE49-F238E27FC236}">
                <a16:creationId xmlns:a16="http://schemas.microsoft.com/office/drawing/2014/main" id="{7A003543-9AFE-E1BD-4CF0-398A85548C51}"/>
              </a:ext>
            </a:extLst>
          </p:cNvPr>
          <p:cNvSpPr txBox="1"/>
          <p:nvPr/>
        </p:nvSpPr>
        <p:spPr>
          <a:xfrm>
            <a:off x="6959424" y="183591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GB:216-198-214</a:t>
            </a:r>
          </a:p>
        </p:txBody>
      </p:sp>
      <p:sp>
        <p:nvSpPr>
          <p:cNvPr id="514" name="CuadroTexto 513">
            <a:extLst>
              <a:ext uri="{FF2B5EF4-FFF2-40B4-BE49-F238E27FC236}">
                <a16:creationId xmlns:a16="http://schemas.microsoft.com/office/drawing/2014/main" id="{D89B6016-DE60-C169-2D64-AA16C8D506B3}"/>
              </a:ext>
            </a:extLst>
          </p:cNvPr>
          <p:cNvSpPr txBox="1"/>
          <p:nvPr/>
        </p:nvSpPr>
        <p:spPr>
          <a:xfrm>
            <a:off x="6931611" y="1897691"/>
            <a:ext cx="5116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HEX:d8c6d6</a:t>
            </a:r>
          </a:p>
        </p:txBody>
      </p:sp>
      <p:sp>
        <p:nvSpPr>
          <p:cNvPr id="515" name="CuadroTexto 514">
            <a:extLst>
              <a:ext uri="{FF2B5EF4-FFF2-40B4-BE49-F238E27FC236}">
                <a16:creationId xmlns:a16="http://schemas.microsoft.com/office/drawing/2014/main" id="{9D9A884D-B29F-A074-5F41-785853F4EA15}"/>
              </a:ext>
            </a:extLst>
          </p:cNvPr>
          <p:cNvSpPr txBox="1"/>
          <p:nvPr/>
        </p:nvSpPr>
        <p:spPr>
          <a:xfrm>
            <a:off x="7554799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16" name="CuadroTexto 515">
            <a:extLst>
              <a:ext uri="{FF2B5EF4-FFF2-40B4-BE49-F238E27FC236}">
                <a16:creationId xmlns:a16="http://schemas.microsoft.com/office/drawing/2014/main" id="{38C84FD5-0EA5-B7E6-D24C-09F928D34C6A}"/>
              </a:ext>
            </a:extLst>
          </p:cNvPr>
          <p:cNvSpPr txBox="1"/>
          <p:nvPr/>
        </p:nvSpPr>
        <p:spPr>
          <a:xfrm>
            <a:off x="7577850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17" name="CuadroTexto 516">
            <a:extLst>
              <a:ext uri="{FF2B5EF4-FFF2-40B4-BE49-F238E27FC236}">
                <a16:creationId xmlns:a16="http://schemas.microsoft.com/office/drawing/2014/main" id="{20E762A1-6793-8759-73B8-BC04F2601254}"/>
              </a:ext>
            </a:extLst>
          </p:cNvPr>
          <p:cNvSpPr txBox="1"/>
          <p:nvPr/>
        </p:nvSpPr>
        <p:spPr>
          <a:xfrm>
            <a:off x="7643255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18" name="CuadroTexto 517">
            <a:extLst>
              <a:ext uri="{FF2B5EF4-FFF2-40B4-BE49-F238E27FC236}">
                <a16:creationId xmlns:a16="http://schemas.microsoft.com/office/drawing/2014/main" id="{23D59283-B23C-B081-7F62-1A6AE9768DC8}"/>
              </a:ext>
            </a:extLst>
          </p:cNvPr>
          <p:cNvSpPr txBox="1"/>
          <p:nvPr/>
        </p:nvSpPr>
        <p:spPr>
          <a:xfrm>
            <a:off x="7729156" y="1712360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ONE:512 / 10%</a:t>
            </a:r>
          </a:p>
        </p:txBody>
      </p:sp>
      <p:sp>
        <p:nvSpPr>
          <p:cNvPr id="519" name="CuadroTexto 518">
            <a:extLst>
              <a:ext uri="{FF2B5EF4-FFF2-40B4-BE49-F238E27FC236}">
                <a16:creationId xmlns:a16="http://schemas.microsoft.com/office/drawing/2014/main" id="{2E3210DD-E3C8-4FC4-A574-DD4421F986DC}"/>
              </a:ext>
            </a:extLst>
          </p:cNvPr>
          <p:cNvSpPr txBox="1"/>
          <p:nvPr/>
        </p:nvSpPr>
        <p:spPr>
          <a:xfrm>
            <a:off x="7554799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20" name="CuadroTexto 519">
            <a:extLst>
              <a:ext uri="{FF2B5EF4-FFF2-40B4-BE49-F238E27FC236}">
                <a16:creationId xmlns:a16="http://schemas.microsoft.com/office/drawing/2014/main" id="{831C2ABF-BB0D-A1A8-328A-2DDB33B6E8E4}"/>
              </a:ext>
            </a:extLst>
          </p:cNvPr>
          <p:cNvSpPr txBox="1"/>
          <p:nvPr/>
        </p:nvSpPr>
        <p:spPr>
          <a:xfrm>
            <a:off x="7626047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21" name="CuadroTexto 520">
            <a:extLst>
              <a:ext uri="{FF2B5EF4-FFF2-40B4-BE49-F238E27FC236}">
                <a16:creationId xmlns:a16="http://schemas.microsoft.com/office/drawing/2014/main" id="{EC9C7C4A-E0A2-7FF9-CC77-8AF0D56BE62B}"/>
              </a:ext>
            </a:extLst>
          </p:cNvPr>
          <p:cNvSpPr txBox="1"/>
          <p:nvPr/>
        </p:nvSpPr>
        <p:spPr>
          <a:xfrm>
            <a:off x="7653606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22" name="CuadroTexto 521">
            <a:extLst>
              <a:ext uri="{FF2B5EF4-FFF2-40B4-BE49-F238E27FC236}">
                <a16:creationId xmlns:a16="http://schemas.microsoft.com/office/drawing/2014/main" id="{E79EA5F5-7CC8-AEAE-204D-92FDF1E382F7}"/>
              </a:ext>
            </a:extLst>
          </p:cNvPr>
          <p:cNvSpPr txBox="1"/>
          <p:nvPr/>
        </p:nvSpPr>
        <p:spPr>
          <a:xfrm>
            <a:off x="7682562" y="1774132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:5-11-4-0</a:t>
            </a:r>
          </a:p>
        </p:txBody>
      </p:sp>
      <p:sp>
        <p:nvSpPr>
          <p:cNvPr id="523" name="CuadroTexto 522">
            <a:extLst>
              <a:ext uri="{FF2B5EF4-FFF2-40B4-BE49-F238E27FC236}">
                <a16:creationId xmlns:a16="http://schemas.microsoft.com/office/drawing/2014/main" id="{C0B812DA-5EAD-FE39-D30F-7F47DAE4B8A3}"/>
              </a:ext>
            </a:extLst>
          </p:cNvPr>
          <p:cNvSpPr txBox="1"/>
          <p:nvPr/>
        </p:nvSpPr>
        <p:spPr>
          <a:xfrm>
            <a:off x="7554799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24" name="CuadroTexto 523">
            <a:extLst>
              <a:ext uri="{FF2B5EF4-FFF2-40B4-BE49-F238E27FC236}">
                <a16:creationId xmlns:a16="http://schemas.microsoft.com/office/drawing/2014/main" id="{5D71FFFA-0AD7-98E9-E96C-00180173ED2F}"/>
              </a:ext>
            </a:extLst>
          </p:cNvPr>
          <p:cNvSpPr txBox="1"/>
          <p:nvPr/>
        </p:nvSpPr>
        <p:spPr>
          <a:xfrm>
            <a:off x="7582613" y="183591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GB:242-236-241</a:t>
            </a:r>
          </a:p>
        </p:txBody>
      </p:sp>
      <p:sp>
        <p:nvSpPr>
          <p:cNvPr id="525" name="CuadroTexto 524">
            <a:extLst>
              <a:ext uri="{FF2B5EF4-FFF2-40B4-BE49-F238E27FC236}">
                <a16:creationId xmlns:a16="http://schemas.microsoft.com/office/drawing/2014/main" id="{02C52074-6AC9-00DC-AEA8-68E240E8B06C}"/>
              </a:ext>
            </a:extLst>
          </p:cNvPr>
          <p:cNvSpPr txBox="1"/>
          <p:nvPr/>
        </p:nvSpPr>
        <p:spPr>
          <a:xfrm>
            <a:off x="7554799" y="1897691"/>
            <a:ext cx="39305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HEX:f2e</a:t>
            </a:r>
          </a:p>
        </p:txBody>
      </p:sp>
      <p:sp>
        <p:nvSpPr>
          <p:cNvPr id="526" name="CuadroTexto 525">
            <a:extLst>
              <a:ext uri="{FF2B5EF4-FFF2-40B4-BE49-F238E27FC236}">
                <a16:creationId xmlns:a16="http://schemas.microsoft.com/office/drawing/2014/main" id="{2DB7C00C-C372-4399-57CE-15B664FC3D7C}"/>
              </a:ext>
            </a:extLst>
          </p:cNvPr>
          <p:cNvSpPr txBox="1"/>
          <p:nvPr/>
        </p:nvSpPr>
        <p:spPr>
          <a:xfrm>
            <a:off x="7720979" y="1897691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527" name="CuadroTexto 526">
            <a:extLst>
              <a:ext uri="{FF2B5EF4-FFF2-40B4-BE49-F238E27FC236}">
                <a16:creationId xmlns:a16="http://schemas.microsoft.com/office/drawing/2014/main" id="{18795FA9-3E80-4131-56EB-AB249E94F578}"/>
              </a:ext>
            </a:extLst>
          </p:cNvPr>
          <p:cNvSpPr txBox="1"/>
          <p:nvPr/>
        </p:nvSpPr>
        <p:spPr>
          <a:xfrm>
            <a:off x="7744156" y="1897691"/>
            <a:ext cx="2375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C4277"/>
                </a:solidFill>
                <a:latin typeface="MyriadPro-Regular"/>
                <a:sym typeface="MyriadPro-Regular"/>
                <a:rtl val="0"/>
              </a:rPr>
              <a:t>f1</a:t>
            </a:r>
          </a:p>
        </p:txBody>
      </p:sp>
      <p:sp>
        <p:nvSpPr>
          <p:cNvPr id="528" name="CuadroTexto 527">
            <a:extLst>
              <a:ext uri="{FF2B5EF4-FFF2-40B4-BE49-F238E27FC236}">
                <a16:creationId xmlns:a16="http://schemas.microsoft.com/office/drawing/2014/main" id="{DF17E5C6-A9EF-C21B-82C0-F993DC8C12CA}"/>
              </a:ext>
            </a:extLst>
          </p:cNvPr>
          <p:cNvSpPr txBox="1"/>
          <p:nvPr/>
        </p:nvSpPr>
        <p:spPr>
          <a:xfrm>
            <a:off x="6331790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29" name="CuadroTexto 528">
            <a:extLst>
              <a:ext uri="{FF2B5EF4-FFF2-40B4-BE49-F238E27FC236}">
                <a16:creationId xmlns:a16="http://schemas.microsoft.com/office/drawing/2014/main" id="{A133DB14-3157-84B6-EB68-7E77AFCF7C2B}"/>
              </a:ext>
            </a:extLst>
          </p:cNvPr>
          <p:cNvSpPr txBox="1"/>
          <p:nvPr/>
        </p:nvSpPr>
        <p:spPr>
          <a:xfrm>
            <a:off x="6354840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30" name="CuadroTexto 529">
            <a:extLst>
              <a:ext uri="{FF2B5EF4-FFF2-40B4-BE49-F238E27FC236}">
                <a16:creationId xmlns:a16="http://schemas.microsoft.com/office/drawing/2014/main" id="{A37A4651-1A8B-E688-0DC8-353AFBE0083D}"/>
              </a:ext>
            </a:extLst>
          </p:cNvPr>
          <p:cNvSpPr txBox="1"/>
          <p:nvPr/>
        </p:nvSpPr>
        <p:spPr>
          <a:xfrm>
            <a:off x="6420245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31" name="CuadroTexto 530">
            <a:extLst>
              <a:ext uri="{FF2B5EF4-FFF2-40B4-BE49-F238E27FC236}">
                <a16:creationId xmlns:a16="http://schemas.microsoft.com/office/drawing/2014/main" id="{E128DE91-5DE6-1AA1-FBF5-4E43598A676E}"/>
              </a:ext>
            </a:extLst>
          </p:cNvPr>
          <p:cNvSpPr txBox="1"/>
          <p:nvPr/>
        </p:nvSpPr>
        <p:spPr>
          <a:xfrm>
            <a:off x="6444438" y="891317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ONE:491 / 60%</a:t>
            </a:r>
          </a:p>
        </p:txBody>
      </p:sp>
      <p:sp>
        <p:nvSpPr>
          <p:cNvPr id="532" name="CuadroTexto 531">
            <a:extLst>
              <a:ext uri="{FF2B5EF4-FFF2-40B4-BE49-F238E27FC236}">
                <a16:creationId xmlns:a16="http://schemas.microsoft.com/office/drawing/2014/main" id="{73D3E4D5-0CC4-7513-ED8D-9ABAEF3C5A79}"/>
              </a:ext>
            </a:extLst>
          </p:cNvPr>
          <p:cNvSpPr txBox="1"/>
          <p:nvPr/>
        </p:nvSpPr>
        <p:spPr>
          <a:xfrm>
            <a:off x="6331790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33" name="CuadroTexto 532">
            <a:extLst>
              <a:ext uri="{FF2B5EF4-FFF2-40B4-BE49-F238E27FC236}">
                <a16:creationId xmlns:a16="http://schemas.microsoft.com/office/drawing/2014/main" id="{FBE181C8-1D4C-2694-ED46-E744C1EFAC9C}"/>
              </a:ext>
            </a:extLst>
          </p:cNvPr>
          <p:cNvSpPr txBox="1"/>
          <p:nvPr/>
        </p:nvSpPr>
        <p:spPr>
          <a:xfrm>
            <a:off x="6403037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34" name="CuadroTexto 533">
            <a:extLst>
              <a:ext uri="{FF2B5EF4-FFF2-40B4-BE49-F238E27FC236}">
                <a16:creationId xmlns:a16="http://schemas.microsoft.com/office/drawing/2014/main" id="{970E3445-8756-7694-AE09-56CD33841FCB}"/>
              </a:ext>
            </a:extLst>
          </p:cNvPr>
          <p:cNvSpPr txBox="1"/>
          <p:nvPr/>
        </p:nvSpPr>
        <p:spPr>
          <a:xfrm>
            <a:off x="6430596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35" name="CuadroTexto 534">
            <a:extLst>
              <a:ext uri="{FF2B5EF4-FFF2-40B4-BE49-F238E27FC236}">
                <a16:creationId xmlns:a16="http://schemas.microsoft.com/office/drawing/2014/main" id="{EFA34CFB-54FC-225B-8F95-3CDDB571419A}"/>
              </a:ext>
            </a:extLst>
          </p:cNvPr>
          <p:cNvSpPr txBox="1"/>
          <p:nvPr/>
        </p:nvSpPr>
        <p:spPr>
          <a:xfrm>
            <a:off x="6459552" y="953096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:31-48-44-0</a:t>
            </a:r>
          </a:p>
        </p:txBody>
      </p:sp>
      <p:sp>
        <p:nvSpPr>
          <p:cNvPr id="536" name="CuadroTexto 535">
            <a:extLst>
              <a:ext uri="{FF2B5EF4-FFF2-40B4-BE49-F238E27FC236}">
                <a16:creationId xmlns:a16="http://schemas.microsoft.com/office/drawing/2014/main" id="{1D00BE1E-646F-CC09-02A2-0C6C938ADA86}"/>
              </a:ext>
            </a:extLst>
          </p:cNvPr>
          <p:cNvSpPr txBox="1"/>
          <p:nvPr/>
        </p:nvSpPr>
        <p:spPr>
          <a:xfrm>
            <a:off x="6331790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37" name="CuadroTexto 536">
            <a:extLst>
              <a:ext uri="{FF2B5EF4-FFF2-40B4-BE49-F238E27FC236}">
                <a16:creationId xmlns:a16="http://schemas.microsoft.com/office/drawing/2014/main" id="{DD76BCED-1CC9-D20B-D010-134A0CB58878}"/>
              </a:ext>
            </a:extLst>
          </p:cNvPr>
          <p:cNvSpPr txBox="1"/>
          <p:nvPr/>
        </p:nvSpPr>
        <p:spPr>
          <a:xfrm>
            <a:off x="6359603" y="101487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GB:178-145-136</a:t>
            </a:r>
          </a:p>
        </p:txBody>
      </p:sp>
      <p:sp>
        <p:nvSpPr>
          <p:cNvPr id="538" name="CuadroTexto 537">
            <a:extLst>
              <a:ext uri="{FF2B5EF4-FFF2-40B4-BE49-F238E27FC236}">
                <a16:creationId xmlns:a16="http://schemas.microsoft.com/office/drawing/2014/main" id="{BF1B8354-3B06-6B34-1B09-C126548D6488}"/>
              </a:ext>
            </a:extLst>
          </p:cNvPr>
          <p:cNvSpPr txBox="1"/>
          <p:nvPr/>
        </p:nvSpPr>
        <p:spPr>
          <a:xfrm>
            <a:off x="6331790" y="1076655"/>
            <a:ext cx="51328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HEX:b29188</a:t>
            </a:r>
          </a:p>
        </p:txBody>
      </p:sp>
      <p:sp>
        <p:nvSpPr>
          <p:cNvPr id="539" name="CuadroTexto 538">
            <a:extLst>
              <a:ext uri="{FF2B5EF4-FFF2-40B4-BE49-F238E27FC236}">
                <a16:creationId xmlns:a16="http://schemas.microsoft.com/office/drawing/2014/main" id="{5760A9AE-5050-8CCA-81CF-98E8F4FD8991}"/>
              </a:ext>
            </a:extLst>
          </p:cNvPr>
          <p:cNvSpPr txBox="1"/>
          <p:nvPr/>
        </p:nvSpPr>
        <p:spPr>
          <a:xfrm>
            <a:off x="6931611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40" name="CuadroTexto 539">
            <a:extLst>
              <a:ext uri="{FF2B5EF4-FFF2-40B4-BE49-F238E27FC236}">
                <a16:creationId xmlns:a16="http://schemas.microsoft.com/office/drawing/2014/main" id="{DCCFA5A9-9184-CE48-2C82-717A56E2F190}"/>
              </a:ext>
            </a:extLst>
          </p:cNvPr>
          <p:cNvSpPr txBox="1"/>
          <p:nvPr/>
        </p:nvSpPr>
        <p:spPr>
          <a:xfrm>
            <a:off x="6954661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41" name="CuadroTexto 540">
            <a:extLst>
              <a:ext uri="{FF2B5EF4-FFF2-40B4-BE49-F238E27FC236}">
                <a16:creationId xmlns:a16="http://schemas.microsoft.com/office/drawing/2014/main" id="{3587E81D-DAD9-3871-D5DF-CF8C06B21017}"/>
              </a:ext>
            </a:extLst>
          </p:cNvPr>
          <p:cNvSpPr txBox="1"/>
          <p:nvPr/>
        </p:nvSpPr>
        <p:spPr>
          <a:xfrm>
            <a:off x="7020066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42" name="CuadroTexto 541">
            <a:extLst>
              <a:ext uri="{FF2B5EF4-FFF2-40B4-BE49-F238E27FC236}">
                <a16:creationId xmlns:a16="http://schemas.microsoft.com/office/drawing/2014/main" id="{61DF1A11-D5B2-218E-80BF-A4E30E388C6C}"/>
              </a:ext>
            </a:extLst>
          </p:cNvPr>
          <p:cNvSpPr txBox="1"/>
          <p:nvPr/>
        </p:nvSpPr>
        <p:spPr>
          <a:xfrm>
            <a:off x="7044259" y="891317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ONE:491 / 30%</a:t>
            </a:r>
          </a:p>
        </p:txBody>
      </p:sp>
      <p:sp>
        <p:nvSpPr>
          <p:cNvPr id="543" name="CuadroTexto 542">
            <a:extLst>
              <a:ext uri="{FF2B5EF4-FFF2-40B4-BE49-F238E27FC236}">
                <a16:creationId xmlns:a16="http://schemas.microsoft.com/office/drawing/2014/main" id="{2A56C4A2-7262-095D-9084-B24EF0206480}"/>
              </a:ext>
            </a:extLst>
          </p:cNvPr>
          <p:cNvSpPr txBox="1"/>
          <p:nvPr/>
        </p:nvSpPr>
        <p:spPr>
          <a:xfrm>
            <a:off x="6931611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44" name="CuadroTexto 543">
            <a:extLst>
              <a:ext uri="{FF2B5EF4-FFF2-40B4-BE49-F238E27FC236}">
                <a16:creationId xmlns:a16="http://schemas.microsoft.com/office/drawing/2014/main" id="{D9EE065C-E1DA-1B32-4B82-C9D3B68D83B2}"/>
              </a:ext>
            </a:extLst>
          </p:cNvPr>
          <p:cNvSpPr txBox="1"/>
          <p:nvPr/>
        </p:nvSpPr>
        <p:spPr>
          <a:xfrm>
            <a:off x="7002858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45" name="CuadroTexto 544">
            <a:extLst>
              <a:ext uri="{FF2B5EF4-FFF2-40B4-BE49-F238E27FC236}">
                <a16:creationId xmlns:a16="http://schemas.microsoft.com/office/drawing/2014/main" id="{D90BDD37-C654-2C77-DE2C-D7223FAE1134}"/>
              </a:ext>
            </a:extLst>
          </p:cNvPr>
          <p:cNvSpPr txBox="1"/>
          <p:nvPr/>
        </p:nvSpPr>
        <p:spPr>
          <a:xfrm>
            <a:off x="7030417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46" name="CuadroTexto 545">
            <a:extLst>
              <a:ext uri="{FF2B5EF4-FFF2-40B4-BE49-F238E27FC236}">
                <a16:creationId xmlns:a16="http://schemas.microsoft.com/office/drawing/2014/main" id="{FBA523D8-AB6E-4B6F-24B8-45A551C10F0B}"/>
              </a:ext>
            </a:extLst>
          </p:cNvPr>
          <p:cNvSpPr txBox="1"/>
          <p:nvPr/>
        </p:nvSpPr>
        <p:spPr>
          <a:xfrm>
            <a:off x="7059373" y="953096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:15-24-22-0</a:t>
            </a:r>
          </a:p>
        </p:txBody>
      </p:sp>
      <p:sp>
        <p:nvSpPr>
          <p:cNvPr id="547" name="CuadroTexto 546">
            <a:extLst>
              <a:ext uri="{FF2B5EF4-FFF2-40B4-BE49-F238E27FC236}">
                <a16:creationId xmlns:a16="http://schemas.microsoft.com/office/drawing/2014/main" id="{9A6BEFD3-4527-148C-01C8-A156FCBC307D}"/>
              </a:ext>
            </a:extLst>
          </p:cNvPr>
          <p:cNvSpPr txBox="1"/>
          <p:nvPr/>
        </p:nvSpPr>
        <p:spPr>
          <a:xfrm>
            <a:off x="6931611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48" name="CuadroTexto 547">
            <a:extLst>
              <a:ext uri="{FF2B5EF4-FFF2-40B4-BE49-F238E27FC236}">
                <a16:creationId xmlns:a16="http://schemas.microsoft.com/office/drawing/2014/main" id="{7BC08A59-55F1-F40C-2E38-38D2360CA662}"/>
              </a:ext>
            </a:extLst>
          </p:cNvPr>
          <p:cNvSpPr txBox="1"/>
          <p:nvPr/>
        </p:nvSpPr>
        <p:spPr>
          <a:xfrm>
            <a:off x="6959424" y="101487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GB:217-200-195</a:t>
            </a:r>
          </a:p>
        </p:txBody>
      </p:sp>
      <p:sp>
        <p:nvSpPr>
          <p:cNvPr id="549" name="CuadroTexto 548">
            <a:extLst>
              <a:ext uri="{FF2B5EF4-FFF2-40B4-BE49-F238E27FC236}">
                <a16:creationId xmlns:a16="http://schemas.microsoft.com/office/drawing/2014/main" id="{DB42C6A5-9776-B71B-7603-4FBDF29378E2}"/>
              </a:ext>
            </a:extLst>
          </p:cNvPr>
          <p:cNvSpPr txBox="1"/>
          <p:nvPr/>
        </p:nvSpPr>
        <p:spPr>
          <a:xfrm>
            <a:off x="6931611" y="1076655"/>
            <a:ext cx="5036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HEX:d9c8c3</a:t>
            </a:r>
          </a:p>
        </p:txBody>
      </p:sp>
      <p:sp>
        <p:nvSpPr>
          <p:cNvPr id="550" name="Forma libre 549">
            <a:extLst>
              <a:ext uri="{FF2B5EF4-FFF2-40B4-BE49-F238E27FC236}">
                <a16:creationId xmlns:a16="http://schemas.microsoft.com/office/drawing/2014/main" id="{18C6594B-46F8-8AEE-F24E-B67DB7CD6640}"/>
              </a:ext>
            </a:extLst>
          </p:cNvPr>
          <p:cNvSpPr/>
          <p:nvPr/>
        </p:nvSpPr>
        <p:spPr>
          <a:xfrm>
            <a:off x="7538734" y="820737"/>
            <a:ext cx="618744" cy="446024"/>
          </a:xfrm>
          <a:custGeom>
            <a:avLst/>
            <a:gdLst>
              <a:gd name="connsiteX0" fmla="*/ 0 w 618744"/>
              <a:gd name="connsiteY0" fmla="*/ 0 h 446024"/>
              <a:gd name="connsiteX1" fmla="*/ 618744 w 618744"/>
              <a:gd name="connsiteY1" fmla="*/ 0 h 446024"/>
              <a:gd name="connsiteX2" fmla="*/ 618744 w 618744"/>
              <a:gd name="connsiteY2" fmla="*/ 446024 h 446024"/>
              <a:gd name="connsiteX3" fmla="*/ 0 w 618744"/>
              <a:gd name="connsiteY3" fmla="*/ 446024 h 44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744" h="446024">
                <a:moveTo>
                  <a:pt x="0" y="0"/>
                </a:moveTo>
                <a:lnTo>
                  <a:pt x="618744" y="0"/>
                </a:lnTo>
                <a:lnTo>
                  <a:pt x="618744" y="446024"/>
                </a:lnTo>
                <a:lnTo>
                  <a:pt x="0" y="446024"/>
                </a:lnTo>
                <a:close/>
              </a:path>
            </a:pathLst>
          </a:custGeom>
          <a:solidFill>
            <a:srgbClr val="F2ED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 sz="1050"/>
          </a:p>
        </p:txBody>
      </p:sp>
      <p:sp>
        <p:nvSpPr>
          <p:cNvPr id="551" name="CuadroTexto 550">
            <a:extLst>
              <a:ext uri="{FF2B5EF4-FFF2-40B4-BE49-F238E27FC236}">
                <a16:creationId xmlns:a16="http://schemas.microsoft.com/office/drawing/2014/main" id="{43893074-B33B-5818-B435-D66F932D1222}"/>
              </a:ext>
            </a:extLst>
          </p:cNvPr>
          <p:cNvSpPr txBox="1"/>
          <p:nvPr/>
        </p:nvSpPr>
        <p:spPr>
          <a:xfrm>
            <a:off x="7550227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52" name="CuadroTexto 551">
            <a:extLst>
              <a:ext uri="{FF2B5EF4-FFF2-40B4-BE49-F238E27FC236}">
                <a16:creationId xmlns:a16="http://schemas.microsoft.com/office/drawing/2014/main" id="{05D95C2D-3C8E-B919-7DC9-12D1F11C53B3}"/>
              </a:ext>
            </a:extLst>
          </p:cNvPr>
          <p:cNvSpPr txBox="1"/>
          <p:nvPr/>
        </p:nvSpPr>
        <p:spPr>
          <a:xfrm>
            <a:off x="7573278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53" name="CuadroTexto 552">
            <a:extLst>
              <a:ext uri="{FF2B5EF4-FFF2-40B4-BE49-F238E27FC236}">
                <a16:creationId xmlns:a16="http://schemas.microsoft.com/office/drawing/2014/main" id="{3C59B1D8-9A7C-83AD-C0C0-383253CCA02A}"/>
              </a:ext>
            </a:extLst>
          </p:cNvPr>
          <p:cNvSpPr txBox="1"/>
          <p:nvPr/>
        </p:nvSpPr>
        <p:spPr>
          <a:xfrm>
            <a:off x="7638683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54" name="CuadroTexto 553">
            <a:extLst>
              <a:ext uri="{FF2B5EF4-FFF2-40B4-BE49-F238E27FC236}">
                <a16:creationId xmlns:a16="http://schemas.microsoft.com/office/drawing/2014/main" id="{B3613082-4A74-185A-310D-5B42A84BE52A}"/>
              </a:ext>
            </a:extLst>
          </p:cNvPr>
          <p:cNvSpPr txBox="1"/>
          <p:nvPr/>
        </p:nvSpPr>
        <p:spPr>
          <a:xfrm>
            <a:off x="7724584" y="891317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ONE:491 / 10%</a:t>
            </a:r>
          </a:p>
        </p:txBody>
      </p:sp>
      <p:sp>
        <p:nvSpPr>
          <p:cNvPr id="555" name="CuadroTexto 554">
            <a:extLst>
              <a:ext uri="{FF2B5EF4-FFF2-40B4-BE49-F238E27FC236}">
                <a16:creationId xmlns:a16="http://schemas.microsoft.com/office/drawing/2014/main" id="{C740C936-278C-76AB-D6E6-9C18B5979249}"/>
              </a:ext>
            </a:extLst>
          </p:cNvPr>
          <p:cNvSpPr txBox="1"/>
          <p:nvPr/>
        </p:nvSpPr>
        <p:spPr>
          <a:xfrm>
            <a:off x="7550227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56" name="CuadroTexto 555">
            <a:extLst>
              <a:ext uri="{FF2B5EF4-FFF2-40B4-BE49-F238E27FC236}">
                <a16:creationId xmlns:a16="http://schemas.microsoft.com/office/drawing/2014/main" id="{3E28BD25-F05A-CCC4-E1A8-E6D65C03C2F4}"/>
              </a:ext>
            </a:extLst>
          </p:cNvPr>
          <p:cNvSpPr txBox="1"/>
          <p:nvPr/>
        </p:nvSpPr>
        <p:spPr>
          <a:xfrm>
            <a:off x="7621475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57" name="CuadroTexto 556">
            <a:extLst>
              <a:ext uri="{FF2B5EF4-FFF2-40B4-BE49-F238E27FC236}">
                <a16:creationId xmlns:a16="http://schemas.microsoft.com/office/drawing/2014/main" id="{C1B553CA-D08C-8AB9-0DC7-E87A6CA3969B}"/>
              </a:ext>
            </a:extLst>
          </p:cNvPr>
          <p:cNvSpPr txBox="1"/>
          <p:nvPr/>
        </p:nvSpPr>
        <p:spPr>
          <a:xfrm>
            <a:off x="7649034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58" name="CuadroTexto 557">
            <a:extLst>
              <a:ext uri="{FF2B5EF4-FFF2-40B4-BE49-F238E27FC236}">
                <a16:creationId xmlns:a16="http://schemas.microsoft.com/office/drawing/2014/main" id="{90BBA4FE-55C8-4A3B-EE8E-686360228291}"/>
              </a:ext>
            </a:extLst>
          </p:cNvPr>
          <p:cNvSpPr txBox="1"/>
          <p:nvPr/>
        </p:nvSpPr>
        <p:spPr>
          <a:xfrm>
            <a:off x="7677990" y="953096"/>
            <a:ext cx="38985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:5-9-8-0</a:t>
            </a:r>
          </a:p>
        </p:txBody>
      </p:sp>
      <p:sp>
        <p:nvSpPr>
          <p:cNvPr id="559" name="CuadroTexto 558">
            <a:extLst>
              <a:ext uri="{FF2B5EF4-FFF2-40B4-BE49-F238E27FC236}">
                <a16:creationId xmlns:a16="http://schemas.microsoft.com/office/drawing/2014/main" id="{271A0082-9185-1E55-D4AA-C8C60EFA78DA}"/>
              </a:ext>
            </a:extLst>
          </p:cNvPr>
          <p:cNvSpPr txBox="1"/>
          <p:nvPr/>
        </p:nvSpPr>
        <p:spPr>
          <a:xfrm>
            <a:off x="7550227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60" name="CuadroTexto 559">
            <a:extLst>
              <a:ext uri="{FF2B5EF4-FFF2-40B4-BE49-F238E27FC236}">
                <a16:creationId xmlns:a16="http://schemas.microsoft.com/office/drawing/2014/main" id="{209C2E9F-227A-5480-B7A3-3657C05705E2}"/>
              </a:ext>
            </a:extLst>
          </p:cNvPr>
          <p:cNvSpPr txBox="1"/>
          <p:nvPr/>
        </p:nvSpPr>
        <p:spPr>
          <a:xfrm>
            <a:off x="7578041" y="1014876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GB:242-237-235</a:t>
            </a:r>
          </a:p>
        </p:txBody>
      </p:sp>
      <p:sp>
        <p:nvSpPr>
          <p:cNvPr id="561" name="CuadroTexto 560">
            <a:extLst>
              <a:ext uri="{FF2B5EF4-FFF2-40B4-BE49-F238E27FC236}">
                <a16:creationId xmlns:a16="http://schemas.microsoft.com/office/drawing/2014/main" id="{E7966964-3EAD-73B4-FD60-829F92913067}"/>
              </a:ext>
            </a:extLst>
          </p:cNvPr>
          <p:cNvSpPr txBox="1"/>
          <p:nvPr/>
        </p:nvSpPr>
        <p:spPr>
          <a:xfrm>
            <a:off x="7550227" y="1076655"/>
            <a:ext cx="49885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7F4738"/>
                </a:solidFill>
                <a:latin typeface="MyriadPro-Regular"/>
                <a:sym typeface="MyriadPro-Regular"/>
                <a:rtl val="0"/>
              </a:rPr>
              <a:t>HEX:f2edeb</a:t>
            </a:r>
          </a:p>
        </p:txBody>
      </p:sp>
      <p:sp>
        <p:nvSpPr>
          <p:cNvPr id="562" name="CuadroTexto 561">
            <a:extLst>
              <a:ext uri="{FF2B5EF4-FFF2-40B4-BE49-F238E27FC236}">
                <a16:creationId xmlns:a16="http://schemas.microsoft.com/office/drawing/2014/main" id="{1F320CAB-356E-23A3-0018-88385330A75E}"/>
              </a:ext>
            </a:extLst>
          </p:cNvPr>
          <p:cNvSpPr txBox="1"/>
          <p:nvPr/>
        </p:nvSpPr>
        <p:spPr>
          <a:xfrm>
            <a:off x="5091520" y="89131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63" name="CuadroTexto 562">
            <a:extLst>
              <a:ext uri="{FF2B5EF4-FFF2-40B4-BE49-F238E27FC236}">
                <a16:creationId xmlns:a16="http://schemas.microsoft.com/office/drawing/2014/main" id="{0F2D698D-C3BD-14B2-EA3F-7E0EA489E302}"/>
              </a:ext>
            </a:extLst>
          </p:cNvPr>
          <p:cNvSpPr txBox="1"/>
          <p:nvPr/>
        </p:nvSpPr>
        <p:spPr>
          <a:xfrm>
            <a:off x="5114634" y="89131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64" name="CuadroTexto 563">
            <a:extLst>
              <a:ext uri="{FF2B5EF4-FFF2-40B4-BE49-F238E27FC236}">
                <a16:creationId xmlns:a16="http://schemas.microsoft.com/office/drawing/2014/main" id="{5A030D7D-EFA8-73D5-A0A3-8897BDD95E30}"/>
              </a:ext>
            </a:extLst>
          </p:cNvPr>
          <p:cNvSpPr txBox="1"/>
          <p:nvPr/>
        </p:nvSpPr>
        <p:spPr>
          <a:xfrm>
            <a:off x="5180039" y="89131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65" name="CuadroTexto 564">
            <a:extLst>
              <a:ext uri="{FF2B5EF4-FFF2-40B4-BE49-F238E27FC236}">
                <a16:creationId xmlns:a16="http://schemas.microsoft.com/office/drawing/2014/main" id="{637B449A-2335-3A2E-BD21-ED9D55A4F156}"/>
              </a:ext>
            </a:extLst>
          </p:cNvPr>
          <p:cNvSpPr txBox="1"/>
          <p:nvPr/>
        </p:nvSpPr>
        <p:spPr>
          <a:xfrm>
            <a:off x="5204233" y="891317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ONE:1817</a:t>
            </a:r>
          </a:p>
        </p:txBody>
      </p:sp>
      <p:sp>
        <p:nvSpPr>
          <p:cNvPr id="566" name="CuadroTexto 565">
            <a:extLst>
              <a:ext uri="{FF2B5EF4-FFF2-40B4-BE49-F238E27FC236}">
                <a16:creationId xmlns:a16="http://schemas.microsoft.com/office/drawing/2014/main" id="{DBEA28A0-D83C-1844-0152-30888DB4E392}"/>
              </a:ext>
            </a:extLst>
          </p:cNvPr>
          <p:cNvSpPr txBox="1"/>
          <p:nvPr/>
        </p:nvSpPr>
        <p:spPr>
          <a:xfrm>
            <a:off x="5091520" y="95309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67" name="CuadroTexto 566">
            <a:extLst>
              <a:ext uri="{FF2B5EF4-FFF2-40B4-BE49-F238E27FC236}">
                <a16:creationId xmlns:a16="http://schemas.microsoft.com/office/drawing/2014/main" id="{E1226485-A615-85F9-E5D6-50CB12F00CB8}"/>
              </a:ext>
            </a:extLst>
          </p:cNvPr>
          <p:cNvSpPr txBox="1"/>
          <p:nvPr/>
        </p:nvSpPr>
        <p:spPr>
          <a:xfrm>
            <a:off x="5162767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68" name="CuadroTexto 567">
            <a:extLst>
              <a:ext uri="{FF2B5EF4-FFF2-40B4-BE49-F238E27FC236}">
                <a16:creationId xmlns:a16="http://schemas.microsoft.com/office/drawing/2014/main" id="{425CECF1-932C-B50A-F650-7CD73FC20C88}"/>
              </a:ext>
            </a:extLst>
          </p:cNvPr>
          <p:cNvSpPr txBox="1"/>
          <p:nvPr/>
        </p:nvSpPr>
        <p:spPr>
          <a:xfrm>
            <a:off x="5190326" y="95309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69" name="CuadroTexto 568">
            <a:extLst>
              <a:ext uri="{FF2B5EF4-FFF2-40B4-BE49-F238E27FC236}">
                <a16:creationId xmlns:a16="http://schemas.microsoft.com/office/drawing/2014/main" id="{E5076338-E1B6-C5C6-5027-38C91CC677CC}"/>
              </a:ext>
            </a:extLst>
          </p:cNvPr>
          <p:cNvSpPr txBox="1"/>
          <p:nvPr/>
        </p:nvSpPr>
        <p:spPr>
          <a:xfrm>
            <a:off x="5219282" y="953096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:0-90-100-66</a:t>
            </a:r>
          </a:p>
        </p:txBody>
      </p:sp>
      <p:sp>
        <p:nvSpPr>
          <p:cNvPr id="570" name="CuadroTexto 569">
            <a:extLst>
              <a:ext uri="{FF2B5EF4-FFF2-40B4-BE49-F238E27FC236}">
                <a16:creationId xmlns:a16="http://schemas.microsoft.com/office/drawing/2014/main" id="{1AF319FE-439A-D87F-4136-5207581789AC}"/>
              </a:ext>
            </a:extLst>
          </p:cNvPr>
          <p:cNvSpPr txBox="1"/>
          <p:nvPr/>
        </p:nvSpPr>
        <p:spPr>
          <a:xfrm>
            <a:off x="5091520" y="101487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71" name="CuadroTexto 570">
            <a:extLst>
              <a:ext uri="{FF2B5EF4-FFF2-40B4-BE49-F238E27FC236}">
                <a16:creationId xmlns:a16="http://schemas.microsoft.com/office/drawing/2014/main" id="{CD877F2B-3858-1824-D967-D6EFFC428D98}"/>
              </a:ext>
            </a:extLst>
          </p:cNvPr>
          <p:cNvSpPr txBox="1"/>
          <p:nvPr/>
        </p:nvSpPr>
        <p:spPr>
          <a:xfrm>
            <a:off x="5119333" y="1014876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GB:99-38-30</a:t>
            </a:r>
          </a:p>
        </p:txBody>
      </p:sp>
      <p:sp>
        <p:nvSpPr>
          <p:cNvPr id="572" name="CuadroTexto 571">
            <a:extLst>
              <a:ext uri="{FF2B5EF4-FFF2-40B4-BE49-F238E27FC236}">
                <a16:creationId xmlns:a16="http://schemas.microsoft.com/office/drawing/2014/main" id="{8718AC74-9CB9-9F4C-9447-F6B996B0EFBB}"/>
              </a:ext>
            </a:extLst>
          </p:cNvPr>
          <p:cNvSpPr txBox="1"/>
          <p:nvPr/>
        </p:nvSpPr>
        <p:spPr>
          <a:xfrm>
            <a:off x="5091520" y="1076655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HEX:63261e</a:t>
            </a:r>
          </a:p>
        </p:txBody>
      </p:sp>
      <p:sp>
        <p:nvSpPr>
          <p:cNvPr id="573" name="CuadroTexto 572">
            <a:extLst>
              <a:ext uri="{FF2B5EF4-FFF2-40B4-BE49-F238E27FC236}">
                <a16:creationId xmlns:a16="http://schemas.microsoft.com/office/drawing/2014/main" id="{3B5FDEDC-E467-19F6-C217-2B4B18E13924}"/>
              </a:ext>
            </a:extLst>
          </p:cNvPr>
          <p:cNvSpPr txBox="1"/>
          <p:nvPr/>
        </p:nvSpPr>
        <p:spPr>
          <a:xfrm>
            <a:off x="5091520" y="1712360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74" name="CuadroTexto 573">
            <a:extLst>
              <a:ext uri="{FF2B5EF4-FFF2-40B4-BE49-F238E27FC236}">
                <a16:creationId xmlns:a16="http://schemas.microsoft.com/office/drawing/2014/main" id="{2C3728DE-002E-E1F3-6719-6CC5B85580B3}"/>
              </a:ext>
            </a:extLst>
          </p:cNvPr>
          <p:cNvSpPr txBox="1"/>
          <p:nvPr/>
        </p:nvSpPr>
        <p:spPr>
          <a:xfrm>
            <a:off x="5114634" y="1712360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75" name="CuadroTexto 574">
            <a:extLst>
              <a:ext uri="{FF2B5EF4-FFF2-40B4-BE49-F238E27FC236}">
                <a16:creationId xmlns:a16="http://schemas.microsoft.com/office/drawing/2014/main" id="{74973602-CAE9-BCB4-D10C-E8C334F90C8F}"/>
              </a:ext>
            </a:extLst>
          </p:cNvPr>
          <p:cNvSpPr txBox="1"/>
          <p:nvPr/>
        </p:nvSpPr>
        <p:spPr>
          <a:xfrm>
            <a:off x="5180039" y="1712360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76" name="CuadroTexto 575">
            <a:extLst>
              <a:ext uri="{FF2B5EF4-FFF2-40B4-BE49-F238E27FC236}">
                <a16:creationId xmlns:a16="http://schemas.microsoft.com/office/drawing/2014/main" id="{9B7AABEC-DB65-B126-C976-58C2603885CB}"/>
              </a:ext>
            </a:extLst>
          </p:cNvPr>
          <p:cNvSpPr txBox="1"/>
          <p:nvPr/>
        </p:nvSpPr>
        <p:spPr>
          <a:xfrm>
            <a:off x="5204233" y="1712360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ONE:519</a:t>
            </a:r>
          </a:p>
        </p:txBody>
      </p:sp>
      <p:sp>
        <p:nvSpPr>
          <p:cNvPr id="577" name="CuadroTexto 576">
            <a:extLst>
              <a:ext uri="{FF2B5EF4-FFF2-40B4-BE49-F238E27FC236}">
                <a16:creationId xmlns:a16="http://schemas.microsoft.com/office/drawing/2014/main" id="{30A0C9B6-ECE3-FAC2-7532-C13C5C656F78}"/>
              </a:ext>
            </a:extLst>
          </p:cNvPr>
          <p:cNvSpPr txBox="1"/>
          <p:nvPr/>
        </p:nvSpPr>
        <p:spPr>
          <a:xfrm>
            <a:off x="5091520" y="1774132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78" name="CuadroTexto 577">
            <a:extLst>
              <a:ext uri="{FF2B5EF4-FFF2-40B4-BE49-F238E27FC236}">
                <a16:creationId xmlns:a16="http://schemas.microsoft.com/office/drawing/2014/main" id="{E33E018A-5623-0833-BC94-FC68E98EF1BF}"/>
              </a:ext>
            </a:extLst>
          </p:cNvPr>
          <p:cNvSpPr txBox="1"/>
          <p:nvPr/>
        </p:nvSpPr>
        <p:spPr>
          <a:xfrm>
            <a:off x="5162767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79" name="CuadroTexto 578">
            <a:extLst>
              <a:ext uri="{FF2B5EF4-FFF2-40B4-BE49-F238E27FC236}">
                <a16:creationId xmlns:a16="http://schemas.microsoft.com/office/drawing/2014/main" id="{4E224932-B72A-AB1B-0F35-24F977EF2269}"/>
              </a:ext>
            </a:extLst>
          </p:cNvPr>
          <p:cNvSpPr txBox="1"/>
          <p:nvPr/>
        </p:nvSpPr>
        <p:spPr>
          <a:xfrm>
            <a:off x="5190326" y="17741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80" name="CuadroTexto 579">
            <a:extLst>
              <a:ext uri="{FF2B5EF4-FFF2-40B4-BE49-F238E27FC236}">
                <a16:creationId xmlns:a16="http://schemas.microsoft.com/office/drawing/2014/main" id="{36CC5B78-6A91-1585-896C-52E413BDEBDD}"/>
              </a:ext>
            </a:extLst>
          </p:cNvPr>
          <p:cNvSpPr txBox="1"/>
          <p:nvPr/>
        </p:nvSpPr>
        <p:spPr>
          <a:xfrm>
            <a:off x="5219282" y="1774132"/>
            <a:ext cx="55816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:67-100-30-10</a:t>
            </a:r>
          </a:p>
        </p:txBody>
      </p:sp>
      <p:sp>
        <p:nvSpPr>
          <p:cNvPr id="581" name="CuadroTexto 580">
            <a:extLst>
              <a:ext uri="{FF2B5EF4-FFF2-40B4-BE49-F238E27FC236}">
                <a16:creationId xmlns:a16="http://schemas.microsoft.com/office/drawing/2014/main" id="{BF6974BC-F8ED-7B3F-C683-47B83D148FF7}"/>
              </a:ext>
            </a:extLst>
          </p:cNvPr>
          <p:cNvSpPr txBox="1"/>
          <p:nvPr/>
        </p:nvSpPr>
        <p:spPr>
          <a:xfrm>
            <a:off x="5091520" y="183591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82" name="CuadroTexto 581">
            <a:extLst>
              <a:ext uri="{FF2B5EF4-FFF2-40B4-BE49-F238E27FC236}">
                <a16:creationId xmlns:a16="http://schemas.microsoft.com/office/drawing/2014/main" id="{1C17E925-B3B6-2874-E54E-4A9BD2647CD4}"/>
              </a:ext>
            </a:extLst>
          </p:cNvPr>
          <p:cNvSpPr txBox="1"/>
          <p:nvPr/>
        </p:nvSpPr>
        <p:spPr>
          <a:xfrm>
            <a:off x="5119333" y="1835912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GB:94-43-80</a:t>
            </a:r>
          </a:p>
        </p:txBody>
      </p:sp>
      <p:sp>
        <p:nvSpPr>
          <p:cNvPr id="583" name="CuadroTexto 582">
            <a:extLst>
              <a:ext uri="{FF2B5EF4-FFF2-40B4-BE49-F238E27FC236}">
                <a16:creationId xmlns:a16="http://schemas.microsoft.com/office/drawing/2014/main" id="{E6ABD4C2-4860-119E-BF14-266A7D4CA2E7}"/>
              </a:ext>
            </a:extLst>
          </p:cNvPr>
          <p:cNvSpPr txBox="1"/>
          <p:nvPr/>
        </p:nvSpPr>
        <p:spPr>
          <a:xfrm>
            <a:off x="5091520" y="1897691"/>
            <a:ext cx="5116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HEX:5e2b50</a:t>
            </a:r>
          </a:p>
        </p:txBody>
      </p:sp>
      <p:sp>
        <p:nvSpPr>
          <p:cNvPr id="584" name="CuadroTexto 583">
            <a:extLst>
              <a:ext uri="{FF2B5EF4-FFF2-40B4-BE49-F238E27FC236}">
                <a16:creationId xmlns:a16="http://schemas.microsoft.com/office/drawing/2014/main" id="{AAA86766-FE25-876F-F18A-E83E9CD577B3}"/>
              </a:ext>
            </a:extLst>
          </p:cNvPr>
          <p:cNvSpPr txBox="1"/>
          <p:nvPr/>
        </p:nvSpPr>
        <p:spPr>
          <a:xfrm>
            <a:off x="5098778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85" name="CuadroTexto 584">
            <a:extLst>
              <a:ext uri="{FF2B5EF4-FFF2-40B4-BE49-F238E27FC236}">
                <a16:creationId xmlns:a16="http://schemas.microsoft.com/office/drawing/2014/main" id="{B51FB243-DD44-9D0F-BF95-A69C38DD822B}"/>
              </a:ext>
            </a:extLst>
          </p:cNvPr>
          <p:cNvSpPr txBox="1"/>
          <p:nvPr/>
        </p:nvSpPr>
        <p:spPr>
          <a:xfrm>
            <a:off x="5121892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86" name="CuadroTexto 585">
            <a:extLst>
              <a:ext uri="{FF2B5EF4-FFF2-40B4-BE49-F238E27FC236}">
                <a16:creationId xmlns:a16="http://schemas.microsoft.com/office/drawing/2014/main" id="{27BE6196-BAFF-C7F9-60BF-432F6214B2D9}"/>
              </a:ext>
            </a:extLst>
          </p:cNvPr>
          <p:cNvSpPr txBox="1"/>
          <p:nvPr/>
        </p:nvSpPr>
        <p:spPr>
          <a:xfrm>
            <a:off x="5187297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87" name="CuadroTexto 586">
            <a:extLst>
              <a:ext uri="{FF2B5EF4-FFF2-40B4-BE49-F238E27FC236}">
                <a16:creationId xmlns:a16="http://schemas.microsoft.com/office/drawing/2014/main" id="{959D3D9A-AE30-2B9A-62D9-BAA3562A9195}"/>
              </a:ext>
            </a:extLst>
          </p:cNvPr>
          <p:cNvSpPr txBox="1"/>
          <p:nvPr/>
        </p:nvSpPr>
        <p:spPr>
          <a:xfrm>
            <a:off x="5211491" y="2633541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ONE:313</a:t>
            </a:r>
          </a:p>
        </p:txBody>
      </p:sp>
      <p:sp>
        <p:nvSpPr>
          <p:cNvPr id="588" name="CuadroTexto 587">
            <a:extLst>
              <a:ext uri="{FF2B5EF4-FFF2-40B4-BE49-F238E27FC236}">
                <a16:creationId xmlns:a16="http://schemas.microsoft.com/office/drawing/2014/main" id="{99BA5061-C110-42A4-EF22-345917591FFE}"/>
              </a:ext>
            </a:extLst>
          </p:cNvPr>
          <p:cNvSpPr txBox="1"/>
          <p:nvPr/>
        </p:nvSpPr>
        <p:spPr>
          <a:xfrm>
            <a:off x="5098778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589" name="CuadroTexto 588">
            <a:extLst>
              <a:ext uri="{FF2B5EF4-FFF2-40B4-BE49-F238E27FC236}">
                <a16:creationId xmlns:a16="http://schemas.microsoft.com/office/drawing/2014/main" id="{A0D5FC5B-3B49-71D0-F41C-E940AE761332}"/>
              </a:ext>
            </a:extLst>
          </p:cNvPr>
          <p:cNvSpPr txBox="1"/>
          <p:nvPr/>
        </p:nvSpPr>
        <p:spPr>
          <a:xfrm>
            <a:off x="5170025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590" name="CuadroTexto 589">
            <a:extLst>
              <a:ext uri="{FF2B5EF4-FFF2-40B4-BE49-F238E27FC236}">
                <a16:creationId xmlns:a16="http://schemas.microsoft.com/office/drawing/2014/main" id="{341913B9-45AF-2E08-72ED-3F984D4CCA04}"/>
              </a:ext>
            </a:extLst>
          </p:cNvPr>
          <p:cNvSpPr txBox="1"/>
          <p:nvPr/>
        </p:nvSpPr>
        <p:spPr>
          <a:xfrm>
            <a:off x="5197584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591" name="CuadroTexto 590">
            <a:extLst>
              <a:ext uri="{FF2B5EF4-FFF2-40B4-BE49-F238E27FC236}">
                <a16:creationId xmlns:a16="http://schemas.microsoft.com/office/drawing/2014/main" id="{C38CE9ED-B2F5-8598-8C14-D2062C6FAE45}"/>
              </a:ext>
            </a:extLst>
          </p:cNvPr>
          <p:cNvSpPr txBox="1"/>
          <p:nvPr/>
        </p:nvSpPr>
        <p:spPr>
          <a:xfrm>
            <a:off x="5226540" y="2695321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:100-0-8-13</a:t>
            </a:r>
          </a:p>
        </p:txBody>
      </p:sp>
      <p:sp>
        <p:nvSpPr>
          <p:cNvPr id="592" name="CuadroTexto 591">
            <a:extLst>
              <a:ext uri="{FF2B5EF4-FFF2-40B4-BE49-F238E27FC236}">
                <a16:creationId xmlns:a16="http://schemas.microsoft.com/office/drawing/2014/main" id="{16DF5E67-F245-E7B6-98E9-8AC00DAEC573}"/>
              </a:ext>
            </a:extLst>
          </p:cNvPr>
          <p:cNvSpPr txBox="1"/>
          <p:nvPr/>
        </p:nvSpPr>
        <p:spPr>
          <a:xfrm>
            <a:off x="5098778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593" name="CuadroTexto 592">
            <a:extLst>
              <a:ext uri="{FF2B5EF4-FFF2-40B4-BE49-F238E27FC236}">
                <a16:creationId xmlns:a16="http://schemas.microsoft.com/office/drawing/2014/main" id="{0AA66E65-ECC4-B3C4-1B27-37F00526E5CA}"/>
              </a:ext>
            </a:extLst>
          </p:cNvPr>
          <p:cNvSpPr txBox="1"/>
          <p:nvPr/>
        </p:nvSpPr>
        <p:spPr>
          <a:xfrm>
            <a:off x="5126591" y="2757093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GB:4-151-170</a:t>
            </a:r>
          </a:p>
        </p:txBody>
      </p:sp>
      <p:sp>
        <p:nvSpPr>
          <p:cNvPr id="594" name="CuadroTexto 593">
            <a:extLst>
              <a:ext uri="{FF2B5EF4-FFF2-40B4-BE49-F238E27FC236}">
                <a16:creationId xmlns:a16="http://schemas.microsoft.com/office/drawing/2014/main" id="{053E9182-DDCC-C995-846A-CF7A79A0C32A}"/>
              </a:ext>
            </a:extLst>
          </p:cNvPr>
          <p:cNvSpPr txBox="1"/>
          <p:nvPr/>
        </p:nvSpPr>
        <p:spPr>
          <a:xfrm>
            <a:off x="5098778" y="2818872"/>
            <a:ext cx="5036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HEX:0497aa</a:t>
            </a:r>
          </a:p>
        </p:txBody>
      </p:sp>
      <p:sp>
        <p:nvSpPr>
          <p:cNvPr id="595" name="CuadroTexto 594">
            <a:extLst>
              <a:ext uri="{FF2B5EF4-FFF2-40B4-BE49-F238E27FC236}">
                <a16:creationId xmlns:a16="http://schemas.microsoft.com/office/drawing/2014/main" id="{488C4453-DB64-BF8A-4275-8B59769EC4CC}"/>
              </a:ext>
            </a:extLst>
          </p:cNvPr>
          <p:cNvSpPr txBox="1"/>
          <p:nvPr/>
        </p:nvSpPr>
        <p:spPr>
          <a:xfrm>
            <a:off x="5098778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596" name="CuadroTexto 595">
            <a:extLst>
              <a:ext uri="{FF2B5EF4-FFF2-40B4-BE49-F238E27FC236}">
                <a16:creationId xmlns:a16="http://schemas.microsoft.com/office/drawing/2014/main" id="{47648926-388F-62A0-BD8C-80468F496095}"/>
              </a:ext>
            </a:extLst>
          </p:cNvPr>
          <p:cNvSpPr txBox="1"/>
          <p:nvPr/>
        </p:nvSpPr>
        <p:spPr>
          <a:xfrm>
            <a:off x="5121892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597" name="CuadroTexto 596">
            <a:extLst>
              <a:ext uri="{FF2B5EF4-FFF2-40B4-BE49-F238E27FC236}">
                <a16:creationId xmlns:a16="http://schemas.microsoft.com/office/drawing/2014/main" id="{162BE22E-A194-4555-80EC-619C9A731E5B}"/>
              </a:ext>
            </a:extLst>
          </p:cNvPr>
          <p:cNvSpPr txBox="1"/>
          <p:nvPr/>
        </p:nvSpPr>
        <p:spPr>
          <a:xfrm>
            <a:off x="5187297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598" name="CuadroTexto 597">
            <a:extLst>
              <a:ext uri="{FF2B5EF4-FFF2-40B4-BE49-F238E27FC236}">
                <a16:creationId xmlns:a16="http://schemas.microsoft.com/office/drawing/2014/main" id="{1256DBAD-42B5-E7E7-03D1-6685F25487F5}"/>
              </a:ext>
            </a:extLst>
          </p:cNvPr>
          <p:cNvSpPr txBox="1"/>
          <p:nvPr/>
        </p:nvSpPr>
        <p:spPr>
          <a:xfrm>
            <a:off x="5211491" y="3465442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ONE:131</a:t>
            </a:r>
          </a:p>
        </p:txBody>
      </p:sp>
      <p:sp>
        <p:nvSpPr>
          <p:cNvPr id="599" name="CuadroTexto 598">
            <a:extLst>
              <a:ext uri="{FF2B5EF4-FFF2-40B4-BE49-F238E27FC236}">
                <a16:creationId xmlns:a16="http://schemas.microsoft.com/office/drawing/2014/main" id="{FFF952D1-BEE5-16D1-235F-D4F499B78859}"/>
              </a:ext>
            </a:extLst>
          </p:cNvPr>
          <p:cNvSpPr txBox="1"/>
          <p:nvPr/>
        </p:nvSpPr>
        <p:spPr>
          <a:xfrm>
            <a:off x="5098778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00" name="CuadroTexto 599">
            <a:extLst>
              <a:ext uri="{FF2B5EF4-FFF2-40B4-BE49-F238E27FC236}">
                <a16:creationId xmlns:a16="http://schemas.microsoft.com/office/drawing/2014/main" id="{1D051930-5B90-D21D-AD2F-4079E1AE3C95}"/>
              </a:ext>
            </a:extLst>
          </p:cNvPr>
          <p:cNvSpPr txBox="1"/>
          <p:nvPr/>
        </p:nvSpPr>
        <p:spPr>
          <a:xfrm>
            <a:off x="5170025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01" name="CuadroTexto 600">
            <a:extLst>
              <a:ext uri="{FF2B5EF4-FFF2-40B4-BE49-F238E27FC236}">
                <a16:creationId xmlns:a16="http://schemas.microsoft.com/office/drawing/2014/main" id="{55811FA0-836C-6A6B-4379-A27572A3A5ED}"/>
              </a:ext>
            </a:extLst>
          </p:cNvPr>
          <p:cNvSpPr txBox="1"/>
          <p:nvPr/>
        </p:nvSpPr>
        <p:spPr>
          <a:xfrm>
            <a:off x="5197584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02" name="CuadroTexto 601">
            <a:extLst>
              <a:ext uri="{FF2B5EF4-FFF2-40B4-BE49-F238E27FC236}">
                <a16:creationId xmlns:a16="http://schemas.microsoft.com/office/drawing/2014/main" id="{59E71BED-8E83-ED7C-FCF2-253295FE643A}"/>
              </a:ext>
            </a:extLst>
          </p:cNvPr>
          <p:cNvSpPr txBox="1"/>
          <p:nvPr/>
        </p:nvSpPr>
        <p:spPr>
          <a:xfrm>
            <a:off x="5226540" y="3527215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:0-32-100-9</a:t>
            </a:r>
          </a:p>
        </p:txBody>
      </p:sp>
      <p:sp>
        <p:nvSpPr>
          <p:cNvPr id="603" name="CuadroTexto 602">
            <a:extLst>
              <a:ext uri="{FF2B5EF4-FFF2-40B4-BE49-F238E27FC236}">
                <a16:creationId xmlns:a16="http://schemas.microsoft.com/office/drawing/2014/main" id="{657473BE-FF8B-8187-5E9D-66188B6BD557}"/>
              </a:ext>
            </a:extLst>
          </p:cNvPr>
          <p:cNvSpPr txBox="1"/>
          <p:nvPr/>
        </p:nvSpPr>
        <p:spPr>
          <a:xfrm>
            <a:off x="5098778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04" name="CuadroTexto 603">
            <a:extLst>
              <a:ext uri="{FF2B5EF4-FFF2-40B4-BE49-F238E27FC236}">
                <a16:creationId xmlns:a16="http://schemas.microsoft.com/office/drawing/2014/main" id="{35AF7A94-825C-9A2D-C5A1-F3E231BC0BB9}"/>
              </a:ext>
            </a:extLst>
          </p:cNvPr>
          <p:cNvSpPr txBox="1"/>
          <p:nvPr/>
        </p:nvSpPr>
        <p:spPr>
          <a:xfrm>
            <a:off x="5126591" y="3588988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GB:206-150-11</a:t>
            </a:r>
          </a:p>
        </p:txBody>
      </p:sp>
      <p:sp>
        <p:nvSpPr>
          <p:cNvPr id="605" name="CuadroTexto 604">
            <a:extLst>
              <a:ext uri="{FF2B5EF4-FFF2-40B4-BE49-F238E27FC236}">
                <a16:creationId xmlns:a16="http://schemas.microsoft.com/office/drawing/2014/main" id="{F9ACE7D7-E67D-CB62-9880-CB293DF10445}"/>
              </a:ext>
            </a:extLst>
          </p:cNvPr>
          <p:cNvSpPr txBox="1"/>
          <p:nvPr/>
        </p:nvSpPr>
        <p:spPr>
          <a:xfrm>
            <a:off x="5098778" y="3650767"/>
            <a:ext cx="3080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</a:t>
            </a:r>
          </a:p>
        </p:txBody>
      </p:sp>
      <p:sp>
        <p:nvSpPr>
          <p:cNvPr id="606" name="CuadroTexto 605">
            <a:extLst>
              <a:ext uri="{FF2B5EF4-FFF2-40B4-BE49-F238E27FC236}">
                <a16:creationId xmlns:a16="http://schemas.microsoft.com/office/drawing/2014/main" id="{D2DACA7C-A383-86B5-7814-1A453E2ADA49}"/>
              </a:ext>
            </a:extLst>
          </p:cNvPr>
          <p:cNvSpPr txBox="1"/>
          <p:nvPr/>
        </p:nvSpPr>
        <p:spPr>
          <a:xfrm>
            <a:off x="5197711" y="3650767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607" name="CuadroTexto 606">
            <a:extLst>
              <a:ext uri="{FF2B5EF4-FFF2-40B4-BE49-F238E27FC236}">
                <a16:creationId xmlns:a16="http://schemas.microsoft.com/office/drawing/2014/main" id="{82C85483-F5CF-32B3-58B7-051A733EAADA}"/>
              </a:ext>
            </a:extLst>
          </p:cNvPr>
          <p:cNvSpPr txBox="1"/>
          <p:nvPr/>
        </p:nvSpPr>
        <p:spPr>
          <a:xfrm>
            <a:off x="5220444" y="3650767"/>
            <a:ext cx="35458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e960b</a:t>
            </a:r>
          </a:p>
        </p:txBody>
      </p:sp>
      <p:sp>
        <p:nvSpPr>
          <p:cNvPr id="608" name="CuadroTexto 607">
            <a:extLst>
              <a:ext uri="{FF2B5EF4-FFF2-40B4-BE49-F238E27FC236}">
                <a16:creationId xmlns:a16="http://schemas.microsoft.com/office/drawing/2014/main" id="{9022F9BF-E2BA-B917-F2F5-5CA90D49DB39}"/>
              </a:ext>
            </a:extLst>
          </p:cNvPr>
          <p:cNvSpPr txBox="1"/>
          <p:nvPr/>
        </p:nvSpPr>
        <p:spPr>
          <a:xfrm>
            <a:off x="5098778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09" name="CuadroTexto 608">
            <a:extLst>
              <a:ext uri="{FF2B5EF4-FFF2-40B4-BE49-F238E27FC236}">
                <a16:creationId xmlns:a16="http://schemas.microsoft.com/office/drawing/2014/main" id="{26D59165-A958-5105-833B-4ECC9458057F}"/>
              </a:ext>
            </a:extLst>
          </p:cNvPr>
          <p:cNvSpPr txBox="1"/>
          <p:nvPr/>
        </p:nvSpPr>
        <p:spPr>
          <a:xfrm>
            <a:off x="5121892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10" name="CuadroTexto 609">
            <a:extLst>
              <a:ext uri="{FF2B5EF4-FFF2-40B4-BE49-F238E27FC236}">
                <a16:creationId xmlns:a16="http://schemas.microsoft.com/office/drawing/2014/main" id="{5D507EAB-2D22-E7DB-C063-2D8A49E4218C}"/>
              </a:ext>
            </a:extLst>
          </p:cNvPr>
          <p:cNvSpPr txBox="1"/>
          <p:nvPr/>
        </p:nvSpPr>
        <p:spPr>
          <a:xfrm>
            <a:off x="5187297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11" name="CuadroTexto 610">
            <a:extLst>
              <a:ext uri="{FF2B5EF4-FFF2-40B4-BE49-F238E27FC236}">
                <a16:creationId xmlns:a16="http://schemas.microsoft.com/office/drawing/2014/main" id="{9161DAEB-92E7-59E8-58B7-149650773C9A}"/>
              </a:ext>
            </a:extLst>
          </p:cNvPr>
          <p:cNvSpPr txBox="1"/>
          <p:nvPr/>
        </p:nvSpPr>
        <p:spPr>
          <a:xfrm>
            <a:off x="5211491" y="4298549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ONE:187</a:t>
            </a:r>
          </a:p>
        </p:txBody>
      </p:sp>
      <p:sp>
        <p:nvSpPr>
          <p:cNvPr id="612" name="CuadroTexto 611">
            <a:extLst>
              <a:ext uri="{FF2B5EF4-FFF2-40B4-BE49-F238E27FC236}">
                <a16:creationId xmlns:a16="http://schemas.microsoft.com/office/drawing/2014/main" id="{0E730CD1-CCEF-F48D-CB49-ED16C777E06C}"/>
              </a:ext>
            </a:extLst>
          </p:cNvPr>
          <p:cNvSpPr txBox="1"/>
          <p:nvPr/>
        </p:nvSpPr>
        <p:spPr>
          <a:xfrm>
            <a:off x="5098778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13" name="CuadroTexto 612">
            <a:extLst>
              <a:ext uri="{FF2B5EF4-FFF2-40B4-BE49-F238E27FC236}">
                <a16:creationId xmlns:a16="http://schemas.microsoft.com/office/drawing/2014/main" id="{99241A60-D8F5-5E77-F20C-18F0A65F25D3}"/>
              </a:ext>
            </a:extLst>
          </p:cNvPr>
          <p:cNvSpPr txBox="1"/>
          <p:nvPr/>
        </p:nvSpPr>
        <p:spPr>
          <a:xfrm>
            <a:off x="5170025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14" name="CuadroTexto 613">
            <a:extLst>
              <a:ext uri="{FF2B5EF4-FFF2-40B4-BE49-F238E27FC236}">
                <a16:creationId xmlns:a16="http://schemas.microsoft.com/office/drawing/2014/main" id="{0055F846-A4EA-C358-95A6-DC18D8C80E0A}"/>
              </a:ext>
            </a:extLst>
          </p:cNvPr>
          <p:cNvSpPr txBox="1"/>
          <p:nvPr/>
        </p:nvSpPr>
        <p:spPr>
          <a:xfrm>
            <a:off x="5197584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15" name="CuadroTexto 614">
            <a:extLst>
              <a:ext uri="{FF2B5EF4-FFF2-40B4-BE49-F238E27FC236}">
                <a16:creationId xmlns:a16="http://schemas.microsoft.com/office/drawing/2014/main" id="{92308ADA-9C20-2AB1-2046-8383E47DAB34}"/>
              </a:ext>
            </a:extLst>
          </p:cNvPr>
          <p:cNvSpPr txBox="1"/>
          <p:nvPr/>
        </p:nvSpPr>
        <p:spPr>
          <a:xfrm>
            <a:off x="5226540" y="4360329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:0-100-79-20</a:t>
            </a:r>
          </a:p>
        </p:txBody>
      </p:sp>
      <p:sp>
        <p:nvSpPr>
          <p:cNvPr id="616" name="CuadroTexto 615">
            <a:extLst>
              <a:ext uri="{FF2B5EF4-FFF2-40B4-BE49-F238E27FC236}">
                <a16:creationId xmlns:a16="http://schemas.microsoft.com/office/drawing/2014/main" id="{FBBDF9C9-94CE-AF48-2182-E51A184EEC00}"/>
              </a:ext>
            </a:extLst>
          </p:cNvPr>
          <p:cNvSpPr txBox="1"/>
          <p:nvPr/>
        </p:nvSpPr>
        <p:spPr>
          <a:xfrm>
            <a:off x="5098778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17" name="CuadroTexto 616">
            <a:extLst>
              <a:ext uri="{FF2B5EF4-FFF2-40B4-BE49-F238E27FC236}">
                <a16:creationId xmlns:a16="http://schemas.microsoft.com/office/drawing/2014/main" id="{918387C6-5E36-EACA-3888-109BF39D49E2}"/>
              </a:ext>
            </a:extLst>
          </p:cNvPr>
          <p:cNvSpPr txBox="1"/>
          <p:nvPr/>
        </p:nvSpPr>
        <p:spPr>
          <a:xfrm>
            <a:off x="5126591" y="4422101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GB:163-12-12</a:t>
            </a:r>
          </a:p>
        </p:txBody>
      </p:sp>
      <p:sp>
        <p:nvSpPr>
          <p:cNvPr id="618" name="CuadroTexto 617">
            <a:extLst>
              <a:ext uri="{FF2B5EF4-FFF2-40B4-BE49-F238E27FC236}">
                <a16:creationId xmlns:a16="http://schemas.microsoft.com/office/drawing/2014/main" id="{0C1AC7FB-B22A-E512-91E8-D590C98ACA34}"/>
              </a:ext>
            </a:extLst>
          </p:cNvPr>
          <p:cNvSpPr txBox="1"/>
          <p:nvPr/>
        </p:nvSpPr>
        <p:spPr>
          <a:xfrm>
            <a:off x="5098778" y="4483881"/>
            <a:ext cx="49725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HEX:a30c0c</a:t>
            </a:r>
          </a:p>
        </p:txBody>
      </p:sp>
      <p:sp>
        <p:nvSpPr>
          <p:cNvPr id="619" name="CuadroTexto 618">
            <a:extLst>
              <a:ext uri="{FF2B5EF4-FFF2-40B4-BE49-F238E27FC236}">
                <a16:creationId xmlns:a16="http://schemas.microsoft.com/office/drawing/2014/main" id="{0F4021A6-E52F-8D77-310C-2FFA6892A99E}"/>
              </a:ext>
            </a:extLst>
          </p:cNvPr>
          <p:cNvSpPr txBox="1"/>
          <p:nvPr/>
        </p:nvSpPr>
        <p:spPr>
          <a:xfrm>
            <a:off x="5098778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20" name="CuadroTexto 619">
            <a:extLst>
              <a:ext uri="{FF2B5EF4-FFF2-40B4-BE49-F238E27FC236}">
                <a16:creationId xmlns:a16="http://schemas.microsoft.com/office/drawing/2014/main" id="{56A2B53C-F92D-A439-C037-E45C3A81A294}"/>
              </a:ext>
            </a:extLst>
          </p:cNvPr>
          <p:cNvSpPr txBox="1"/>
          <p:nvPr/>
        </p:nvSpPr>
        <p:spPr>
          <a:xfrm>
            <a:off x="5121892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21" name="CuadroTexto 620">
            <a:extLst>
              <a:ext uri="{FF2B5EF4-FFF2-40B4-BE49-F238E27FC236}">
                <a16:creationId xmlns:a16="http://schemas.microsoft.com/office/drawing/2014/main" id="{59B6B58E-082E-A0FE-3FE5-524552A3ED7F}"/>
              </a:ext>
            </a:extLst>
          </p:cNvPr>
          <p:cNvSpPr txBox="1"/>
          <p:nvPr/>
        </p:nvSpPr>
        <p:spPr>
          <a:xfrm>
            <a:off x="5187297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22" name="CuadroTexto 621">
            <a:extLst>
              <a:ext uri="{FF2B5EF4-FFF2-40B4-BE49-F238E27FC236}">
                <a16:creationId xmlns:a16="http://schemas.microsoft.com/office/drawing/2014/main" id="{E6F24A94-3AF2-F328-E231-495E5A3F69EC}"/>
              </a:ext>
            </a:extLst>
          </p:cNvPr>
          <p:cNvSpPr txBox="1"/>
          <p:nvPr/>
        </p:nvSpPr>
        <p:spPr>
          <a:xfrm>
            <a:off x="5211491" y="5140077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ONE:457</a:t>
            </a:r>
          </a:p>
        </p:txBody>
      </p:sp>
      <p:sp>
        <p:nvSpPr>
          <p:cNvPr id="623" name="CuadroTexto 622">
            <a:extLst>
              <a:ext uri="{FF2B5EF4-FFF2-40B4-BE49-F238E27FC236}">
                <a16:creationId xmlns:a16="http://schemas.microsoft.com/office/drawing/2014/main" id="{960AC48B-644C-8641-28D0-254909506AD5}"/>
              </a:ext>
            </a:extLst>
          </p:cNvPr>
          <p:cNvSpPr txBox="1"/>
          <p:nvPr/>
        </p:nvSpPr>
        <p:spPr>
          <a:xfrm>
            <a:off x="5098778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24" name="CuadroTexto 623">
            <a:extLst>
              <a:ext uri="{FF2B5EF4-FFF2-40B4-BE49-F238E27FC236}">
                <a16:creationId xmlns:a16="http://schemas.microsoft.com/office/drawing/2014/main" id="{107F552F-50E4-5CD6-DC71-246B4E8756F4}"/>
              </a:ext>
            </a:extLst>
          </p:cNvPr>
          <p:cNvSpPr txBox="1"/>
          <p:nvPr/>
        </p:nvSpPr>
        <p:spPr>
          <a:xfrm>
            <a:off x="5170025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25" name="CuadroTexto 624">
            <a:extLst>
              <a:ext uri="{FF2B5EF4-FFF2-40B4-BE49-F238E27FC236}">
                <a16:creationId xmlns:a16="http://schemas.microsoft.com/office/drawing/2014/main" id="{92190C56-9D61-8F70-E0D5-84838BE7BAC5}"/>
              </a:ext>
            </a:extLst>
          </p:cNvPr>
          <p:cNvSpPr txBox="1"/>
          <p:nvPr/>
        </p:nvSpPr>
        <p:spPr>
          <a:xfrm>
            <a:off x="5197584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26" name="CuadroTexto 625">
            <a:extLst>
              <a:ext uri="{FF2B5EF4-FFF2-40B4-BE49-F238E27FC236}">
                <a16:creationId xmlns:a16="http://schemas.microsoft.com/office/drawing/2014/main" id="{1B3EF823-9FFD-C62F-CDA2-09281C83BF5B}"/>
              </a:ext>
            </a:extLst>
          </p:cNvPr>
          <p:cNvSpPr txBox="1"/>
          <p:nvPr/>
        </p:nvSpPr>
        <p:spPr>
          <a:xfrm>
            <a:off x="5226540" y="5201856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:0-15-100-28</a:t>
            </a:r>
          </a:p>
        </p:txBody>
      </p:sp>
      <p:sp>
        <p:nvSpPr>
          <p:cNvPr id="627" name="CuadroTexto 626">
            <a:extLst>
              <a:ext uri="{FF2B5EF4-FFF2-40B4-BE49-F238E27FC236}">
                <a16:creationId xmlns:a16="http://schemas.microsoft.com/office/drawing/2014/main" id="{F8AC8A72-55E0-733E-491E-8F39B0DD3D00}"/>
              </a:ext>
            </a:extLst>
          </p:cNvPr>
          <p:cNvSpPr txBox="1"/>
          <p:nvPr/>
        </p:nvSpPr>
        <p:spPr>
          <a:xfrm>
            <a:off x="5098778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28" name="CuadroTexto 627">
            <a:extLst>
              <a:ext uri="{FF2B5EF4-FFF2-40B4-BE49-F238E27FC236}">
                <a16:creationId xmlns:a16="http://schemas.microsoft.com/office/drawing/2014/main" id="{478359BC-B26F-7AF8-FF83-99A7716DE76E}"/>
              </a:ext>
            </a:extLst>
          </p:cNvPr>
          <p:cNvSpPr txBox="1"/>
          <p:nvPr/>
        </p:nvSpPr>
        <p:spPr>
          <a:xfrm>
            <a:off x="5126591" y="5263629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GB:145-15-74</a:t>
            </a:r>
          </a:p>
        </p:txBody>
      </p:sp>
      <p:sp>
        <p:nvSpPr>
          <p:cNvPr id="629" name="CuadroTexto 628">
            <a:extLst>
              <a:ext uri="{FF2B5EF4-FFF2-40B4-BE49-F238E27FC236}">
                <a16:creationId xmlns:a16="http://schemas.microsoft.com/office/drawing/2014/main" id="{2699BCD7-239D-EC80-3F3F-E7FE60B17634}"/>
              </a:ext>
            </a:extLst>
          </p:cNvPr>
          <p:cNvSpPr txBox="1"/>
          <p:nvPr/>
        </p:nvSpPr>
        <p:spPr>
          <a:xfrm>
            <a:off x="5098778" y="5325408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HEX:91734a</a:t>
            </a:r>
          </a:p>
        </p:txBody>
      </p:sp>
      <p:sp>
        <p:nvSpPr>
          <p:cNvPr id="630" name="CuadroTexto 629">
            <a:extLst>
              <a:ext uri="{FF2B5EF4-FFF2-40B4-BE49-F238E27FC236}">
                <a16:creationId xmlns:a16="http://schemas.microsoft.com/office/drawing/2014/main" id="{B5B824E4-72EE-8E5F-4305-B7EBB6FBF00B}"/>
              </a:ext>
            </a:extLst>
          </p:cNvPr>
          <p:cNvSpPr txBox="1"/>
          <p:nvPr/>
        </p:nvSpPr>
        <p:spPr>
          <a:xfrm>
            <a:off x="5727911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31" name="CuadroTexto 630">
            <a:extLst>
              <a:ext uri="{FF2B5EF4-FFF2-40B4-BE49-F238E27FC236}">
                <a16:creationId xmlns:a16="http://schemas.microsoft.com/office/drawing/2014/main" id="{5827D817-6E45-02BF-5E25-1AC046C7D8C4}"/>
              </a:ext>
            </a:extLst>
          </p:cNvPr>
          <p:cNvSpPr txBox="1"/>
          <p:nvPr/>
        </p:nvSpPr>
        <p:spPr>
          <a:xfrm>
            <a:off x="5751025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32" name="CuadroTexto 631">
            <a:extLst>
              <a:ext uri="{FF2B5EF4-FFF2-40B4-BE49-F238E27FC236}">
                <a16:creationId xmlns:a16="http://schemas.microsoft.com/office/drawing/2014/main" id="{84B88E89-29F6-B9E7-999A-E4C0AF802730}"/>
              </a:ext>
            </a:extLst>
          </p:cNvPr>
          <p:cNvSpPr txBox="1"/>
          <p:nvPr/>
        </p:nvSpPr>
        <p:spPr>
          <a:xfrm>
            <a:off x="5816430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33" name="CuadroTexto 632">
            <a:extLst>
              <a:ext uri="{FF2B5EF4-FFF2-40B4-BE49-F238E27FC236}">
                <a16:creationId xmlns:a16="http://schemas.microsoft.com/office/drawing/2014/main" id="{156B51E2-9638-6578-9B18-A89213BEE7FA}"/>
              </a:ext>
            </a:extLst>
          </p:cNvPr>
          <p:cNvSpPr txBox="1"/>
          <p:nvPr/>
        </p:nvSpPr>
        <p:spPr>
          <a:xfrm>
            <a:off x="5840623" y="5140077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ONE:4515</a:t>
            </a:r>
          </a:p>
        </p:txBody>
      </p:sp>
      <p:sp>
        <p:nvSpPr>
          <p:cNvPr id="634" name="CuadroTexto 633">
            <a:extLst>
              <a:ext uri="{FF2B5EF4-FFF2-40B4-BE49-F238E27FC236}">
                <a16:creationId xmlns:a16="http://schemas.microsoft.com/office/drawing/2014/main" id="{4A69DD2D-A684-14D3-3255-F7AD2AAB346F}"/>
              </a:ext>
            </a:extLst>
          </p:cNvPr>
          <p:cNvSpPr txBox="1"/>
          <p:nvPr/>
        </p:nvSpPr>
        <p:spPr>
          <a:xfrm>
            <a:off x="5727911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35" name="CuadroTexto 634">
            <a:extLst>
              <a:ext uri="{FF2B5EF4-FFF2-40B4-BE49-F238E27FC236}">
                <a16:creationId xmlns:a16="http://schemas.microsoft.com/office/drawing/2014/main" id="{5693C02F-6BB0-77E5-28A4-ACDA7D64663C}"/>
              </a:ext>
            </a:extLst>
          </p:cNvPr>
          <p:cNvSpPr txBox="1"/>
          <p:nvPr/>
        </p:nvSpPr>
        <p:spPr>
          <a:xfrm>
            <a:off x="5799158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36" name="CuadroTexto 635">
            <a:extLst>
              <a:ext uri="{FF2B5EF4-FFF2-40B4-BE49-F238E27FC236}">
                <a16:creationId xmlns:a16="http://schemas.microsoft.com/office/drawing/2014/main" id="{4E99501C-D93C-E605-CEEE-B34FDE3ABDC9}"/>
              </a:ext>
            </a:extLst>
          </p:cNvPr>
          <p:cNvSpPr txBox="1"/>
          <p:nvPr/>
        </p:nvSpPr>
        <p:spPr>
          <a:xfrm>
            <a:off x="5826717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37" name="CuadroTexto 636">
            <a:extLst>
              <a:ext uri="{FF2B5EF4-FFF2-40B4-BE49-F238E27FC236}">
                <a16:creationId xmlns:a16="http://schemas.microsoft.com/office/drawing/2014/main" id="{C4A50CBD-A4E7-F776-7EFF-6CB771D64BBD}"/>
              </a:ext>
            </a:extLst>
          </p:cNvPr>
          <p:cNvSpPr txBox="1"/>
          <p:nvPr/>
        </p:nvSpPr>
        <p:spPr>
          <a:xfrm>
            <a:off x="5855673" y="5201856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:0-9-50-24</a:t>
            </a:r>
          </a:p>
        </p:txBody>
      </p:sp>
      <p:sp>
        <p:nvSpPr>
          <p:cNvPr id="638" name="CuadroTexto 637">
            <a:extLst>
              <a:ext uri="{FF2B5EF4-FFF2-40B4-BE49-F238E27FC236}">
                <a16:creationId xmlns:a16="http://schemas.microsoft.com/office/drawing/2014/main" id="{6CBFED20-BB72-31A2-9DAF-2A152907E588}"/>
              </a:ext>
            </a:extLst>
          </p:cNvPr>
          <p:cNvSpPr txBox="1"/>
          <p:nvPr/>
        </p:nvSpPr>
        <p:spPr>
          <a:xfrm>
            <a:off x="5727911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39" name="CuadroTexto 638">
            <a:extLst>
              <a:ext uri="{FF2B5EF4-FFF2-40B4-BE49-F238E27FC236}">
                <a16:creationId xmlns:a16="http://schemas.microsoft.com/office/drawing/2014/main" id="{42333316-81C1-8579-FD2A-C6842E5BFC4D}"/>
              </a:ext>
            </a:extLst>
          </p:cNvPr>
          <p:cNvSpPr txBox="1"/>
          <p:nvPr/>
        </p:nvSpPr>
        <p:spPr>
          <a:xfrm>
            <a:off x="5755724" y="5263629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GB:186-153-101</a:t>
            </a:r>
          </a:p>
        </p:txBody>
      </p:sp>
      <p:sp>
        <p:nvSpPr>
          <p:cNvPr id="640" name="CuadroTexto 639">
            <a:extLst>
              <a:ext uri="{FF2B5EF4-FFF2-40B4-BE49-F238E27FC236}">
                <a16:creationId xmlns:a16="http://schemas.microsoft.com/office/drawing/2014/main" id="{5CFD65CB-AE8E-6E3B-E72E-F6DBAF2A7449}"/>
              </a:ext>
            </a:extLst>
          </p:cNvPr>
          <p:cNvSpPr txBox="1"/>
          <p:nvPr/>
        </p:nvSpPr>
        <p:spPr>
          <a:xfrm>
            <a:off x="5727911" y="5325408"/>
            <a:ext cx="5100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HEX:ba9965</a:t>
            </a:r>
          </a:p>
        </p:txBody>
      </p:sp>
      <p:sp>
        <p:nvSpPr>
          <p:cNvPr id="641" name="CuadroTexto 640">
            <a:extLst>
              <a:ext uri="{FF2B5EF4-FFF2-40B4-BE49-F238E27FC236}">
                <a16:creationId xmlns:a16="http://schemas.microsoft.com/office/drawing/2014/main" id="{B140ABE1-FA7E-48AB-12B6-D876A852F13B}"/>
              </a:ext>
            </a:extLst>
          </p:cNvPr>
          <p:cNvSpPr txBox="1"/>
          <p:nvPr/>
        </p:nvSpPr>
        <p:spPr>
          <a:xfrm>
            <a:off x="6308612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42" name="CuadroTexto 641">
            <a:extLst>
              <a:ext uri="{FF2B5EF4-FFF2-40B4-BE49-F238E27FC236}">
                <a16:creationId xmlns:a16="http://schemas.microsoft.com/office/drawing/2014/main" id="{C9B2FB20-15C1-9A83-BC01-A5894D7F1889}"/>
              </a:ext>
            </a:extLst>
          </p:cNvPr>
          <p:cNvSpPr txBox="1"/>
          <p:nvPr/>
        </p:nvSpPr>
        <p:spPr>
          <a:xfrm>
            <a:off x="6331663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43" name="CuadroTexto 642">
            <a:extLst>
              <a:ext uri="{FF2B5EF4-FFF2-40B4-BE49-F238E27FC236}">
                <a16:creationId xmlns:a16="http://schemas.microsoft.com/office/drawing/2014/main" id="{0DFAD08D-5135-B695-D9F9-93173794DACE}"/>
              </a:ext>
            </a:extLst>
          </p:cNvPr>
          <p:cNvSpPr txBox="1"/>
          <p:nvPr/>
        </p:nvSpPr>
        <p:spPr>
          <a:xfrm>
            <a:off x="6397068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44" name="CuadroTexto 643">
            <a:extLst>
              <a:ext uri="{FF2B5EF4-FFF2-40B4-BE49-F238E27FC236}">
                <a16:creationId xmlns:a16="http://schemas.microsoft.com/office/drawing/2014/main" id="{E6FF0C4D-562B-16FB-2BD8-6976FB37B21F}"/>
              </a:ext>
            </a:extLst>
          </p:cNvPr>
          <p:cNvSpPr txBox="1"/>
          <p:nvPr/>
        </p:nvSpPr>
        <p:spPr>
          <a:xfrm>
            <a:off x="6421325" y="5140077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ONE:4515 / 60%</a:t>
            </a:r>
          </a:p>
        </p:txBody>
      </p:sp>
      <p:sp>
        <p:nvSpPr>
          <p:cNvPr id="645" name="CuadroTexto 644">
            <a:extLst>
              <a:ext uri="{FF2B5EF4-FFF2-40B4-BE49-F238E27FC236}">
                <a16:creationId xmlns:a16="http://schemas.microsoft.com/office/drawing/2014/main" id="{F3B7318D-567F-3076-2F73-535E81E70E6A}"/>
              </a:ext>
            </a:extLst>
          </p:cNvPr>
          <p:cNvSpPr txBox="1"/>
          <p:nvPr/>
        </p:nvSpPr>
        <p:spPr>
          <a:xfrm>
            <a:off x="6308612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46" name="CuadroTexto 645">
            <a:extLst>
              <a:ext uri="{FF2B5EF4-FFF2-40B4-BE49-F238E27FC236}">
                <a16:creationId xmlns:a16="http://schemas.microsoft.com/office/drawing/2014/main" id="{2C43FE61-80EF-63E3-6B96-9C61B988659A}"/>
              </a:ext>
            </a:extLst>
          </p:cNvPr>
          <p:cNvSpPr txBox="1"/>
          <p:nvPr/>
        </p:nvSpPr>
        <p:spPr>
          <a:xfrm>
            <a:off x="6379859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47" name="CuadroTexto 646">
            <a:extLst>
              <a:ext uri="{FF2B5EF4-FFF2-40B4-BE49-F238E27FC236}">
                <a16:creationId xmlns:a16="http://schemas.microsoft.com/office/drawing/2014/main" id="{32029548-4D92-3F00-A33C-E04EA0C4A9F5}"/>
              </a:ext>
            </a:extLst>
          </p:cNvPr>
          <p:cNvSpPr txBox="1"/>
          <p:nvPr/>
        </p:nvSpPr>
        <p:spPr>
          <a:xfrm>
            <a:off x="6407418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48" name="CuadroTexto 647">
            <a:extLst>
              <a:ext uri="{FF2B5EF4-FFF2-40B4-BE49-F238E27FC236}">
                <a16:creationId xmlns:a16="http://schemas.microsoft.com/office/drawing/2014/main" id="{A13EA56F-029B-1204-8EE1-B5C0816D4955}"/>
              </a:ext>
            </a:extLst>
          </p:cNvPr>
          <p:cNvSpPr txBox="1"/>
          <p:nvPr/>
        </p:nvSpPr>
        <p:spPr>
          <a:xfrm>
            <a:off x="6436374" y="5201856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:17-27-39-0</a:t>
            </a:r>
          </a:p>
        </p:txBody>
      </p:sp>
      <p:sp>
        <p:nvSpPr>
          <p:cNvPr id="649" name="CuadroTexto 648">
            <a:extLst>
              <a:ext uri="{FF2B5EF4-FFF2-40B4-BE49-F238E27FC236}">
                <a16:creationId xmlns:a16="http://schemas.microsoft.com/office/drawing/2014/main" id="{0F52E4E1-6D3E-82D1-C430-E21D7FF6B821}"/>
              </a:ext>
            </a:extLst>
          </p:cNvPr>
          <p:cNvSpPr txBox="1"/>
          <p:nvPr/>
        </p:nvSpPr>
        <p:spPr>
          <a:xfrm>
            <a:off x="6308612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50" name="CuadroTexto 649">
            <a:extLst>
              <a:ext uri="{FF2B5EF4-FFF2-40B4-BE49-F238E27FC236}">
                <a16:creationId xmlns:a16="http://schemas.microsoft.com/office/drawing/2014/main" id="{956C03F2-F3B3-3506-3C4A-378DED835AE7}"/>
              </a:ext>
            </a:extLst>
          </p:cNvPr>
          <p:cNvSpPr txBox="1"/>
          <p:nvPr/>
        </p:nvSpPr>
        <p:spPr>
          <a:xfrm>
            <a:off x="6336425" y="5263629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GB:214-194-163</a:t>
            </a:r>
          </a:p>
        </p:txBody>
      </p:sp>
      <p:sp>
        <p:nvSpPr>
          <p:cNvPr id="651" name="CuadroTexto 650">
            <a:extLst>
              <a:ext uri="{FF2B5EF4-FFF2-40B4-BE49-F238E27FC236}">
                <a16:creationId xmlns:a16="http://schemas.microsoft.com/office/drawing/2014/main" id="{8D186F69-B474-9635-61FE-CCE12E0060A5}"/>
              </a:ext>
            </a:extLst>
          </p:cNvPr>
          <p:cNvSpPr txBox="1"/>
          <p:nvPr/>
        </p:nvSpPr>
        <p:spPr>
          <a:xfrm>
            <a:off x="6308612" y="5325408"/>
            <a:ext cx="50526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HEX:d6c2a3</a:t>
            </a:r>
          </a:p>
        </p:txBody>
      </p:sp>
      <p:sp>
        <p:nvSpPr>
          <p:cNvPr id="652" name="CuadroTexto 651">
            <a:extLst>
              <a:ext uri="{FF2B5EF4-FFF2-40B4-BE49-F238E27FC236}">
                <a16:creationId xmlns:a16="http://schemas.microsoft.com/office/drawing/2014/main" id="{11618C89-288B-C0D7-522E-242F528C5F3D}"/>
              </a:ext>
            </a:extLst>
          </p:cNvPr>
          <p:cNvSpPr txBox="1"/>
          <p:nvPr/>
        </p:nvSpPr>
        <p:spPr>
          <a:xfrm>
            <a:off x="6913640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53" name="CuadroTexto 652">
            <a:extLst>
              <a:ext uri="{FF2B5EF4-FFF2-40B4-BE49-F238E27FC236}">
                <a16:creationId xmlns:a16="http://schemas.microsoft.com/office/drawing/2014/main" id="{8B7BBC07-C220-9FA4-45CF-A3C92B2D2F20}"/>
              </a:ext>
            </a:extLst>
          </p:cNvPr>
          <p:cNvSpPr txBox="1"/>
          <p:nvPr/>
        </p:nvSpPr>
        <p:spPr>
          <a:xfrm>
            <a:off x="6936691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54" name="CuadroTexto 653">
            <a:extLst>
              <a:ext uri="{FF2B5EF4-FFF2-40B4-BE49-F238E27FC236}">
                <a16:creationId xmlns:a16="http://schemas.microsoft.com/office/drawing/2014/main" id="{921E94B0-6AF2-D576-9D70-75C19CB13F77}"/>
              </a:ext>
            </a:extLst>
          </p:cNvPr>
          <p:cNvSpPr txBox="1"/>
          <p:nvPr/>
        </p:nvSpPr>
        <p:spPr>
          <a:xfrm>
            <a:off x="7002096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55" name="CuadroTexto 654">
            <a:extLst>
              <a:ext uri="{FF2B5EF4-FFF2-40B4-BE49-F238E27FC236}">
                <a16:creationId xmlns:a16="http://schemas.microsoft.com/office/drawing/2014/main" id="{4C0DE4BF-56AB-6238-89B1-AA6246909880}"/>
              </a:ext>
            </a:extLst>
          </p:cNvPr>
          <p:cNvSpPr txBox="1"/>
          <p:nvPr/>
        </p:nvSpPr>
        <p:spPr>
          <a:xfrm>
            <a:off x="7026289" y="5140077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ONE:4515 / 30%</a:t>
            </a:r>
          </a:p>
        </p:txBody>
      </p:sp>
      <p:sp>
        <p:nvSpPr>
          <p:cNvPr id="656" name="CuadroTexto 655">
            <a:extLst>
              <a:ext uri="{FF2B5EF4-FFF2-40B4-BE49-F238E27FC236}">
                <a16:creationId xmlns:a16="http://schemas.microsoft.com/office/drawing/2014/main" id="{FC5C7611-9BB3-F8AE-4A83-9265E7D711F9}"/>
              </a:ext>
            </a:extLst>
          </p:cNvPr>
          <p:cNvSpPr txBox="1"/>
          <p:nvPr/>
        </p:nvSpPr>
        <p:spPr>
          <a:xfrm>
            <a:off x="6913640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57" name="CuadroTexto 656">
            <a:extLst>
              <a:ext uri="{FF2B5EF4-FFF2-40B4-BE49-F238E27FC236}">
                <a16:creationId xmlns:a16="http://schemas.microsoft.com/office/drawing/2014/main" id="{A9A157C3-603D-54A9-EEB2-7A5C85B9D496}"/>
              </a:ext>
            </a:extLst>
          </p:cNvPr>
          <p:cNvSpPr txBox="1"/>
          <p:nvPr/>
        </p:nvSpPr>
        <p:spPr>
          <a:xfrm>
            <a:off x="6984887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58" name="CuadroTexto 657">
            <a:extLst>
              <a:ext uri="{FF2B5EF4-FFF2-40B4-BE49-F238E27FC236}">
                <a16:creationId xmlns:a16="http://schemas.microsoft.com/office/drawing/2014/main" id="{DA76B65B-77B7-A4C6-2BE4-5C39EC5746A0}"/>
              </a:ext>
            </a:extLst>
          </p:cNvPr>
          <p:cNvSpPr txBox="1"/>
          <p:nvPr/>
        </p:nvSpPr>
        <p:spPr>
          <a:xfrm>
            <a:off x="7012446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59" name="CuadroTexto 658">
            <a:extLst>
              <a:ext uri="{FF2B5EF4-FFF2-40B4-BE49-F238E27FC236}">
                <a16:creationId xmlns:a16="http://schemas.microsoft.com/office/drawing/2014/main" id="{6152F27E-B57C-0738-ACA9-8F0137D76434}"/>
              </a:ext>
            </a:extLst>
          </p:cNvPr>
          <p:cNvSpPr txBox="1"/>
          <p:nvPr/>
        </p:nvSpPr>
        <p:spPr>
          <a:xfrm>
            <a:off x="7041402" y="5201856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:8-15-20-0</a:t>
            </a:r>
          </a:p>
        </p:txBody>
      </p:sp>
      <p:sp>
        <p:nvSpPr>
          <p:cNvPr id="660" name="CuadroTexto 659">
            <a:extLst>
              <a:ext uri="{FF2B5EF4-FFF2-40B4-BE49-F238E27FC236}">
                <a16:creationId xmlns:a16="http://schemas.microsoft.com/office/drawing/2014/main" id="{3887585C-5DAA-65FF-81BB-EE97EACE7406}"/>
              </a:ext>
            </a:extLst>
          </p:cNvPr>
          <p:cNvSpPr txBox="1"/>
          <p:nvPr/>
        </p:nvSpPr>
        <p:spPr>
          <a:xfrm>
            <a:off x="6913640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61" name="CuadroTexto 660">
            <a:extLst>
              <a:ext uri="{FF2B5EF4-FFF2-40B4-BE49-F238E27FC236}">
                <a16:creationId xmlns:a16="http://schemas.microsoft.com/office/drawing/2014/main" id="{8620FA60-D550-09E2-C81D-D9D4E6DE7FA8}"/>
              </a:ext>
            </a:extLst>
          </p:cNvPr>
          <p:cNvSpPr txBox="1"/>
          <p:nvPr/>
        </p:nvSpPr>
        <p:spPr>
          <a:xfrm>
            <a:off x="6941453" y="5263629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GB:234-224-209</a:t>
            </a:r>
          </a:p>
        </p:txBody>
      </p:sp>
      <p:sp>
        <p:nvSpPr>
          <p:cNvPr id="662" name="CuadroTexto 661">
            <a:extLst>
              <a:ext uri="{FF2B5EF4-FFF2-40B4-BE49-F238E27FC236}">
                <a16:creationId xmlns:a16="http://schemas.microsoft.com/office/drawing/2014/main" id="{5B2FF456-7D33-BD84-1A52-9E5395C5F20B}"/>
              </a:ext>
            </a:extLst>
          </p:cNvPr>
          <p:cNvSpPr txBox="1"/>
          <p:nvPr/>
        </p:nvSpPr>
        <p:spPr>
          <a:xfrm>
            <a:off x="6913640" y="5325408"/>
            <a:ext cx="50687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HEX:eae0d1</a:t>
            </a:r>
          </a:p>
        </p:txBody>
      </p:sp>
      <p:sp>
        <p:nvSpPr>
          <p:cNvPr id="663" name="CuadroTexto 662">
            <a:extLst>
              <a:ext uri="{FF2B5EF4-FFF2-40B4-BE49-F238E27FC236}">
                <a16:creationId xmlns:a16="http://schemas.microsoft.com/office/drawing/2014/main" id="{84D04F18-FAA6-ED0D-2E7E-F7501B262B18}"/>
              </a:ext>
            </a:extLst>
          </p:cNvPr>
          <p:cNvSpPr txBox="1"/>
          <p:nvPr/>
        </p:nvSpPr>
        <p:spPr>
          <a:xfrm>
            <a:off x="7539369" y="514007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64" name="CuadroTexto 663">
            <a:extLst>
              <a:ext uri="{FF2B5EF4-FFF2-40B4-BE49-F238E27FC236}">
                <a16:creationId xmlns:a16="http://schemas.microsoft.com/office/drawing/2014/main" id="{7E2ADE2D-B1F5-F289-30A2-8C6D778C3B60}"/>
              </a:ext>
            </a:extLst>
          </p:cNvPr>
          <p:cNvSpPr txBox="1"/>
          <p:nvPr/>
        </p:nvSpPr>
        <p:spPr>
          <a:xfrm>
            <a:off x="7562420" y="5140077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65" name="CuadroTexto 664">
            <a:extLst>
              <a:ext uri="{FF2B5EF4-FFF2-40B4-BE49-F238E27FC236}">
                <a16:creationId xmlns:a16="http://schemas.microsoft.com/office/drawing/2014/main" id="{63B69E0B-71CC-CB25-4D6B-C0C7B9428BF2}"/>
              </a:ext>
            </a:extLst>
          </p:cNvPr>
          <p:cNvSpPr txBox="1"/>
          <p:nvPr/>
        </p:nvSpPr>
        <p:spPr>
          <a:xfrm>
            <a:off x="7627825" y="5140077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66" name="CuadroTexto 665">
            <a:extLst>
              <a:ext uri="{FF2B5EF4-FFF2-40B4-BE49-F238E27FC236}">
                <a16:creationId xmlns:a16="http://schemas.microsoft.com/office/drawing/2014/main" id="{91465631-845E-76EC-B745-0B53672C58A8}"/>
              </a:ext>
            </a:extLst>
          </p:cNvPr>
          <p:cNvSpPr txBox="1"/>
          <p:nvPr/>
        </p:nvSpPr>
        <p:spPr>
          <a:xfrm>
            <a:off x="7713662" y="5140077"/>
            <a:ext cx="6174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ONE:4515 / 10%</a:t>
            </a:r>
          </a:p>
        </p:txBody>
      </p:sp>
      <p:sp>
        <p:nvSpPr>
          <p:cNvPr id="667" name="CuadroTexto 666">
            <a:extLst>
              <a:ext uri="{FF2B5EF4-FFF2-40B4-BE49-F238E27FC236}">
                <a16:creationId xmlns:a16="http://schemas.microsoft.com/office/drawing/2014/main" id="{899C0350-47B1-B29D-D404-FED88E2DB47E}"/>
              </a:ext>
            </a:extLst>
          </p:cNvPr>
          <p:cNvSpPr txBox="1"/>
          <p:nvPr/>
        </p:nvSpPr>
        <p:spPr>
          <a:xfrm>
            <a:off x="7539369" y="5201856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68" name="CuadroTexto 667">
            <a:extLst>
              <a:ext uri="{FF2B5EF4-FFF2-40B4-BE49-F238E27FC236}">
                <a16:creationId xmlns:a16="http://schemas.microsoft.com/office/drawing/2014/main" id="{AC6AC228-3B7C-E949-1B26-455434E91D66}"/>
              </a:ext>
            </a:extLst>
          </p:cNvPr>
          <p:cNvSpPr txBox="1"/>
          <p:nvPr/>
        </p:nvSpPr>
        <p:spPr>
          <a:xfrm>
            <a:off x="7610616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69" name="CuadroTexto 668">
            <a:extLst>
              <a:ext uri="{FF2B5EF4-FFF2-40B4-BE49-F238E27FC236}">
                <a16:creationId xmlns:a16="http://schemas.microsoft.com/office/drawing/2014/main" id="{D6ADC4DC-795E-F101-7023-969436138F69}"/>
              </a:ext>
            </a:extLst>
          </p:cNvPr>
          <p:cNvSpPr txBox="1"/>
          <p:nvPr/>
        </p:nvSpPr>
        <p:spPr>
          <a:xfrm>
            <a:off x="7638175" y="5201856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70" name="CuadroTexto 669">
            <a:extLst>
              <a:ext uri="{FF2B5EF4-FFF2-40B4-BE49-F238E27FC236}">
                <a16:creationId xmlns:a16="http://schemas.microsoft.com/office/drawing/2014/main" id="{3B360263-3ED3-AE38-D2CE-5ADAD9483D13}"/>
              </a:ext>
            </a:extLst>
          </p:cNvPr>
          <p:cNvSpPr txBox="1"/>
          <p:nvPr/>
        </p:nvSpPr>
        <p:spPr>
          <a:xfrm>
            <a:off x="7667131" y="5201856"/>
            <a:ext cx="38985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:3-6-8-0</a:t>
            </a:r>
          </a:p>
        </p:txBody>
      </p:sp>
      <p:sp>
        <p:nvSpPr>
          <p:cNvPr id="671" name="CuadroTexto 670">
            <a:extLst>
              <a:ext uri="{FF2B5EF4-FFF2-40B4-BE49-F238E27FC236}">
                <a16:creationId xmlns:a16="http://schemas.microsoft.com/office/drawing/2014/main" id="{926AC316-BC24-12B2-97C6-15CE20E9549A}"/>
              </a:ext>
            </a:extLst>
          </p:cNvPr>
          <p:cNvSpPr txBox="1"/>
          <p:nvPr/>
        </p:nvSpPr>
        <p:spPr>
          <a:xfrm>
            <a:off x="7539369" y="52636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72" name="CuadroTexto 671">
            <a:extLst>
              <a:ext uri="{FF2B5EF4-FFF2-40B4-BE49-F238E27FC236}">
                <a16:creationId xmlns:a16="http://schemas.microsoft.com/office/drawing/2014/main" id="{4291A712-8E08-9775-881C-074ECC2BD34F}"/>
              </a:ext>
            </a:extLst>
          </p:cNvPr>
          <p:cNvSpPr txBox="1"/>
          <p:nvPr/>
        </p:nvSpPr>
        <p:spPr>
          <a:xfrm>
            <a:off x="7567182" y="5263629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GB:248-245-240</a:t>
            </a:r>
          </a:p>
        </p:txBody>
      </p:sp>
      <p:sp>
        <p:nvSpPr>
          <p:cNvPr id="673" name="CuadroTexto 672">
            <a:extLst>
              <a:ext uri="{FF2B5EF4-FFF2-40B4-BE49-F238E27FC236}">
                <a16:creationId xmlns:a16="http://schemas.microsoft.com/office/drawing/2014/main" id="{94FD8C54-EE06-F185-D131-31A19DB0A597}"/>
              </a:ext>
            </a:extLst>
          </p:cNvPr>
          <p:cNvSpPr txBox="1"/>
          <p:nvPr/>
        </p:nvSpPr>
        <p:spPr>
          <a:xfrm>
            <a:off x="7539369" y="5325408"/>
            <a:ext cx="46679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BA9965"/>
                </a:solidFill>
                <a:latin typeface="MyriadPro-Regular"/>
                <a:sym typeface="MyriadPro-Regular"/>
                <a:rtl val="0"/>
              </a:rPr>
              <a:t>HEX:f8f5f0</a:t>
            </a:r>
          </a:p>
        </p:txBody>
      </p:sp>
      <p:sp>
        <p:nvSpPr>
          <p:cNvPr id="674" name="CuadroTexto 673">
            <a:extLst>
              <a:ext uri="{FF2B5EF4-FFF2-40B4-BE49-F238E27FC236}">
                <a16:creationId xmlns:a16="http://schemas.microsoft.com/office/drawing/2014/main" id="{0F8490F3-4B55-4236-ED68-65EEACCB21CB}"/>
              </a:ext>
            </a:extLst>
          </p:cNvPr>
          <p:cNvSpPr txBox="1"/>
          <p:nvPr/>
        </p:nvSpPr>
        <p:spPr>
          <a:xfrm>
            <a:off x="5098734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75" name="CuadroTexto 674">
            <a:extLst>
              <a:ext uri="{FF2B5EF4-FFF2-40B4-BE49-F238E27FC236}">
                <a16:creationId xmlns:a16="http://schemas.microsoft.com/office/drawing/2014/main" id="{F87CFE86-2350-4F94-1D0D-108DC9342FE7}"/>
              </a:ext>
            </a:extLst>
          </p:cNvPr>
          <p:cNvSpPr txBox="1"/>
          <p:nvPr/>
        </p:nvSpPr>
        <p:spPr>
          <a:xfrm>
            <a:off x="5121848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76" name="CuadroTexto 675">
            <a:extLst>
              <a:ext uri="{FF2B5EF4-FFF2-40B4-BE49-F238E27FC236}">
                <a16:creationId xmlns:a16="http://schemas.microsoft.com/office/drawing/2014/main" id="{9F667960-6EA0-AB3C-1934-5DFB565F6F70}"/>
              </a:ext>
            </a:extLst>
          </p:cNvPr>
          <p:cNvSpPr txBox="1"/>
          <p:nvPr/>
        </p:nvSpPr>
        <p:spPr>
          <a:xfrm>
            <a:off x="5187253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77" name="CuadroTexto 676">
            <a:extLst>
              <a:ext uri="{FF2B5EF4-FFF2-40B4-BE49-F238E27FC236}">
                <a16:creationId xmlns:a16="http://schemas.microsoft.com/office/drawing/2014/main" id="{3D3CF494-ADDD-120E-5EFE-1577E7A842DA}"/>
              </a:ext>
            </a:extLst>
          </p:cNvPr>
          <p:cNvSpPr txBox="1"/>
          <p:nvPr/>
        </p:nvSpPr>
        <p:spPr>
          <a:xfrm>
            <a:off x="5211446" y="5926086"/>
            <a:ext cx="45076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ONE:2425</a:t>
            </a:r>
          </a:p>
        </p:txBody>
      </p:sp>
      <p:sp>
        <p:nvSpPr>
          <p:cNvPr id="678" name="CuadroTexto 677">
            <a:extLst>
              <a:ext uri="{FF2B5EF4-FFF2-40B4-BE49-F238E27FC236}">
                <a16:creationId xmlns:a16="http://schemas.microsoft.com/office/drawing/2014/main" id="{4B86E354-E55E-3102-81A0-0911DE9BF33B}"/>
              </a:ext>
            </a:extLst>
          </p:cNvPr>
          <p:cNvSpPr txBox="1"/>
          <p:nvPr/>
        </p:nvSpPr>
        <p:spPr>
          <a:xfrm>
            <a:off x="5098734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79" name="CuadroTexto 678">
            <a:extLst>
              <a:ext uri="{FF2B5EF4-FFF2-40B4-BE49-F238E27FC236}">
                <a16:creationId xmlns:a16="http://schemas.microsoft.com/office/drawing/2014/main" id="{603B6A50-67D2-D4CD-30A1-77D364B5ABC6}"/>
              </a:ext>
            </a:extLst>
          </p:cNvPr>
          <p:cNvSpPr txBox="1"/>
          <p:nvPr/>
        </p:nvSpPr>
        <p:spPr>
          <a:xfrm>
            <a:off x="5169981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80" name="CuadroTexto 679">
            <a:extLst>
              <a:ext uri="{FF2B5EF4-FFF2-40B4-BE49-F238E27FC236}">
                <a16:creationId xmlns:a16="http://schemas.microsoft.com/office/drawing/2014/main" id="{BC4A3E62-C7FF-D3F3-B185-5E2DDFEA86CE}"/>
              </a:ext>
            </a:extLst>
          </p:cNvPr>
          <p:cNvSpPr txBox="1"/>
          <p:nvPr/>
        </p:nvSpPr>
        <p:spPr>
          <a:xfrm>
            <a:off x="5197540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81" name="CuadroTexto 680">
            <a:extLst>
              <a:ext uri="{FF2B5EF4-FFF2-40B4-BE49-F238E27FC236}">
                <a16:creationId xmlns:a16="http://schemas.microsoft.com/office/drawing/2014/main" id="{7C3C22DF-3D5D-0075-42B6-3710C102021F}"/>
              </a:ext>
            </a:extLst>
          </p:cNvPr>
          <p:cNvSpPr txBox="1"/>
          <p:nvPr/>
        </p:nvSpPr>
        <p:spPr>
          <a:xfrm>
            <a:off x="5226496" y="5987859"/>
            <a:ext cx="52450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:37-100-0-26</a:t>
            </a:r>
          </a:p>
        </p:txBody>
      </p:sp>
      <p:sp>
        <p:nvSpPr>
          <p:cNvPr id="682" name="CuadroTexto 681">
            <a:extLst>
              <a:ext uri="{FF2B5EF4-FFF2-40B4-BE49-F238E27FC236}">
                <a16:creationId xmlns:a16="http://schemas.microsoft.com/office/drawing/2014/main" id="{7B7A85D4-4C71-CEF0-D3D0-4EC0BC131747}"/>
              </a:ext>
            </a:extLst>
          </p:cNvPr>
          <p:cNvSpPr txBox="1"/>
          <p:nvPr/>
        </p:nvSpPr>
        <p:spPr>
          <a:xfrm>
            <a:off x="5098734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83" name="CuadroTexto 682">
            <a:extLst>
              <a:ext uri="{FF2B5EF4-FFF2-40B4-BE49-F238E27FC236}">
                <a16:creationId xmlns:a16="http://schemas.microsoft.com/office/drawing/2014/main" id="{504277B6-B17B-69B0-628A-D3792B2D0D0E}"/>
              </a:ext>
            </a:extLst>
          </p:cNvPr>
          <p:cNvSpPr txBox="1"/>
          <p:nvPr/>
        </p:nvSpPr>
        <p:spPr>
          <a:xfrm>
            <a:off x="5126547" y="6049632"/>
            <a:ext cx="51488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GB:94-16-48</a:t>
            </a:r>
          </a:p>
        </p:txBody>
      </p:sp>
      <p:sp>
        <p:nvSpPr>
          <p:cNvPr id="684" name="CuadroTexto 683">
            <a:extLst>
              <a:ext uri="{FF2B5EF4-FFF2-40B4-BE49-F238E27FC236}">
                <a16:creationId xmlns:a16="http://schemas.microsoft.com/office/drawing/2014/main" id="{1DE60AEF-7978-7CC2-62C2-7DA19FBE5AC3}"/>
              </a:ext>
            </a:extLst>
          </p:cNvPr>
          <p:cNvSpPr txBox="1"/>
          <p:nvPr/>
        </p:nvSpPr>
        <p:spPr>
          <a:xfrm>
            <a:off x="5098734" y="6111411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HEX:5e1030</a:t>
            </a:r>
          </a:p>
        </p:txBody>
      </p:sp>
      <p:sp>
        <p:nvSpPr>
          <p:cNvPr id="685" name="CuadroTexto 684">
            <a:extLst>
              <a:ext uri="{FF2B5EF4-FFF2-40B4-BE49-F238E27FC236}">
                <a16:creationId xmlns:a16="http://schemas.microsoft.com/office/drawing/2014/main" id="{FB47234D-6DB2-3A80-9A0D-039A857BC452}"/>
              </a:ext>
            </a:extLst>
          </p:cNvPr>
          <p:cNvSpPr txBox="1"/>
          <p:nvPr/>
        </p:nvSpPr>
        <p:spPr>
          <a:xfrm>
            <a:off x="5727866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86" name="CuadroTexto 685">
            <a:extLst>
              <a:ext uri="{FF2B5EF4-FFF2-40B4-BE49-F238E27FC236}">
                <a16:creationId xmlns:a16="http://schemas.microsoft.com/office/drawing/2014/main" id="{81B2E0ED-B955-B731-6EBB-CF4B88CF9CCF}"/>
              </a:ext>
            </a:extLst>
          </p:cNvPr>
          <p:cNvSpPr txBox="1"/>
          <p:nvPr/>
        </p:nvSpPr>
        <p:spPr>
          <a:xfrm>
            <a:off x="5750980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87" name="CuadroTexto 686">
            <a:extLst>
              <a:ext uri="{FF2B5EF4-FFF2-40B4-BE49-F238E27FC236}">
                <a16:creationId xmlns:a16="http://schemas.microsoft.com/office/drawing/2014/main" id="{9721EC5F-318B-3FF3-FA95-34F29136B195}"/>
              </a:ext>
            </a:extLst>
          </p:cNvPr>
          <p:cNvSpPr txBox="1"/>
          <p:nvPr/>
        </p:nvSpPr>
        <p:spPr>
          <a:xfrm>
            <a:off x="5816385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88" name="CuadroTexto 687">
            <a:extLst>
              <a:ext uri="{FF2B5EF4-FFF2-40B4-BE49-F238E27FC236}">
                <a16:creationId xmlns:a16="http://schemas.microsoft.com/office/drawing/2014/main" id="{E062CBE8-D788-52B8-3892-19267B6B2CC3}"/>
              </a:ext>
            </a:extLst>
          </p:cNvPr>
          <p:cNvSpPr txBox="1"/>
          <p:nvPr/>
        </p:nvSpPr>
        <p:spPr>
          <a:xfrm>
            <a:off x="5840579" y="5926086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ONE:240</a:t>
            </a:r>
          </a:p>
        </p:txBody>
      </p:sp>
      <p:sp>
        <p:nvSpPr>
          <p:cNvPr id="689" name="CuadroTexto 688">
            <a:extLst>
              <a:ext uri="{FF2B5EF4-FFF2-40B4-BE49-F238E27FC236}">
                <a16:creationId xmlns:a16="http://schemas.microsoft.com/office/drawing/2014/main" id="{4319B974-0B5E-E70D-FAC0-477F2242DBED}"/>
              </a:ext>
            </a:extLst>
          </p:cNvPr>
          <p:cNvSpPr txBox="1"/>
          <p:nvPr/>
        </p:nvSpPr>
        <p:spPr>
          <a:xfrm>
            <a:off x="5727866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690" name="CuadroTexto 689">
            <a:extLst>
              <a:ext uri="{FF2B5EF4-FFF2-40B4-BE49-F238E27FC236}">
                <a16:creationId xmlns:a16="http://schemas.microsoft.com/office/drawing/2014/main" id="{B5054ADB-69C2-54FC-2052-2D6D7D723A73}"/>
              </a:ext>
            </a:extLst>
          </p:cNvPr>
          <p:cNvSpPr txBox="1"/>
          <p:nvPr/>
        </p:nvSpPr>
        <p:spPr>
          <a:xfrm>
            <a:off x="5799113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691" name="CuadroTexto 690">
            <a:extLst>
              <a:ext uri="{FF2B5EF4-FFF2-40B4-BE49-F238E27FC236}">
                <a16:creationId xmlns:a16="http://schemas.microsoft.com/office/drawing/2014/main" id="{A2C56431-ED9D-EB7F-FE3E-2FA847E7BF83}"/>
              </a:ext>
            </a:extLst>
          </p:cNvPr>
          <p:cNvSpPr txBox="1"/>
          <p:nvPr/>
        </p:nvSpPr>
        <p:spPr>
          <a:xfrm>
            <a:off x="5826672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692" name="CuadroTexto 691">
            <a:extLst>
              <a:ext uri="{FF2B5EF4-FFF2-40B4-BE49-F238E27FC236}">
                <a16:creationId xmlns:a16="http://schemas.microsoft.com/office/drawing/2014/main" id="{5D150215-21E6-EE8F-6C91-3ED94CD949AD}"/>
              </a:ext>
            </a:extLst>
          </p:cNvPr>
          <p:cNvSpPr txBox="1"/>
          <p:nvPr/>
        </p:nvSpPr>
        <p:spPr>
          <a:xfrm>
            <a:off x="5855628" y="5987859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:18-94-0-0</a:t>
            </a:r>
          </a:p>
        </p:txBody>
      </p:sp>
      <p:sp>
        <p:nvSpPr>
          <p:cNvPr id="693" name="CuadroTexto 692">
            <a:extLst>
              <a:ext uri="{FF2B5EF4-FFF2-40B4-BE49-F238E27FC236}">
                <a16:creationId xmlns:a16="http://schemas.microsoft.com/office/drawing/2014/main" id="{CC802C44-C192-37FD-9520-3BA52A3B7D4A}"/>
              </a:ext>
            </a:extLst>
          </p:cNvPr>
          <p:cNvSpPr txBox="1"/>
          <p:nvPr/>
        </p:nvSpPr>
        <p:spPr>
          <a:xfrm>
            <a:off x="5727866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694" name="CuadroTexto 693">
            <a:extLst>
              <a:ext uri="{FF2B5EF4-FFF2-40B4-BE49-F238E27FC236}">
                <a16:creationId xmlns:a16="http://schemas.microsoft.com/office/drawing/2014/main" id="{6F8266EE-C419-29A7-7E39-2096A9D7E122}"/>
              </a:ext>
            </a:extLst>
          </p:cNvPr>
          <p:cNvSpPr txBox="1"/>
          <p:nvPr/>
        </p:nvSpPr>
        <p:spPr>
          <a:xfrm>
            <a:off x="5755679" y="6049632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GB:132-42-75</a:t>
            </a:r>
          </a:p>
        </p:txBody>
      </p:sp>
      <p:sp>
        <p:nvSpPr>
          <p:cNvPr id="695" name="CuadroTexto 694">
            <a:extLst>
              <a:ext uri="{FF2B5EF4-FFF2-40B4-BE49-F238E27FC236}">
                <a16:creationId xmlns:a16="http://schemas.microsoft.com/office/drawing/2014/main" id="{F8153911-A7DC-11FC-5AF3-3026036B8D5A}"/>
              </a:ext>
            </a:extLst>
          </p:cNvPr>
          <p:cNvSpPr txBox="1"/>
          <p:nvPr/>
        </p:nvSpPr>
        <p:spPr>
          <a:xfrm>
            <a:off x="5727866" y="6111411"/>
            <a:ext cx="5100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HEX:842a4b</a:t>
            </a:r>
          </a:p>
        </p:txBody>
      </p:sp>
      <p:sp>
        <p:nvSpPr>
          <p:cNvPr id="696" name="CuadroTexto 695">
            <a:extLst>
              <a:ext uri="{FF2B5EF4-FFF2-40B4-BE49-F238E27FC236}">
                <a16:creationId xmlns:a16="http://schemas.microsoft.com/office/drawing/2014/main" id="{AD4F381B-E6E7-4583-CA9B-32C934068CC5}"/>
              </a:ext>
            </a:extLst>
          </p:cNvPr>
          <p:cNvSpPr txBox="1"/>
          <p:nvPr/>
        </p:nvSpPr>
        <p:spPr>
          <a:xfrm>
            <a:off x="6308549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697" name="CuadroTexto 696">
            <a:extLst>
              <a:ext uri="{FF2B5EF4-FFF2-40B4-BE49-F238E27FC236}">
                <a16:creationId xmlns:a16="http://schemas.microsoft.com/office/drawing/2014/main" id="{8CFC3064-0B9C-AB52-E76B-39AA79FAF525}"/>
              </a:ext>
            </a:extLst>
          </p:cNvPr>
          <p:cNvSpPr txBox="1"/>
          <p:nvPr/>
        </p:nvSpPr>
        <p:spPr>
          <a:xfrm>
            <a:off x="6331599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698" name="CuadroTexto 697">
            <a:extLst>
              <a:ext uri="{FF2B5EF4-FFF2-40B4-BE49-F238E27FC236}">
                <a16:creationId xmlns:a16="http://schemas.microsoft.com/office/drawing/2014/main" id="{7C184CC9-F57A-143C-7F44-C482423D80C5}"/>
              </a:ext>
            </a:extLst>
          </p:cNvPr>
          <p:cNvSpPr txBox="1"/>
          <p:nvPr/>
        </p:nvSpPr>
        <p:spPr>
          <a:xfrm>
            <a:off x="6397004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699" name="CuadroTexto 698">
            <a:extLst>
              <a:ext uri="{FF2B5EF4-FFF2-40B4-BE49-F238E27FC236}">
                <a16:creationId xmlns:a16="http://schemas.microsoft.com/office/drawing/2014/main" id="{8406FDCF-771F-912A-9530-35C4E47190DB}"/>
              </a:ext>
            </a:extLst>
          </p:cNvPr>
          <p:cNvSpPr txBox="1"/>
          <p:nvPr/>
        </p:nvSpPr>
        <p:spPr>
          <a:xfrm>
            <a:off x="6421261" y="5926086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ONE:240 / 60%</a:t>
            </a:r>
          </a:p>
        </p:txBody>
      </p:sp>
      <p:sp>
        <p:nvSpPr>
          <p:cNvPr id="700" name="CuadroTexto 699">
            <a:extLst>
              <a:ext uri="{FF2B5EF4-FFF2-40B4-BE49-F238E27FC236}">
                <a16:creationId xmlns:a16="http://schemas.microsoft.com/office/drawing/2014/main" id="{A30BD212-1D95-63C3-6E75-DD7A6A7222F5}"/>
              </a:ext>
            </a:extLst>
          </p:cNvPr>
          <p:cNvSpPr txBox="1"/>
          <p:nvPr/>
        </p:nvSpPr>
        <p:spPr>
          <a:xfrm>
            <a:off x="6308549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01" name="CuadroTexto 700">
            <a:extLst>
              <a:ext uri="{FF2B5EF4-FFF2-40B4-BE49-F238E27FC236}">
                <a16:creationId xmlns:a16="http://schemas.microsoft.com/office/drawing/2014/main" id="{22CF013B-BBB7-7179-22E8-A2BAF2C4BAE6}"/>
              </a:ext>
            </a:extLst>
          </p:cNvPr>
          <p:cNvSpPr txBox="1"/>
          <p:nvPr/>
        </p:nvSpPr>
        <p:spPr>
          <a:xfrm>
            <a:off x="6379796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02" name="CuadroTexto 701">
            <a:extLst>
              <a:ext uri="{FF2B5EF4-FFF2-40B4-BE49-F238E27FC236}">
                <a16:creationId xmlns:a16="http://schemas.microsoft.com/office/drawing/2014/main" id="{BC72E509-D0AF-EA8F-38D2-809F40C2BB5F}"/>
              </a:ext>
            </a:extLst>
          </p:cNvPr>
          <p:cNvSpPr txBox="1"/>
          <p:nvPr/>
        </p:nvSpPr>
        <p:spPr>
          <a:xfrm>
            <a:off x="6407355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03" name="CuadroTexto 702">
            <a:extLst>
              <a:ext uri="{FF2B5EF4-FFF2-40B4-BE49-F238E27FC236}">
                <a16:creationId xmlns:a16="http://schemas.microsoft.com/office/drawing/2014/main" id="{235B5952-FE95-7F6E-6FA3-CAE4C21936F9}"/>
              </a:ext>
            </a:extLst>
          </p:cNvPr>
          <p:cNvSpPr txBox="1"/>
          <p:nvPr/>
        </p:nvSpPr>
        <p:spPr>
          <a:xfrm>
            <a:off x="6436311" y="598785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:27-62-29-0</a:t>
            </a:r>
          </a:p>
        </p:txBody>
      </p:sp>
      <p:sp>
        <p:nvSpPr>
          <p:cNvPr id="704" name="CuadroTexto 703">
            <a:extLst>
              <a:ext uri="{FF2B5EF4-FFF2-40B4-BE49-F238E27FC236}">
                <a16:creationId xmlns:a16="http://schemas.microsoft.com/office/drawing/2014/main" id="{E729C23A-31B8-5433-DC0C-20FBC4C689CA}"/>
              </a:ext>
            </a:extLst>
          </p:cNvPr>
          <p:cNvSpPr txBox="1"/>
          <p:nvPr/>
        </p:nvSpPr>
        <p:spPr>
          <a:xfrm>
            <a:off x="6308549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05" name="CuadroTexto 704">
            <a:extLst>
              <a:ext uri="{FF2B5EF4-FFF2-40B4-BE49-F238E27FC236}">
                <a16:creationId xmlns:a16="http://schemas.microsoft.com/office/drawing/2014/main" id="{3A01B266-E4A1-0A96-5377-B591641EB632}"/>
              </a:ext>
            </a:extLst>
          </p:cNvPr>
          <p:cNvSpPr txBox="1"/>
          <p:nvPr/>
        </p:nvSpPr>
        <p:spPr>
          <a:xfrm>
            <a:off x="6336362" y="604963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GB:181-127-147</a:t>
            </a:r>
          </a:p>
        </p:txBody>
      </p:sp>
      <p:sp>
        <p:nvSpPr>
          <p:cNvPr id="706" name="CuadroTexto 705">
            <a:extLst>
              <a:ext uri="{FF2B5EF4-FFF2-40B4-BE49-F238E27FC236}">
                <a16:creationId xmlns:a16="http://schemas.microsoft.com/office/drawing/2014/main" id="{5BD7BFEC-43FC-BACC-B5A6-4B46F46A463B}"/>
              </a:ext>
            </a:extLst>
          </p:cNvPr>
          <p:cNvSpPr txBox="1"/>
          <p:nvPr/>
        </p:nvSpPr>
        <p:spPr>
          <a:xfrm>
            <a:off x="6308549" y="6111411"/>
            <a:ext cx="49885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HEX:b57f93</a:t>
            </a:r>
          </a:p>
        </p:txBody>
      </p:sp>
      <p:sp>
        <p:nvSpPr>
          <p:cNvPr id="707" name="CuadroTexto 706">
            <a:extLst>
              <a:ext uri="{FF2B5EF4-FFF2-40B4-BE49-F238E27FC236}">
                <a16:creationId xmlns:a16="http://schemas.microsoft.com/office/drawing/2014/main" id="{B0635AE6-DD7D-7CB0-1EFE-825BE5EC0D60}"/>
              </a:ext>
            </a:extLst>
          </p:cNvPr>
          <p:cNvSpPr txBox="1"/>
          <p:nvPr/>
        </p:nvSpPr>
        <p:spPr>
          <a:xfrm>
            <a:off x="6917895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08" name="CuadroTexto 707">
            <a:extLst>
              <a:ext uri="{FF2B5EF4-FFF2-40B4-BE49-F238E27FC236}">
                <a16:creationId xmlns:a16="http://schemas.microsoft.com/office/drawing/2014/main" id="{FC79CF04-11B6-69EC-E2A4-950401C9B552}"/>
              </a:ext>
            </a:extLst>
          </p:cNvPr>
          <p:cNvSpPr txBox="1"/>
          <p:nvPr/>
        </p:nvSpPr>
        <p:spPr>
          <a:xfrm>
            <a:off x="6940945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09" name="CuadroTexto 708">
            <a:extLst>
              <a:ext uri="{FF2B5EF4-FFF2-40B4-BE49-F238E27FC236}">
                <a16:creationId xmlns:a16="http://schemas.microsoft.com/office/drawing/2014/main" id="{B5BF3E37-DFDD-525A-B00C-0C495639F02B}"/>
              </a:ext>
            </a:extLst>
          </p:cNvPr>
          <p:cNvSpPr txBox="1"/>
          <p:nvPr/>
        </p:nvSpPr>
        <p:spPr>
          <a:xfrm>
            <a:off x="7006350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10" name="CuadroTexto 709">
            <a:extLst>
              <a:ext uri="{FF2B5EF4-FFF2-40B4-BE49-F238E27FC236}">
                <a16:creationId xmlns:a16="http://schemas.microsoft.com/office/drawing/2014/main" id="{B6A2DE6B-7CA9-EAD5-F602-72775A004EDA}"/>
              </a:ext>
            </a:extLst>
          </p:cNvPr>
          <p:cNvSpPr txBox="1"/>
          <p:nvPr/>
        </p:nvSpPr>
        <p:spPr>
          <a:xfrm>
            <a:off x="7030607" y="5926086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ONE:240 / 30%</a:t>
            </a:r>
          </a:p>
        </p:txBody>
      </p:sp>
      <p:sp>
        <p:nvSpPr>
          <p:cNvPr id="711" name="CuadroTexto 710">
            <a:extLst>
              <a:ext uri="{FF2B5EF4-FFF2-40B4-BE49-F238E27FC236}">
                <a16:creationId xmlns:a16="http://schemas.microsoft.com/office/drawing/2014/main" id="{4FF113FF-CA19-88B7-1E51-61B2D6670704}"/>
              </a:ext>
            </a:extLst>
          </p:cNvPr>
          <p:cNvSpPr txBox="1"/>
          <p:nvPr/>
        </p:nvSpPr>
        <p:spPr>
          <a:xfrm>
            <a:off x="6917895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12" name="CuadroTexto 711">
            <a:extLst>
              <a:ext uri="{FF2B5EF4-FFF2-40B4-BE49-F238E27FC236}">
                <a16:creationId xmlns:a16="http://schemas.microsoft.com/office/drawing/2014/main" id="{0094FA91-62E2-984D-28B9-2517C02EB8C3}"/>
              </a:ext>
            </a:extLst>
          </p:cNvPr>
          <p:cNvSpPr txBox="1"/>
          <p:nvPr/>
        </p:nvSpPr>
        <p:spPr>
          <a:xfrm>
            <a:off x="6989142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13" name="CuadroTexto 712">
            <a:extLst>
              <a:ext uri="{FF2B5EF4-FFF2-40B4-BE49-F238E27FC236}">
                <a16:creationId xmlns:a16="http://schemas.microsoft.com/office/drawing/2014/main" id="{0038DEF9-35D4-C5CD-007B-CFB05D6DF53F}"/>
              </a:ext>
            </a:extLst>
          </p:cNvPr>
          <p:cNvSpPr txBox="1"/>
          <p:nvPr/>
        </p:nvSpPr>
        <p:spPr>
          <a:xfrm>
            <a:off x="7016701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14" name="CuadroTexto 713">
            <a:extLst>
              <a:ext uri="{FF2B5EF4-FFF2-40B4-BE49-F238E27FC236}">
                <a16:creationId xmlns:a16="http://schemas.microsoft.com/office/drawing/2014/main" id="{7F7D6303-38E4-CE18-E0C5-0AF77FF20625}"/>
              </a:ext>
            </a:extLst>
          </p:cNvPr>
          <p:cNvSpPr txBox="1"/>
          <p:nvPr/>
        </p:nvSpPr>
        <p:spPr>
          <a:xfrm>
            <a:off x="7045657" y="5987859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:12-31-15-0</a:t>
            </a:r>
          </a:p>
        </p:txBody>
      </p:sp>
      <p:sp>
        <p:nvSpPr>
          <p:cNvPr id="715" name="CuadroTexto 714">
            <a:extLst>
              <a:ext uri="{FF2B5EF4-FFF2-40B4-BE49-F238E27FC236}">
                <a16:creationId xmlns:a16="http://schemas.microsoft.com/office/drawing/2014/main" id="{AB080252-3AFD-619F-1AA2-27D0F6544006}"/>
              </a:ext>
            </a:extLst>
          </p:cNvPr>
          <p:cNvSpPr txBox="1"/>
          <p:nvPr/>
        </p:nvSpPr>
        <p:spPr>
          <a:xfrm>
            <a:off x="6917895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16" name="CuadroTexto 715">
            <a:extLst>
              <a:ext uri="{FF2B5EF4-FFF2-40B4-BE49-F238E27FC236}">
                <a16:creationId xmlns:a16="http://schemas.microsoft.com/office/drawing/2014/main" id="{9539BB02-0ACE-5405-2F11-2F9D8A3B3A20}"/>
              </a:ext>
            </a:extLst>
          </p:cNvPr>
          <p:cNvSpPr txBox="1"/>
          <p:nvPr/>
        </p:nvSpPr>
        <p:spPr>
          <a:xfrm>
            <a:off x="6945708" y="604963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GB:218-191-201</a:t>
            </a:r>
          </a:p>
        </p:txBody>
      </p:sp>
      <p:sp>
        <p:nvSpPr>
          <p:cNvPr id="717" name="CuadroTexto 716">
            <a:extLst>
              <a:ext uri="{FF2B5EF4-FFF2-40B4-BE49-F238E27FC236}">
                <a16:creationId xmlns:a16="http://schemas.microsoft.com/office/drawing/2014/main" id="{1BEB4D81-9381-D779-7776-F6FE57828B22}"/>
              </a:ext>
            </a:extLst>
          </p:cNvPr>
          <p:cNvSpPr txBox="1"/>
          <p:nvPr/>
        </p:nvSpPr>
        <p:spPr>
          <a:xfrm>
            <a:off x="6917895" y="6111411"/>
            <a:ext cx="4122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HEX:dab</a:t>
            </a:r>
          </a:p>
        </p:txBody>
      </p:sp>
      <p:sp>
        <p:nvSpPr>
          <p:cNvPr id="718" name="CuadroTexto 717">
            <a:extLst>
              <a:ext uri="{FF2B5EF4-FFF2-40B4-BE49-F238E27FC236}">
                <a16:creationId xmlns:a16="http://schemas.microsoft.com/office/drawing/2014/main" id="{F8FDB0AE-6648-9320-D7E1-B14F528ECC8C}"/>
              </a:ext>
            </a:extLst>
          </p:cNvPr>
          <p:cNvSpPr txBox="1"/>
          <p:nvPr/>
        </p:nvSpPr>
        <p:spPr>
          <a:xfrm>
            <a:off x="7099949" y="6111411"/>
            <a:ext cx="2039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f</a:t>
            </a:r>
          </a:p>
        </p:txBody>
      </p:sp>
      <p:sp>
        <p:nvSpPr>
          <p:cNvPr id="719" name="CuadroTexto 718">
            <a:extLst>
              <a:ext uri="{FF2B5EF4-FFF2-40B4-BE49-F238E27FC236}">
                <a16:creationId xmlns:a16="http://schemas.microsoft.com/office/drawing/2014/main" id="{5AD2429E-27E2-2AFB-EF46-FF60D225C240}"/>
              </a:ext>
            </a:extLst>
          </p:cNvPr>
          <p:cNvSpPr txBox="1"/>
          <p:nvPr/>
        </p:nvSpPr>
        <p:spPr>
          <a:xfrm>
            <a:off x="7114364" y="6111411"/>
            <a:ext cx="24718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c9</a:t>
            </a:r>
          </a:p>
        </p:txBody>
      </p:sp>
      <p:sp>
        <p:nvSpPr>
          <p:cNvPr id="720" name="CuadroTexto 719">
            <a:extLst>
              <a:ext uri="{FF2B5EF4-FFF2-40B4-BE49-F238E27FC236}">
                <a16:creationId xmlns:a16="http://schemas.microsoft.com/office/drawing/2014/main" id="{9B4AF78A-B81D-7933-BA88-A86930A73117}"/>
              </a:ext>
            </a:extLst>
          </p:cNvPr>
          <p:cNvSpPr txBox="1"/>
          <p:nvPr/>
        </p:nvSpPr>
        <p:spPr>
          <a:xfrm>
            <a:off x="7552006" y="5926086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21" name="CuadroTexto 720">
            <a:extLst>
              <a:ext uri="{FF2B5EF4-FFF2-40B4-BE49-F238E27FC236}">
                <a16:creationId xmlns:a16="http://schemas.microsoft.com/office/drawing/2014/main" id="{8A65FBF9-E6FF-CF4B-F205-2502E59A74C9}"/>
              </a:ext>
            </a:extLst>
          </p:cNvPr>
          <p:cNvSpPr txBox="1"/>
          <p:nvPr/>
        </p:nvSpPr>
        <p:spPr>
          <a:xfrm>
            <a:off x="7575056" y="5926086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22" name="CuadroTexto 721">
            <a:extLst>
              <a:ext uri="{FF2B5EF4-FFF2-40B4-BE49-F238E27FC236}">
                <a16:creationId xmlns:a16="http://schemas.microsoft.com/office/drawing/2014/main" id="{664800CB-D680-EDA6-5183-DAE58BED7F9A}"/>
              </a:ext>
            </a:extLst>
          </p:cNvPr>
          <p:cNvSpPr txBox="1"/>
          <p:nvPr/>
        </p:nvSpPr>
        <p:spPr>
          <a:xfrm>
            <a:off x="7640461" y="5926086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23" name="CuadroTexto 722">
            <a:extLst>
              <a:ext uri="{FF2B5EF4-FFF2-40B4-BE49-F238E27FC236}">
                <a16:creationId xmlns:a16="http://schemas.microsoft.com/office/drawing/2014/main" id="{E5485F45-BCCC-6510-2C80-03CA68214E4B}"/>
              </a:ext>
            </a:extLst>
          </p:cNvPr>
          <p:cNvSpPr txBox="1"/>
          <p:nvPr/>
        </p:nvSpPr>
        <p:spPr>
          <a:xfrm>
            <a:off x="7726298" y="5926086"/>
            <a:ext cx="5838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ONE:240 / 10%</a:t>
            </a:r>
          </a:p>
        </p:txBody>
      </p:sp>
      <p:sp>
        <p:nvSpPr>
          <p:cNvPr id="724" name="CuadroTexto 723">
            <a:extLst>
              <a:ext uri="{FF2B5EF4-FFF2-40B4-BE49-F238E27FC236}">
                <a16:creationId xmlns:a16="http://schemas.microsoft.com/office/drawing/2014/main" id="{72B91268-CD11-0048-FA6F-5F4761A48B15}"/>
              </a:ext>
            </a:extLst>
          </p:cNvPr>
          <p:cNvSpPr txBox="1"/>
          <p:nvPr/>
        </p:nvSpPr>
        <p:spPr>
          <a:xfrm>
            <a:off x="7552006" y="598785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25" name="CuadroTexto 724">
            <a:extLst>
              <a:ext uri="{FF2B5EF4-FFF2-40B4-BE49-F238E27FC236}">
                <a16:creationId xmlns:a16="http://schemas.microsoft.com/office/drawing/2014/main" id="{76AEE930-2521-E155-CE43-4C9A8888B895}"/>
              </a:ext>
            </a:extLst>
          </p:cNvPr>
          <p:cNvSpPr txBox="1"/>
          <p:nvPr/>
        </p:nvSpPr>
        <p:spPr>
          <a:xfrm>
            <a:off x="7623253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26" name="CuadroTexto 725">
            <a:extLst>
              <a:ext uri="{FF2B5EF4-FFF2-40B4-BE49-F238E27FC236}">
                <a16:creationId xmlns:a16="http://schemas.microsoft.com/office/drawing/2014/main" id="{B9C8649B-192E-A1BF-9463-BC7674FA09B3}"/>
              </a:ext>
            </a:extLst>
          </p:cNvPr>
          <p:cNvSpPr txBox="1"/>
          <p:nvPr/>
        </p:nvSpPr>
        <p:spPr>
          <a:xfrm>
            <a:off x="7650812" y="598785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27" name="CuadroTexto 726">
            <a:extLst>
              <a:ext uri="{FF2B5EF4-FFF2-40B4-BE49-F238E27FC236}">
                <a16:creationId xmlns:a16="http://schemas.microsoft.com/office/drawing/2014/main" id="{C7E5A67E-8A9C-008E-27F6-A6D62E22B41B}"/>
              </a:ext>
            </a:extLst>
          </p:cNvPr>
          <p:cNvSpPr txBox="1"/>
          <p:nvPr/>
        </p:nvSpPr>
        <p:spPr>
          <a:xfrm>
            <a:off x="7679768" y="5987859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:4-12-6-0</a:t>
            </a:r>
          </a:p>
        </p:txBody>
      </p:sp>
      <p:sp>
        <p:nvSpPr>
          <p:cNvPr id="728" name="CuadroTexto 727">
            <a:extLst>
              <a:ext uri="{FF2B5EF4-FFF2-40B4-BE49-F238E27FC236}">
                <a16:creationId xmlns:a16="http://schemas.microsoft.com/office/drawing/2014/main" id="{2125C19C-CF48-F2D2-AB8D-2ED2D90A84AA}"/>
              </a:ext>
            </a:extLst>
          </p:cNvPr>
          <p:cNvSpPr txBox="1"/>
          <p:nvPr/>
        </p:nvSpPr>
        <p:spPr>
          <a:xfrm>
            <a:off x="7552006" y="6049632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29" name="CuadroTexto 728">
            <a:extLst>
              <a:ext uri="{FF2B5EF4-FFF2-40B4-BE49-F238E27FC236}">
                <a16:creationId xmlns:a16="http://schemas.microsoft.com/office/drawing/2014/main" id="{3AFB6E7F-B25A-8988-D5CC-3BA0801A0E1C}"/>
              </a:ext>
            </a:extLst>
          </p:cNvPr>
          <p:cNvSpPr txBox="1"/>
          <p:nvPr/>
        </p:nvSpPr>
        <p:spPr>
          <a:xfrm>
            <a:off x="7579819" y="6049632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GB:243-234-237</a:t>
            </a:r>
          </a:p>
        </p:txBody>
      </p:sp>
      <p:sp>
        <p:nvSpPr>
          <p:cNvPr id="730" name="CuadroTexto 729">
            <a:extLst>
              <a:ext uri="{FF2B5EF4-FFF2-40B4-BE49-F238E27FC236}">
                <a16:creationId xmlns:a16="http://schemas.microsoft.com/office/drawing/2014/main" id="{3E4136CC-6CFD-BDD2-B986-38E090FDD226}"/>
              </a:ext>
            </a:extLst>
          </p:cNvPr>
          <p:cNvSpPr txBox="1"/>
          <p:nvPr/>
        </p:nvSpPr>
        <p:spPr>
          <a:xfrm>
            <a:off x="7552006" y="6111411"/>
            <a:ext cx="49244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842A4B"/>
                </a:solidFill>
                <a:latin typeface="MyriadPro-Regular"/>
                <a:sym typeface="MyriadPro-Regular"/>
                <a:rtl val="0"/>
              </a:rPr>
              <a:t>HEX:f3eaed</a:t>
            </a:r>
          </a:p>
        </p:txBody>
      </p:sp>
      <p:sp>
        <p:nvSpPr>
          <p:cNvPr id="731" name="CuadroTexto 730">
            <a:extLst>
              <a:ext uri="{FF2B5EF4-FFF2-40B4-BE49-F238E27FC236}">
                <a16:creationId xmlns:a16="http://schemas.microsoft.com/office/drawing/2014/main" id="{CC937CAA-C568-2592-C76B-4FAD4B9E5E13}"/>
              </a:ext>
            </a:extLst>
          </p:cNvPr>
          <p:cNvSpPr txBox="1"/>
          <p:nvPr/>
        </p:nvSpPr>
        <p:spPr>
          <a:xfrm>
            <a:off x="5725339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32" name="CuadroTexto 731">
            <a:extLst>
              <a:ext uri="{FF2B5EF4-FFF2-40B4-BE49-F238E27FC236}">
                <a16:creationId xmlns:a16="http://schemas.microsoft.com/office/drawing/2014/main" id="{3128D6B5-AF5E-ABBE-9AD3-A7F07AE90978}"/>
              </a:ext>
            </a:extLst>
          </p:cNvPr>
          <p:cNvSpPr txBox="1"/>
          <p:nvPr/>
        </p:nvSpPr>
        <p:spPr>
          <a:xfrm>
            <a:off x="5748453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33" name="CuadroTexto 732">
            <a:extLst>
              <a:ext uri="{FF2B5EF4-FFF2-40B4-BE49-F238E27FC236}">
                <a16:creationId xmlns:a16="http://schemas.microsoft.com/office/drawing/2014/main" id="{AA0DE6CD-E1EA-E6EB-B830-EBCD594EC88E}"/>
              </a:ext>
            </a:extLst>
          </p:cNvPr>
          <p:cNvSpPr txBox="1"/>
          <p:nvPr/>
        </p:nvSpPr>
        <p:spPr>
          <a:xfrm>
            <a:off x="5813858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34" name="CuadroTexto 733">
            <a:extLst>
              <a:ext uri="{FF2B5EF4-FFF2-40B4-BE49-F238E27FC236}">
                <a16:creationId xmlns:a16="http://schemas.microsoft.com/office/drawing/2014/main" id="{A3DD2A34-AE7C-3D3C-80B2-204184767C6F}"/>
              </a:ext>
            </a:extLst>
          </p:cNvPr>
          <p:cNvSpPr txBox="1"/>
          <p:nvPr/>
        </p:nvSpPr>
        <p:spPr>
          <a:xfrm>
            <a:off x="5838052" y="4298549"/>
            <a:ext cx="38343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ONE:32</a:t>
            </a:r>
          </a:p>
        </p:txBody>
      </p:sp>
      <p:sp>
        <p:nvSpPr>
          <p:cNvPr id="735" name="CuadroTexto 734">
            <a:extLst>
              <a:ext uri="{FF2B5EF4-FFF2-40B4-BE49-F238E27FC236}">
                <a16:creationId xmlns:a16="http://schemas.microsoft.com/office/drawing/2014/main" id="{16160C2B-F466-03B4-FA9F-90A62D285DE1}"/>
              </a:ext>
            </a:extLst>
          </p:cNvPr>
          <p:cNvSpPr txBox="1"/>
          <p:nvPr/>
        </p:nvSpPr>
        <p:spPr>
          <a:xfrm>
            <a:off x="5725339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36" name="CuadroTexto 735">
            <a:extLst>
              <a:ext uri="{FF2B5EF4-FFF2-40B4-BE49-F238E27FC236}">
                <a16:creationId xmlns:a16="http://schemas.microsoft.com/office/drawing/2014/main" id="{373B8D4F-3970-DCF4-BD90-1820007366F4}"/>
              </a:ext>
            </a:extLst>
          </p:cNvPr>
          <p:cNvSpPr txBox="1"/>
          <p:nvPr/>
        </p:nvSpPr>
        <p:spPr>
          <a:xfrm>
            <a:off x="5796586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37" name="CuadroTexto 736">
            <a:extLst>
              <a:ext uri="{FF2B5EF4-FFF2-40B4-BE49-F238E27FC236}">
                <a16:creationId xmlns:a16="http://schemas.microsoft.com/office/drawing/2014/main" id="{3F277B14-9CA1-436C-9E5B-0A08C9EFA721}"/>
              </a:ext>
            </a:extLst>
          </p:cNvPr>
          <p:cNvSpPr txBox="1"/>
          <p:nvPr/>
        </p:nvSpPr>
        <p:spPr>
          <a:xfrm>
            <a:off x="5824145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38" name="CuadroTexto 737">
            <a:extLst>
              <a:ext uri="{FF2B5EF4-FFF2-40B4-BE49-F238E27FC236}">
                <a16:creationId xmlns:a16="http://schemas.microsoft.com/office/drawing/2014/main" id="{42886226-12AE-4E4C-8BEE-CFCA692ECD87}"/>
              </a:ext>
            </a:extLst>
          </p:cNvPr>
          <p:cNvSpPr txBox="1"/>
          <p:nvPr/>
        </p:nvSpPr>
        <p:spPr>
          <a:xfrm>
            <a:off x="5853101" y="4360329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:0-90-86-0</a:t>
            </a:r>
          </a:p>
        </p:txBody>
      </p:sp>
      <p:sp>
        <p:nvSpPr>
          <p:cNvPr id="739" name="CuadroTexto 738">
            <a:extLst>
              <a:ext uri="{FF2B5EF4-FFF2-40B4-BE49-F238E27FC236}">
                <a16:creationId xmlns:a16="http://schemas.microsoft.com/office/drawing/2014/main" id="{45FE1D47-311C-6E35-4D69-9F124D566F0F}"/>
              </a:ext>
            </a:extLst>
          </p:cNvPr>
          <p:cNvSpPr txBox="1"/>
          <p:nvPr/>
        </p:nvSpPr>
        <p:spPr>
          <a:xfrm>
            <a:off x="5725339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40" name="CuadroTexto 739">
            <a:extLst>
              <a:ext uri="{FF2B5EF4-FFF2-40B4-BE49-F238E27FC236}">
                <a16:creationId xmlns:a16="http://schemas.microsoft.com/office/drawing/2014/main" id="{EBA0C9C2-50B1-986B-7645-B2FDBE754C86}"/>
              </a:ext>
            </a:extLst>
          </p:cNvPr>
          <p:cNvSpPr txBox="1"/>
          <p:nvPr/>
        </p:nvSpPr>
        <p:spPr>
          <a:xfrm>
            <a:off x="5753152" y="4422101"/>
            <a:ext cx="5485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GB:206-41-41</a:t>
            </a:r>
          </a:p>
        </p:txBody>
      </p:sp>
      <p:sp>
        <p:nvSpPr>
          <p:cNvPr id="741" name="CuadroTexto 740">
            <a:extLst>
              <a:ext uri="{FF2B5EF4-FFF2-40B4-BE49-F238E27FC236}">
                <a16:creationId xmlns:a16="http://schemas.microsoft.com/office/drawing/2014/main" id="{B3EA983F-4C79-0AD5-1253-CCCEC1639ADD}"/>
              </a:ext>
            </a:extLst>
          </p:cNvPr>
          <p:cNvSpPr txBox="1"/>
          <p:nvPr/>
        </p:nvSpPr>
        <p:spPr>
          <a:xfrm>
            <a:off x="5725339" y="4483881"/>
            <a:ext cx="3080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</a:t>
            </a:r>
          </a:p>
        </p:txBody>
      </p:sp>
      <p:sp>
        <p:nvSpPr>
          <p:cNvPr id="742" name="CuadroTexto 741">
            <a:extLst>
              <a:ext uri="{FF2B5EF4-FFF2-40B4-BE49-F238E27FC236}">
                <a16:creationId xmlns:a16="http://schemas.microsoft.com/office/drawing/2014/main" id="{C8D58B43-BEF6-6206-4570-758792378BCB}"/>
              </a:ext>
            </a:extLst>
          </p:cNvPr>
          <p:cNvSpPr txBox="1"/>
          <p:nvPr/>
        </p:nvSpPr>
        <p:spPr>
          <a:xfrm>
            <a:off x="5824272" y="4483881"/>
            <a:ext cx="2135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</a:t>
            </a:r>
          </a:p>
        </p:txBody>
      </p:sp>
      <p:sp>
        <p:nvSpPr>
          <p:cNvPr id="743" name="CuadroTexto 742">
            <a:extLst>
              <a:ext uri="{FF2B5EF4-FFF2-40B4-BE49-F238E27FC236}">
                <a16:creationId xmlns:a16="http://schemas.microsoft.com/office/drawing/2014/main" id="{C0FFF8CB-4E66-A025-12D8-613209E16814}"/>
              </a:ext>
            </a:extLst>
          </p:cNvPr>
          <p:cNvSpPr txBox="1"/>
          <p:nvPr/>
        </p:nvSpPr>
        <p:spPr>
          <a:xfrm>
            <a:off x="5847005" y="4483881"/>
            <a:ext cx="35137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e2929</a:t>
            </a:r>
          </a:p>
        </p:txBody>
      </p:sp>
      <p:sp>
        <p:nvSpPr>
          <p:cNvPr id="744" name="CuadroTexto 743">
            <a:extLst>
              <a:ext uri="{FF2B5EF4-FFF2-40B4-BE49-F238E27FC236}">
                <a16:creationId xmlns:a16="http://schemas.microsoft.com/office/drawing/2014/main" id="{17FE76DD-EA1A-3D25-CBD5-BFCDA9BDAF54}"/>
              </a:ext>
            </a:extLst>
          </p:cNvPr>
          <p:cNvSpPr txBox="1"/>
          <p:nvPr/>
        </p:nvSpPr>
        <p:spPr>
          <a:xfrm>
            <a:off x="6339092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45" name="CuadroTexto 744">
            <a:extLst>
              <a:ext uri="{FF2B5EF4-FFF2-40B4-BE49-F238E27FC236}">
                <a16:creationId xmlns:a16="http://schemas.microsoft.com/office/drawing/2014/main" id="{57D37168-E587-3F79-FED1-022A79509F43}"/>
              </a:ext>
            </a:extLst>
          </p:cNvPr>
          <p:cNvSpPr txBox="1"/>
          <p:nvPr/>
        </p:nvSpPr>
        <p:spPr>
          <a:xfrm>
            <a:off x="6362143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46" name="CuadroTexto 745">
            <a:extLst>
              <a:ext uri="{FF2B5EF4-FFF2-40B4-BE49-F238E27FC236}">
                <a16:creationId xmlns:a16="http://schemas.microsoft.com/office/drawing/2014/main" id="{2BDBDE48-3283-0F8B-3206-B2719600E17D}"/>
              </a:ext>
            </a:extLst>
          </p:cNvPr>
          <p:cNvSpPr txBox="1"/>
          <p:nvPr/>
        </p:nvSpPr>
        <p:spPr>
          <a:xfrm>
            <a:off x="6427548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47" name="CuadroTexto 746">
            <a:extLst>
              <a:ext uri="{FF2B5EF4-FFF2-40B4-BE49-F238E27FC236}">
                <a16:creationId xmlns:a16="http://schemas.microsoft.com/office/drawing/2014/main" id="{2B949085-510D-D71A-04FE-BABA15B4E290}"/>
              </a:ext>
            </a:extLst>
          </p:cNvPr>
          <p:cNvSpPr txBox="1"/>
          <p:nvPr/>
        </p:nvSpPr>
        <p:spPr>
          <a:xfrm>
            <a:off x="6451741" y="4298549"/>
            <a:ext cx="5501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ONE:32 / 60%</a:t>
            </a:r>
          </a:p>
        </p:txBody>
      </p:sp>
      <p:sp>
        <p:nvSpPr>
          <p:cNvPr id="748" name="CuadroTexto 747">
            <a:extLst>
              <a:ext uri="{FF2B5EF4-FFF2-40B4-BE49-F238E27FC236}">
                <a16:creationId xmlns:a16="http://schemas.microsoft.com/office/drawing/2014/main" id="{0D03FECC-5E47-9ABD-6F6E-32536383FD94}"/>
              </a:ext>
            </a:extLst>
          </p:cNvPr>
          <p:cNvSpPr txBox="1"/>
          <p:nvPr/>
        </p:nvSpPr>
        <p:spPr>
          <a:xfrm>
            <a:off x="6339092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49" name="CuadroTexto 748">
            <a:extLst>
              <a:ext uri="{FF2B5EF4-FFF2-40B4-BE49-F238E27FC236}">
                <a16:creationId xmlns:a16="http://schemas.microsoft.com/office/drawing/2014/main" id="{5A5FB3D2-F096-02B5-AF45-82631999F691}"/>
              </a:ext>
            </a:extLst>
          </p:cNvPr>
          <p:cNvSpPr txBox="1"/>
          <p:nvPr/>
        </p:nvSpPr>
        <p:spPr>
          <a:xfrm>
            <a:off x="6410339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50" name="CuadroTexto 749">
            <a:extLst>
              <a:ext uri="{FF2B5EF4-FFF2-40B4-BE49-F238E27FC236}">
                <a16:creationId xmlns:a16="http://schemas.microsoft.com/office/drawing/2014/main" id="{66498A85-68F9-9498-919A-B5F571E26B06}"/>
              </a:ext>
            </a:extLst>
          </p:cNvPr>
          <p:cNvSpPr txBox="1"/>
          <p:nvPr/>
        </p:nvSpPr>
        <p:spPr>
          <a:xfrm>
            <a:off x="6437898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51" name="CuadroTexto 750">
            <a:extLst>
              <a:ext uri="{FF2B5EF4-FFF2-40B4-BE49-F238E27FC236}">
                <a16:creationId xmlns:a16="http://schemas.microsoft.com/office/drawing/2014/main" id="{B7F2AFC4-8BE1-2FE0-C17B-5E8BB6D5D588}"/>
              </a:ext>
            </a:extLst>
          </p:cNvPr>
          <p:cNvSpPr txBox="1"/>
          <p:nvPr/>
        </p:nvSpPr>
        <p:spPr>
          <a:xfrm>
            <a:off x="6466854" y="4360329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:0-69-40-0</a:t>
            </a:r>
          </a:p>
        </p:txBody>
      </p:sp>
      <p:sp>
        <p:nvSpPr>
          <p:cNvPr id="752" name="CuadroTexto 751">
            <a:extLst>
              <a:ext uri="{FF2B5EF4-FFF2-40B4-BE49-F238E27FC236}">
                <a16:creationId xmlns:a16="http://schemas.microsoft.com/office/drawing/2014/main" id="{6D122051-E270-BA4A-A7E4-546C634B1870}"/>
              </a:ext>
            </a:extLst>
          </p:cNvPr>
          <p:cNvSpPr txBox="1"/>
          <p:nvPr/>
        </p:nvSpPr>
        <p:spPr>
          <a:xfrm>
            <a:off x="6339092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53" name="CuadroTexto 752">
            <a:extLst>
              <a:ext uri="{FF2B5EF4-FFF2-40B4-BE49-F238E27FC236}">
                <a16:creationId xmlns:a16="http://schemas.microsoft.com/office/drawing/2014/main" id="{AD99BB44-FA77-B75A-C797-908B87442FA2}"/>
              </a:ext>
            </a:extLst>
          </p:cNvPr>
          <p:cNvSpPr txBox="1"/>
          <p:nvPr/>
        </p:nvSpPr>
        <p:spPr>
          <a:xfrm>
            <a:off x="6366905" y="442210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GB:226-127-127</a:t>
            </a:r>
          </a:p>
        </p:txBody>
      </p:sp>
      <p:sp>
        <p:nvSpPr>
          <p:cNvPr id="754" name="CuadroTexto 753">
            <a:extLst>
              <a:ext uri="{FF2B5EF4-FFF2-40B4-BE49-F238E27FC236}">
                <a16:creationId xmlns:a16="http://schemas.microsoft.com/office/drawing/2014/main" id="{F9CE8F1F-8A27-8303-69FE-27144EE1443D}"/>
              </a:ext>
            </a:extLst>
          </p:cNvPr>
          <p:cNvSpPr txBox="1"/>
          <p:nvPr/>
        </p:nvSpPr>
        <p:spPr>
          <a:xfrm>
            <a:off x="6339092" y="4483881"/>
            <a:ext cx="47961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HEX:e27f7f</a:t>
            </a:r>
          </a:p>
        </p:txBody>
      </p:sp>
      <p:sp>
        <p:nvSpPr>
          <p:cNvPr id="755" name="CuadroTexto 754">
            <a:extLst>
              <a:ext uri="{FF2B5EF4-FFF2-40B4-BE49-F238E27FC236}">
                <a16:creationId xmlns:a16="http://schemas.microsoft.com/office/drawing/2014/main" id="{71209ACC-89BF-794D-2955-E3C4485582E3}"/>
              </a:ext>
            </a:extLst>
          </p:cNvPr>
          <p:cNvSpPr txBox="1"/>
          <p:nvPr/>
        </p:nvSpPr>
        <p:spPr>
          <a:xfrm>
            <a:off x="6931547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56" name="CuadroTexto 755">
            <a:extLst>
              <a:ext uri="{FF2B5EF4-FFF2-40B4-BE49-F238E27FC236}">
                <a16:creationId xmlns:a16="http://schemas.microsoft.com/office/drawing/2014/main" id="{FA9FE03F-6ADA-6033-333A-D4E5B6187794}"/>
              </a:ext>
            </a:extLst>
          </p:cNvPr>
          <p:cNvSpPr txBox="1"/>
          <p:nvPr/>
        </p:nvSpPr>
        <p:spPr>
          <a:xfrm>
            <a:off x="6954598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57" name="CuadroTexto 756">
            <a:extLst>
              <a:ext uri="{FF2B5EF4-FFF2-40B4-BE49-F238E27FC236}">
                <a16:creationId xmlns:a16="http://schemas.microsoft.com/office/drawing/2014/main" id="{FE612970-9A23-F718-9A1D-A5121271BE8C}"/>
              </a:ext>
            </a:extLst>
          </p:cNvPr>
          <p:cNvSpPr txBox="1"/>
          <p:nvPr/>
        </p:nvSpPr>
        <p:spPr>
          <a:xfrm>
            <a:off x="7020003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58" name="CuadroTexto 757">
            <a:extLst>
              <a:ext uri="{FF2B5EF4-FFF2-40B4-BE49-F238E27FC236}">
                <a16:creationId xmlns:a16="http://schemas.microsoft.com/office/drawing/2014/main" id="{8C5BF158-9829-F42B-BD6E-7BD1CDA029CF}"/>
              </a:ext>
            </a:extLst>
          </p:cNvPr>
          <p:cNvSpPr txBox="1"/>
          <p:nvPr/>
        </p:nvSpPr>
        <p:spPr>
          <a:xfrm>
            <a:off x="7044260" y="4298549"/>
            <a:ext cx="5501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ONE:32 / 30%</a:t>
            </a:r>
          </a:p>
        </p:txBody>
      </p:sp>
      <p:sp>
        <p:nvSpPr>
          <p:cNvPr id="759" name="CuadroTexto 758">
            <a:extLst>
              <a:ext uri="{FF2B5EF4-FFF2-40B4-BE49-F238E27FC236}">
                <a16:creationId xmlns:a16="http://schemas.microsoft.com/office/drawing/2014/main" id="{EEB18624-AE91-34EE-036C-B5B064E4DDD6}"/>
              </a:ext>
            </a:extLst>
          </p:cNvPr>
          <p:cNvSpPr txBox="1"/>
          <p:nvPr/>
        </p:nvSpPr>
        <p:spPr>
          <a:xfrm>
            <a:off x="6931547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60" name="CuadroTexto 759">
            <a:extLst>
              <a:ext uri="{FF2B5EF4-FFF2-40B4-BE49-F238E27FC236}">
                <a16:creationId xmlns:a16="http://schemas.microsoft.com/office/drawing/2014/main" id="{363A7B07-2427-98DE-234D-69B5BAEF1BB5}"/>
              </a:ext>
            </a:extLst>
          </p:cNvPr>
          <p:cNvSpPr txBox="1"/>
          <p:nvPr/>
        </p:nvSpPr>
        <p:spPr>
          <a:xfrm>
            <a:off x="7002794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61" name="CuadroTexto 760">
            <a:extLst>
              <a:ext uri="{FF2B5EF4-FFF2-40B4-BE49-F238E27FC236}">
                <a16:creationId xmlns:a16="http://schemas.microsoft.com/office/drawing/2014/main" id="{A949EE0E-56C3-2979-D143-D4BB15C29D0F}"/>
              </a:ext>
            </a:extLst>
          </p:cNvPr>
          <p:cNvSpPr txBox="1"/>
          <p:nvPr/>
        </p:nvSpPr>
        <p:spPr>
          <a:xfrm>
            <a:off x="7030353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62" name="CuadroTexto 761">
            <a:extLst>
              <a:ext uri="{FF2B5EF4-FFF2-40B4-BE49-F238E27FC236}">
                <a16:creationId xmlns:a16="http://schemas.microsoft.com/office/drawing/2014/main" id="{B7F4A9E2-DD22-6A76-B201-EF3D64F9922F}"/>
              </a:ext>
            </a:extLst>
          </p:cNvPr>
          <p:cNvSpPr txBox="1"/>
          <p:nvPr/>
        </p:nvSpPr>
        <p:spPr>
          <a:xfrm>
            <a:off x="7059309" y="4360329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:0-36-19-0</a:t>
            </a:r>
          </a:p>
        </p:txBody>
      </p:sp>
      <p:sp>
        <p:nvSpPr>
          <p:cNvPr id="763" name="CuadroTexto 762">
            <a:extLst>
              <a:ext uri="{FF2B5EF4-FFF2-40B4-BE49-F238E27FC236}">
                <a16:creationId xmlns:a16="http://schemas.microsoft.com/office/drawing/2014/main" id="{4A5ECAE6-AFEC-41A6-C33F-60DE712C4EC7}"/>
              </a:ext>
            </a:extLst>
          </p:cNvPr>
          <p:cNvSpPr txBox="1"/>
          <p:nvPr/>
        </p:nvSpPr>
        <p:spPr>
          <a:xfrm>
            <a:off x="6931547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64" name="CuadroTexto 763">
            <a:extLst>
              <a:ext uri="{FF2B5EF4-FFF2-40B4-BE49-F238E27FC236}">
                <a16:creationId xmlns:a16="http://schemas.microsoft.com/office/drawing/2014/main" id="{E59B5D47-6F20-0F1D-8DC3-EF1F6EDA7009}"/>
              </a:ext>
            </a:extLst>
          </p:cNvPr>
          <p:cNvSpPr txBox="1"/>
          <p:nvPr/>
        </p:nvSpPr>
        <p:spPr>
          <a:xfrm>
            <a:off x="6959360" y="442210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GB:240-191-191</a:t>
            </a:r>
          </a:p>
        </p:txBody>
      </p:sp>
      <p:sp>
        <p:nvSpPr>
          <p:cNvPr id="765" name="CuadroTexto 764">
            <a:extLst>
              <a:ext uri="{FF2B5EF4-FFF2-40B4-BE49-F238E27FC236}">
                <a16:creationId xmlns:a16="http://schemas.microsoft.com/office/drawing/2014/main" id="{BF8434D6-31DB-6816-70B1-52C409E0CEE5}"/>
              </a:ext>
            </a:extLst>
          </p:cNvPr>
          <p:cNvSpPr txBox="1"/>
          <p:nvPr/>
        </p:nvSpPr>
        <p:spPr>
          <a:xfrm>
            <a:off x="6931547" y="4483881"/>
            <a:ext cx="4732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HEX:f0bfbf</a:t>
            </a:r>
          </a:p>
        </p:txBody>
      </p:sp>
      <p:sp>
        <p:nvSpPr>
          <p:cNvPr id="766" name="CuadroTexto 765">
            <a:extLst>
              <a:ext uri="{FF2B5EF4-FFF2-40B4-BE49-F238E27FC236}">
                <a16:creationId xmlns:a16="http://schemas.microsoft.com/office/drawing/2014/main" id="{66550E20-39E3-715A-1F23-2F39C7D9441F}"/>
              </a:ext>
            </a:extLst>
          </p:cNvPr>
          <p:cNvSpPr txBox="1"/>
          <p:nvPr/>
        </p:nvSpPr>
        <p:spPr>
          <a:xfrm>
            <a:off x="7554673" y="42985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67" name="CuadroTexto 766">
            <a:extLst>
              <a:ext uri="{FF2B5EF4-FFF2-40B4-BE49-F238E27FC236}">
                <a16:creationId xmlns:a16="http://schemas.microsoft.com/office/drawing/2014/main" id="{E8CC474C-EC20-4580-102B-ACB5BEF5A073}"/>
              </a:ext>
            </a:extLst>
          </p:cNvPr>
          <p:cNvSpPr txBox="1"/>
          <p:nvPr/>
        </p:nvSpPr>
        <p:spPr>
          <a:xfrm>
            <a:off x="7577723" y="4298549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68" name="CuadroTexto 767">
            <a:extLst>
              <a:ext uri="{FF2B5EF4-FFF2-40B4-BE49-F238E27FC236}">
                <a16:creationId xmlns:a16="http://schemas.microsoft.com/office/drawing/2014/main" id="{56B4C710-1DE6-9AE6-F7F0-2052D3DA5E0F}"/>
              </a:ext>
            </a:extLst>
          </p:cNvPr>
          <p:cNvSpPr txBox="1"/>
          <p:nvPr/>
        </p:nvSpPr>
        <p:spPr>
          <a:xfrm>
            <a:off x="7643128" y="4298549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69" name="CuadroTexto 768">
            <a:extLst>
              <a:ext uri="{FF2B5EF4-FFF2-40B4-BE49-F238E27FC236}">
                <a16:creationId xmlns:a16="http://schemas.microsoft.com/office/drawing/2014/main" id="{11001E50-FD37-7E51-ADEC-D612FFD0D319}"/>
              </a:ext>
            </a:extLst>
          </p:cNvPr>
          <p:cNvSpPr txBox="1"/>
          <p:nvPr/>
        </p:nvSpPr>
        <p:spPr>
          <a:xfrm>
            <a:off x="7667385" y="4298549"/>
            <a:ext cx="55015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ONE:32 / 10%</a:t>
            </a:r>
          </a:p>
        </p:txBody>
      </p:sp>
      <p:sp>
        <p:nvSpPr>
          <p:cNvPr id="770" name="CuadroTexto 769">
            <a:extLst>
              <a:ext uri="{FF2B5EF4-FFF2-40B4-BE49-F238E27FC236}">
                <a16:creationId xmlns:a16="http://schemas.microsoft.com/office/drawing/2014/main" id="{1B124B7B-6379-44A4-48CB-6F86599D4587}"/>
              </a:ext>
            </a:extLst>
          </p:cNvPr>
          <p:cNvSpPr txBox="1"/>
          <p:nvPr/>
        </p:nvSpPr>
        <p:spPr>
          <a:xfrm>
            <a:off x="7554673" y="4360329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71" name="CuadroTexto 770">
            <a:extLst>
              <a:ext uri="{FF2B5EF4-FFF2-40B4-BE49-F238E27FC236}">
                <a16:creationId xmlns:a16="http://schemas.microsoft.com/office/drawing/2014/main" id="{080A2232-D472-BF75-0275-FE97FEF0E01F}"/>
              </a:ext>
            </a:extLst>
          </p:cNvPr>
          <p:cNvSpPr txBox="1"/>
          <p:nvPr/>
        </p:nvSpPr>
        <p:spPr>
          <a:xfrm>
            <a:off x="7625920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72" name="CuadroTexto 771">
            <a:extLst>
              <a:ext uri="{FF2B5EF4-FFF2-40B4-BE49-F238E27FC236}">
                <a16:creationId xmlns:a16="http://schemas.microsoft.com/office/drawing/2014/main" id="{AA1C7D81-39A8-3FDF-0151-90718622A735}"/>
              </a:ext>
            </a:extLst>
          </p:cNvPr>
          <p:cNvSpPr txBox="1"/>
          <p:nvPr/>
        </p:nvSpPr>
        <p:spPr>
          <a:xfrm>
            <a:off x="7653479" y="4360329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73" name="CuadroTexto 772">
            <a:extLst>
              <a:ext uri="{FF2B5EF4-FFF2-40B4-BE49-F238E27FC236}">
                <a16:creationId xmlns:a16="http://schemas.microsoft.com/office/drawing/2014/main" id="{B6F622C9-D47C-36DB-F102-6E31E2FC05A5}"/>
              </a:ext>
            </a:extLst>
          </p:cNvPr>
          <p:cNvSpPr txBox="1"/>
          <p:nvPr/>
        </p:nvSpPr>
        <p:spPr>
          <a:xfrm>
            <a:off x="7682435" y="4360329"/>
            <a:ext cx="42351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:0-14-7-0</a:t>
            </a:r>
          </a:p>
        </p:txBody>
      </p:sp>
      <p:sp>
        <p:nvSpPr>
          <p:cNvPr id="774" name="CuadroTexto 773">
            <a:extLst>
              <a:ext uri="{FF2B5EF4-FFF2-40B4-BE49-F238E27FC236}">
                <a16:creationId xmlns:a16="http://schemas.microsoft.com/office/drawing/2014/main" id="{5EC27147-9497-2F19-1B78-AFE9A9FEE55E}"/>
              </a:ext>
            </a:extLst>
          </p:cNvPr>
          <p:cNvSpPr txBox="1"/>
          <p:nvPr/>
        </p:nvSpPr>
        <p:spPr>
          <a:xfrm>
            <a:off x="7554673" y="442210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75" name="CuadroTexto 774">
            <a:extLst>
              <a:ext uri="{FF2B5EF4-FFF2-40B4-BE49-F238E27FC236}">
                <a16:creationId xmlns:a16="http://schemas.microsoft.com/office/drawing/2014/main" id="{51A2A24D-90ED-8E66-6FFE-3895A67C4F9F}"/>
              </a:ext>
            </a:extLst>
          </p:cNvPr>
          <p:cNvSpPr txBox="1"/>
          <p:nvPr/>
        </p:nvSpPr>
        <p:spPr>
          <a:xfrm>
            <a:off x="7582486" y="4422101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GB:250-234-234</a:t>
            </a:r>
          </a:p>
        </p:txBody>
      </p:sp>
      <p:sp>
        <p:nvSpPr>
          <p:cNvPr id="776" name="CuadroTexto 775">
            <a:extLst>
              <a:ext uri="{FF2B5EF4-FFF2-40B4-BE49-F238E27FC236}">
                <a16:creationId xmlns:a16="http://schemas.microsoft.com/office/drawing/2014/main" id="{0AACAD96-AD45-80E6-CF13-100868F89673}"/>
              </a:ext>
            </a:extLst>
          </p:cNvPr>
          <p:cNvSpPr txBox="1"/>
          <p:nvPr/>
        </p:nvSpPr>
        <p:spPr>
          <a:xfrm>
            <a:off x="7554673" y="4483881"/>
            <a:ext cx="48282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CE2929"/>
                </a:solidFill>
                <a:latin typeface="MyriadPro-Regular"/>
                <a:sym typeface="MyriadPro-Regular"/>
                <a:rtl val="0"/>
              </a:rPr>
              <a:t>HEX:faeaea</a:t>
            </a:r>
          </a:p>
        </p:txBody>
      </p:sp>
      <p:sp>
        <p:nvSpPr>
          <p:cNvPr id="777" name="CuadroTexto 776">
            <a:extLst>
              <a:ext uri="{FF2B5EF4-FFF2-40B4-BE49-F238E27FC236}">
                <a16:creationId xmlns:a16="http://schemas.microsoft.com/office/drawing/2014/main" id="{0E6BEAB3-61F1-0614-1E4D-1B59A4E38F58}"/>
              </a:ext>
            </a:extLst>
          </p:cNvPr>
          <p:cNvSpPr txBox="1"/>
          <p:nvPr/>
        </p:nvSpPr>
        <p:spPr>
          <a:xfrm>
            <a:off x="5725339" y="3465442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78" name="CuadroTexto 777">
            <a:extLst>
              <a:ext uri="{FF2B5EF4-FFF2-40B4-BE49-F238E27FC236}">
                <a16:creationId xmlns:a16="http://schemas.microsoft.com/office/drawing/2014/main" id="{2A94ACC8-2FB4-6EE3-1562-ECC058227630}"/>
              </a:ext>
            </a:extLst>
          </p:cNvPr>
          <p:cNvSpPr txBox="1"/>
          <p:nvPr/>
        </p:nvSpPr>
        <p:spPr>
          <a:xfrm>
            <a:off x="5748453" y="3465442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79" name="CuadroTexto 778">
            <a:extLst>
              <a:ext uri="{FF2B5EF4-FFF2-40B4-BE49-F238E27FC236}">
                <a16:creationId xmlns:a16="http://schemas.microsoft.com/office/drawing/2014/main" id="{1601A18E-6A2E-B819-D5B4-81ED6341CC51}"/>
              </a:ext>
            </a:extLst>
          </p:cNvPr>
          <p:cNvSpPr txBox="1"/>
          <p:nvPr/>
        </p:nvSpPr>
        <p:spPr>
          <a:xfrm>
            <a:off x="5813858" y="3465442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80" name="CuadroTexto 779">
            <a:extLst>
              <a:ext uri="{FF2B5EF4-FFF2-40B4-BE49-F238E27FC236}">
                <a16:creationId xmlns:a16="http://schemas.microsoft.com/office/drawing/2014/main" id="{5F34741C-2ECD-8D5C-FF4C-02B0AD0B585E}"/>
              </a:ext>
            </a:extLst>
          </p:cNvPr>
          <p:cNvSpPr txBox="1"/>
          <p:nvPr/>
        </p:nvSpPr>
        <p:spPr>
          <a:xfrm>
            <a:off x="5838052" y="3465442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ONE:123</a:t>
            </a:r>
          </a:p>
        </p:txBody>
      </p:sp>
      <p:sp>
        <p:nvSpPr>
          <p:cNvPr id="781" name="CuadroTexto 780">
            <a:extLst>
              <a:ext uri="{FF2B5EF4-FFF2-40B4-BE49-F238E27FC236}">
                <a16:creationId xmlns:a16="http://schemas.microsoft.com/office/drawing/2014/main" id="{54083D69-1DE6-F39A-DCF3-9D31DACD4883}"/>
              </a:ext>
            </a:extLst>
          </p:cNvPr>
          <p:cNvSpPr txBox="1"/>
          <p:nvPr/>
        </p:nvSpPr>
        <p:spPr>
          <a:xfrm>
            <a:off x="5725339" y="3527215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82" name="CuadroTexto 781">
            <a:extLst>
              <a:ext uri="{FF2B5EF4-FFF2-40B4-BE49-F238E27FC236}">
                <a16:creationId xmlns:a16="http://schemas.microsoft.com/office/drawing/2014/main" id="{5A3D5AD3-F9E0-BBB6-08C1-82CFADE2D173}"/>
              </a:ext>
            </a:extLst>
          </p:cNvPr>
          <p:cNvSpPr txBox="1"/>
          <p:nvPr/>
        </p:nvSpPr>
        <p:spPr>
          <a:xfrm>
            <a:off x="5796586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83" name="CuadroTexto 782">
            <a:extLst>
              <a:ext uri="{FF2B5EF4-FFF2-40B4-BE49-F238E27FC236}">
                <a16:creationId xmlns:a16="http://schemas.microsoft.com/office/drawing/2014/main" id="{1D3C4A3C-264B-95A7-57EF-3EE84B01C189}"/>
              </a:ext>
            </a:extLst>
          </p:cNvPr>
          <p:cNvSpPr txBox="1"/>
          <p:nvPr/>
        </p:nvSpPr>
        <p:spPr>
          <a:xfrm>
            <a:off x="5824145" y="3527215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84" name="CuadroTexto 783">
            <a:extLst>
              <a:ext uri="{FF2B5EF4-FFF2-40B4-BE49-F238E27FC236}">
                <a16:creationId xmlns:a16="http://schemas.microsoft.com/office/drawing/2014/main" id="{A15106C4-15EE-D5A3-9466-42CF01DBC7C0}"/>
              </a:ext>
            </a:extLst>
          </p:cNvPr>
          <p:cNvSpPr txBox="1"/>
          <p:nvPr/>
        </p:nvSpPr>
        <p:spPr>
          <a:xfrm>
            <a:off x="5853101" y="3527215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:0-24-94-0</a:t>
            </a:r>
          </a:p>
        </p:txBody>
      </p:sp>
      <p:sp>
        <p:nvSpPr>
          <p:cNvPr id="785" name="CuadroTexto 784">
            <a:extLst>
              <a:ext uri="{FF2B5EF4-FFF2-40B4-BE49-F238E27FC236}">
                <a16:creationId xmlns:a16="http://schemas.microsoft.com/office/drawing/2014/main" id="{CFC26023-48A3-A62D-BF23-408F84519FA2}"/>
              </a:ext>
            </a:extLst>
          </p:cNvPr>
          <p:cNvSpPr txBox="1"/>
          <p:nvPr/>
        </p:nvSpPr>
        <p:spPr>
          <a:xfrm>
            <a:off x="5725339" y="3588988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86" name="CuadroTexto 785">
            <a:extLst>
              <a:ext uri="{FF2B5EF4-FFF2-40B4-BE49-F238E27FC236}">
                <a16:creationId xmlns:a16="http://schemas.microsoft.com/office/drawing/2014/main" id="{11DC4FA0-908F-2262-BC4A-6606CA6CB12F}"/>
              </a:ext>
            </a:extLst>
          </p:cNvPr>
          <p:cNvSpPr txBox="1"/>
          <p:nvPr/>
        </p:nvSpPr>
        <p:spPr>
          <a:xfrm>
            <a:off x="5753152" y="3588988"/>
            <a:ext cx="5822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GB:244-200-17</a:t>
            </a:r>
          </a:p>
        </p:txBody>
      </p:sp>
      <p:sp>
        <p:nvSpPr>
          <p:cNvPr id="787" name="CuadroTexto 786">
            <a:extLst>
              <a:ext uri="{FF2B5EF4-FFF2-40B4-BE49-F238E27FC236}">
                <a16:creationId xmlns:a16="http://schemas.microsoft.com/office/drawing/2014/main" id="{5974D46C-5171-FBE4-2B15-34A4EEBE178B}"/>
              </a:ext>
            </a:extLst>
          </p:cNvPr>
          <p:cNvSpPr txBox="1"/>
          <p:nvPr/>
        </p:nvSpPr>
        <p:spPr>
          <a:xfrm>
            <a:off x="5725339" y="3650767"/>
            <a:ext cx="49084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HEX:f4c811</a:t>
            </a:r>
          </a:p>
        </p:txBody>
      </p:sp>
      <p:sp>
        <p:nvSpPr>
          <p:cNvPr id="788" name="CuadroTexto 787">
            <a:extLst>
              <a:ext uri="{FF2B5EF4-FFF2-40B4-BE49-F238E27FC236}">
                <a16:creationId xmlns:a16="http://schemas.microsoft.com/office/drawing/2014/main" id="{46D3D778-C764-A28A-00E7-4E9B588FE5F1}"/>
              </a:ext>
            </a:extLst>
          </p:cNvPr>
          <p:cNvSpPr txBox="1"/>
          <p:nvPr/>
        </p:nvSpPr>
        <p:spPr>
          <a:xfrm>
            <a:off x="5725339" y="263354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P</a:t>
            </a:r>
          </a:p>
        </p:txBody>
      </p:sp>
      <p:sp>
        <p:nvSpPr>
          <p:cNvPr id="789" name="CuadroTexto 788">
            <a:extLst>
              <a:ext uri="{FF2B5EF4-FFF2-40B4-BE49-F238E27FC236}">
                <a16:creationId xmlns:a16="http://schemas.microsoft.com/office/drawing/2014/main" id="{C6720AE4-6AE4-4139-9A25-A5349A6CA3D8}"/>
              </a:ext>
            </a:extLst>
          </p:cNvPr>
          <p:cNvSpPr txBox="1"/>
          <p:nvPr/>
        </p:nvSpPr>
        <p:spPr>
          <a:xfrm>
            <a:off x="5748453" y="2633541"/>
            <a:ext cx="26481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AN</a:t>
            </a:r>
          </a:p>
        </p:txBody>
      </p:sp>
      <p:sp>
        <p:nvSpPr>
          <p:cNvPr id="790" name="CuadroTexto 789">
            <a:extLst>
              <a:ext uri="{FF2B5EF4-FFF2-40B4-BE49-F238E27FC236}">
                <a16:creationId xmlns:a16="http://schemas.microsoft.com/office/drawing/2014/main" id="{D006F93C-CD72-A5A1-323B-76C674A024F1}"/>
              </a:ext>
            </a:extLst>
          </p:cNvPr>
          <p:cNvSpPr txBox="1"/>
          <p:nvPr/>
        </p:nvSpPr>
        <p:spPr>
          <a:xfrm>
            <a:off x="5813858" y="2633541"/>
            <a:ext cx="21672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T</a:t>
            </a:r>
          </a:p>
        </p:txBody>
      </p:sp>
      <p:sp>
        <p:nvSpPr>
          <p:cNvPr id="791" name="CuadroTexto 790">
            <a:extLst>
              <a:ext uri="{FF2B5EF4-FFF2-40B4-BE49-F238E27FC236}">
                <a16:creationId xmlns:a16="http://schemas.microsoft.com/office/drawing/2014/main" id="{B1AF9588-C6EE-2BB7-C44C-1DDC97205C85}"/>
              </a:ext>
            </a:extLst>
          </p:cNvPr>
          <p:cNvSpPr txBox="1"/>
          <p:nvPr/>
        </p:nvSpPr>
        <p:spPr>
          <a:xfrm>
            <a:off x="5838052" y="2633541"/>
            <a:ext cx="41710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ONE:311</a:t>
            </a:r>
          </a:p>
        </p:txBody>
      </p:sp>
      <p:sp>
        <p:nvSpPr>
          <p:cNvPr id="792" name="CuadroTexto 791">
            <a:extLst>
              <a:ext uri="{FF2B5EF4-FFF2-40B4-BE49-F238E27FC236}">
                <a16:creationId xmlns:a16="http://schemas.microsoft.com/office/drawing/2014/main" id="{FDE5BD3E-60EC-4A1C-D22A-36019E9261F4}"/>
              </a:ext>
            </a:extLst>
          </p:cNvPr>
          <p:cNvSpPr txBox="1"/>
          <p:nvPr/>
        </p:nvSpPr>
        <p:spPr>
          <a:xfrm>
            <a:off x="5725339" y="2695321"/>
            <a:ext cx="2728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CM</a:t>
            </a:r>
          </a:p>
        </p:txBody>
      </p:sp>
      <p:sp>
        <p:nvSpPr>
          <p:cNvPr id="793" name="CuadroTexto 792">
            <a:extLst>
              <a:ext uri="{FF2B5EF4-FFF2-40B4-BE49-F238E27FC236}">
                <a16:creationId xmlns:a16="http://schemas.microsoft.com/office/drawing/2014/main" id="{FC0C6AF4-2DFC-8639-83B1-CF3D09224F18}"/>
              </a:ext>
            </a:extLst>
          </p:cNvPr>
          <p:cNvSpPr txBox="1"/>
          <p:nvPr/>
        </p:nvSpPr>
        <p:spPr>
          <a:xfrm>
            <a:off x="5796586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Y</a:t>
            </a:r>
          </a:p>
        </p:txBody>
      </p:sp>
      <p:sp>
        <p:nvSpPr>
          <p:cNvPr id="794" name="CuadroTexto 793">
            <a:extLst>
              <a:ext uri="{FF2B5EF4-FFF2-40B4-BE49-F238E27FC236}">
                <a16:creationId xmlns:a16="http://schemas.microsoft.com/office/drawing/2014/main" id="{EE6222B8-1E82-047D-6482-9BD0667C5A09}"/>
              </a:ext>
            </a:extLst>
          </p:cNvPr>
          <p:cNvSpPr txBox="1"/>
          <p:nvPr/>
        </p:nvSpPr>
        <p:spPr>
          <a:xfrm>
            <a:off x="5824145" y="2695321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K</a:t>
            </a:r>
          </a:p>
        </p:txBody>
      </p:sp>
      <p:sp>
        <p:nvSpPr>
          <p:cNvPr id="795" name="CuadroTexto 794">
            <a:extLst>
              <a:ext uri="{FF2B5EF4-FFF2-40B4-BE49-F238E27FC236}">
                <a16:creationId xmlns:a16="http://schemas.microsoft.com/office/drawing/2014/main" id="{F0A0205E-BFC2-7AFC-1691-7A92A94A48B8}"/>
              </a:ext>
            </a:extLst>
          </p:cNvPr>
          <p:cNvSpPr txBox="1"/>
          <p:nvPr/>
        </p:nvSpPr>
        <p:spPr>
          <a:xfrm>
            <a:off x="5853101" y="2695321"/>
            <a:ext cx="45717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:96-0-11-0</a:t>
            </a:r>
          </a:p>
        </p:txBody>
      </p:sp>
      <p:sp>
        <p:nvSpPr>
          <p:cNvPr id="796" name="CuadroTexto 795">
            <a:extLst>
              <a:ext uri="{FF2B5EF4-FFF2-40B4-BE49-F238E27FC236}">
                <a16:creationId xmlns:a16="http://schemas.microsoft.com/office/drawing/2014/main" id="{8971D378-94C3-62CE-62A5-E5617B0CE1AC}"/>
              </a:ext>
            </a:extLst>
          </p:cNvPr>
          <p:cNvSpPr txBox="1"/>
          <p:nvPr/>
        </p:nvSpPr>
        <p:spPr>
          <a:xfrm>
            <a:off x="5725339" y="2757093"/>
            <a:ext cx="21993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R</a:t>
            </a:r>
          </a:p>
        </p:txBody>
      </p:sp>
      <p:sp>
        <p:nvSpPr>
          <p:cNvPr id="797" name="CuadroTexto 796">
            <a:extLst>
              <a:ext uri="{FF2B5EF4-FFF2-40B4-BE49-F238E27FC236}">
                <a16:creationId xmlns:a16="http://schemas.microsoft.com/office/drawing/2014/main" id="{FC47C1C0-5453-2A71-D4DA-57F958C411F7}"/>
              </a:ext>
            </a:extLst>
          </p:cNvPr>
          <p:cNvSpPr txBox="1"/>
          <p:nvPr/>
        </p:nvSpPr>
        <p:spPr>
          <a:xfrm>
            <a:off x="5753152" y="2757093"/>
            <a:ext cx="61587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GB:105-194-209</a:t>
            </a:r>
          </a:p>
        </p:txBody>
      </p:sp>
      <p:sp>
        <p:nvSpPr>
          <p:cNvPr id="798" name="CuadroTexto 797">
            <a:extLst>
              <a:ext uri="{FF2B5EF4-FFF2-40B4-BE49-F238E27FC236}">
                <a16:creationId xmlns:a16="http://schemas.microsoft.com/office/drawing/2014/main" id="{D29AEA40-C917-F98F-7C81-09181E354BEE}"/>
              </a:ext>
            </a:extLst>
          </p:cNvPr>
          <p:cNvSpPr txBox="1"/>
          <p:nvPr/>
        </p:nvSpPr>
        <p:spPr>
          <a:xfrm>
            <a:off x="5725339" y="2818872"/>
            <a:ext cx="50847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500" spc="0" baseline="0">
                <a:ln/>
                <a:solidFill>
                  <a:srgbClr val="FFFFFF"/>
                </a:solidFill>
                <a:latin typeface="MyriadPro-Regular"/>
                <a:sym typeface="MyriadPro-Regular"/>
                <a:rtl val="0"/>
              </a:rPr>
              <a:t>HEX:69c2d1</a:t>
            </a:r>
          </a:p>
        </p:txBody>
      </p:sp>
      <p:sp>
        <p:nvSpPr>
          <p:cNvPr id="799" name="CuadroTexto 798">
            <a:extLst>
              <a:ext uri="{FF2B5EF4-FFF2-40B4-BE49-F238E27FC236}">
                <a16:creationId xmlns:a16="http://schemas.microsoft.com/office/drawing/2014/main" id="{99A84F99-CA5E-C7A8-EB3A-0BF8FC28962E}"/>
              </a:ext>
            </a:extLst>
          </p:cNvPr>
          <p:cNvSpPr txBox="1"/>
          <p:nvPr/>
        </p:nvSpPr>
        <p:spPr>
          <a:xfrm>
            <a:off x="5002303" y="559847"/>
            <a:ext cx="1372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ingeniería</a:t>
            </a:r>
          </a:p>
        </p:txBody>
      </p:sp>
      <p:grpSp>
        <p:nvGrpSpPr>
          <p:cNvPr id="800" name="Gráfico 4">
            <a:extLst>
              <a:ext uri="{FF2B5EF4-FFF2-40B4-BE49-F238E27FC236}">
                <a16:creationId xmlns:a16="http://schemas.microsoft.com/office/drawing/2014/main" id="{41B389B6-66DB-E05F-3670-1BFC4B6E85FB}"/>
              </a:ext>
            </a:extLst>
          </p:cNvPr>
          <p:cNvGrpSpPr/>
          <p:nvPr/>
        </p:nvGrpSpPr>
        <p:grpSpPr>
          <a:xfrm>
            <a:off x="194626" y="1639779"/>
            <a:ext cx="4616895" cy="3745274"/>
            <a:chOff x="194626" y="1639779"/>
            <a:chExt cx="4616895" cy="3745274"/>
          </a:xfrm>
        </p:grpSpPr>
        <p:sp>
          <p:nvSpPr>
            <p:cNvPr id="801" name="Forma libre 800">
              <a:extLst>
                <a:ext uri="{FF2B5EF4-FFF2-40B4-BE49-F238E27FC236}">
                  <a16:creationId xmlns:a16="http://schemas.microsoft.com/office/drawing/2014/main" id="{C642305D-CA95-F301-F107-B1D8EB450836}"/>
                </a:ext>
              </a:extLst>
            </p:cNvPr>
            <p:cNvSpPr/>
            <p:nvPr/>
          </p:nvSpPr>
          <p:spPr>
            <a:xfrm>
              <a:off x="243712" y="1952879"/>
              <a:ext cx="1522603" cy="1097661"/>
            </a:xfrm>
            <a:custGeom>
              <a:avLst/>
              <a:gdLst>
                <a:gd name="connsiteX0" fmla="*/ 0 w 1522603"/>
                <a:gd name="connsiteY0" fmla="*/ 0 h 1097661"/>
                <a:gd name="connsiteX1" fmla="*/ 1522603 w 1522603"/>
                <a:gd name="connsiteY1" fmla="*/ 0 h 1097661"/>
                <a:gd name="connsiteX2" fmla="*/ 1522603 w 1522603"/>
                <a:gd name="connsiteY2" fmla="*/ 1097661 h 1097661"/>
                <a:gd name="connsiteX3" fmla="*/ 0 w 1522603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00205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2" name="Forma libre 801">
              <a:extLst>
                <a:ext uri="{FF2B5EF4-FFF2-40B4-BE49-F238E27FC236}">
                  <a16:creationId xmlns:a16="http://schemas.microsoft.com/office/drawing/2014/main" id="{A3663615-E20D-3096-3E97-78360EDF81A6}"/>
                </a:ext>
              </a:extLst>
            </p:cNvPr>
            <p:cNvSpPr/>
            <p:nvPr/>
          </p:nvSpPr>
          <p:spPr>
            <a:xfrm>
              <a:off x="1766316" y="1952879"/>
              <a:ext cx="1522603" cy="1097661"/>
            </a:xfrm>
            <a:custGeom>
              <a:avLst/>
              <a:gdLst>
                <a:gd name="connsiteX0" fmla="*/ 0 w 1522603"/>
                <a:gd name="connsiteY0" fmla="*/ 0 h 1097661"/>
                <a:gd name="connsiteX1" fmla="*/ 1522603 w 1522603"/>
                <a:gd name="connsiteY1" fmla="*/ 0 h 1097661"/>
                <a:gd name="connsiteX2" fmla="*/ 1522603 w 1522603"/>
                <a:gd name="connsiteY2" fmla="*/ 1097661 h 1097661"/>
                <a:gd name="connsiteX3" fmla="*/ 0 w 1522603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00387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3" name="Forma libre 802">
              <a:extLst>
                <a:ext uri="{FF2B5EF4-FFF2-40B4-BE49-F238E27FC236}">
                  <a16:creationId xmlns:a16="http://schemas.microsoft.com/office/drawing/2014/main" id="{FEC42423-EED2-426A-C8C7-E7CC6EF339D1}"/>
                </a:ext>
              </a:extLst>
            </p:cNvPr>
            <p:cNvSpPr/>
            <p:nvPr/>
          </p:nvSpPr>
          <p:spPr>
            <a:xfrm>
              <a:off x="3288919" y="1952879"/>
              <a:ext cx="1522602" cy="1097661"/>
            </a:xfrm>
            <a:custGeom>
              <a:avLst/>
              <a:gdLst>
                <a:gd name="connsiteX0" fmla="*/ 0 w 1522602"/>
                <a:gd name="connsiteY0" fmla="*/ 0 h 1097661"/>
                <a:gd name="connsiteX1" fmla="*/ 1522603 w 1522602"/>
                <a:gd name="connsiteY1" fmla="*/ 0 h 1097661"/>
                <a:gd name="connsiteX2" fmla="*/ 1522603 w 1522602"/>
                <a:gd name="connsiteY2" fmla="*/ 1097661 h 1097661"/>
                <a:gd name="connsiteX3" fmla="*/ 0 w 1522602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2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93AAC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4" name="Forma libre 803">
              <a:extLst>
                <a:ext uri="{FF2B5EF4-FFF2-40B4-BE49-F238E27FC236}">
                  <a16:creationId xmlns:a16="http://schemas.microsoft.com/office/drawing/2014/main" id="{CA6CABC0-3DDE-9475-70F0-22B406F16251}"/>
                </a:ext>
              </a:extLst>
            </p:cNvPr>
            <p:cNvSpPr/>
            <p:nvPr/>
          </p:nvSpPr>
          <p:spPr>
            <a:xfrm>
              <a:off x="968121" y="3738499"/>
              <a:ext cx="1522603" cy="1097661"/>
            </a:xfrm>
            <a:custGeom>
              <a:avLst/>
              <a:gdLst>
                <a:gd name="connsiteX0" fmla="*/ 0 w 1522603"/>
                <a:gd name="connsiteY0" fmla="*/ 0 h 1097661"/>
                <a:gd name="connsiteX1" fmla="*/ 1522603 w 1522603"/>
                <a:gd name="connsiteY1" fmla="*/ 0 h 1097661"/>
                <a:gd name="connsiteX2" fmla="*/ 1522603 w 1522603"/>
                <a:gd name="connsiteY2" fmla="*/ 1097661 h 1097661"/>
                <a:gd name="connsiteX3" fmla="*/ 0 w 1522603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D9E1E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5" name="Forma libre 804">
              <a:extLst>
                <a:ext uri="{FF2B5EF4-FFF2-40B4-BE49-F238E27FC236}">
                  <a16:creationId xmlns:a16="http://schemas.microsoft.com/office/drawing/2014/main" id="{40A41E3C-A323-C504-2983-FF48A3F0786D}"/>
                </a:ext>
              </a:extLst>
            </p:cNvPr>
            <p:cNvSpPr/>
            <p:nvPr/>
          </p:nvSpPr>
          <p:spPr>
            <a:xfrm>
              <a:off x="2490724" y="3738499"/>
              <a:ext cx="1522602" cy="1097661"/>
            </a:xfrm>
            <a:custGeom>
              <a:avLst/>
              <a:gdLst>
                <a:gd name="connsiteX0" fmla="*/ 0 w 1522602"/>
                <a:gd name="connsiteY0" fmla="*/ 0 h 1097661"/>
                <a:gd name="connsiteX1" fmla="*/ 1522603 w 1522602"/>
                <a:gd name="connsiteY1" fmla="*/ 0 h 1097661"/>
                <a:gd name="connsiteX2" fmla="*/ 1522603 w 1522602"/>
                <a:gd name="connsiteY2" fmla="*/ 1097661 h 1097661"/>
                <a:gd name="connsiteX3" fmla="*/ 0 w 1522602"/>
                <a:gd name="connsiteY3" fmla="*/ 1097661 h 109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2" h="1097661">
                  <a:moveTo>
                    <a:pt x="0" y="0"/>
                  </a:moveTo>
                  <a:lnTo>
                    <a:pt x="1522603" y="0"/>
                  </a:lnTo>
                  <a:lnTo>
                    <a:pt x="1522603" y="1097661"/>
                  </a:lnTo>
                  <a:lnTo>
                    <a:pt x="0" y="1097661"/>
                  </a:lnTo>
                  <a:close/>
                </a:path>
              </a:pathLst>
            </a:custGeom>
            <a:solidFill>
              <a:srgbClr val="F7EFD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6" name="Forma libre 805">
              <a:extLst>
                <a:ext uri="{FF2B5EF4-FFF2-40B4-BE49-F238E27FC236}">
                  <a16:creationId xmlns:a16="http://schemas.microsoft.com/office/drawing/2014/main" id="{86F2C42B-B106-CA98-1A98-31DA86C8EB80}"/>
                </a:ext>
              </a:extLst>
            </p:cNvPr>
            <p:cNvSpPr/>
            <p:nvPr/>
          </p:nvSpPr>
          <p:spPr>
            <a:xfrm>
              <a:off x="243712" y="3050540"/>
              <a:ext cx="1522603" cy="548830"/>
            </a:xfrm>
            <a:custGeom>
              <a:avLst/>
              <a:gdLst>
                <a:gd name="connsiteX0" fmla="*/ 0 w 1522603"/>
                <a:gd name="connsiteY0" fmla="*/ 0 h 548830"/>
                <a:gd name="connsiteX1" fmla="*/ 1522603 w 1522603"/>
                <a:gd name="connsiteY1" fmla="*/ 0 h 548830"/>
                <a:gd name="connsiteX2" fmla="*/ 1522603 w 1522603"/>
                <a:gd name="connsiteY2" fmla="*/ 548831 h 548830"/>
                <a:gd name="connsiteX3" fmla="*/ 0 w 1522603"/>
                <a:gd name="connsiteY3" fmla="*/ 548831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1"/>
                  </a:lnTo>
                  <a:lnTo>
                    <a:pt x="0" y="548831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7" name="Forma libre 806">
              <a:extLst>
                <a:ext uri="{FF2B5EF4-FFF2-40B4-BE49-F238E27FC236}">
                  <a16:creationId xmlns:a16="http://schemas.microsoft.com/office/drawing/2014/main" id="{16A8E7CB-F6ED-B9BF-6976-8DFB81C22914}"/>
                </a:ext>
              </a:extLst>
            </p:cNvPr>
            <p:cNvSpPr/>
            <p:nvPr/>
          </p:nvSpPr>
          <p:spPr>
            <a:xfrm>
              <a:off x="1766316" y="3050540"/>
              <a:ext cx="1522603" cy="548830"/>
            </a:xfrm>
            <a:custGeom>
              <a:avLst/>
              <a:gdLst>
                <a:gd name="connsiteX0" fmla="*/ 0 w 1522603"/>
                <a:gd name="connsiteY0" fmla="*/ 0 h 548830"/>
                <a:gd name="connsiteX1" fmla="*/ 1522603 w 1522603"/>
                <a:gd name="connsiteY1" fmla="*/ 0 h 548830"/>
                <a:gd name="connsiteX2" fmla="*/ 1522603 w 1522603"/>
                <a:gd name="connsiteY2" fmla="*/ 548831 h 548830"/>
                <a:gd name="connsiteX3" fmla="*/ 0 w 1522603"/>
                <a:gd name="connsiteY3" fmla="*/ 548831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1"/>
                  </a:lnTo>
                  <a:lnTo>
                    <a:pt x="0" y="548831"/>
                  </a:lnTo>
                  <a:close/>
                </a:path>
              </a:pathLst>
            </a:custGeom>
            <a:solidFill>
              <a:srgbClr val="43414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8" name="Forma libre 807">
              <a:extLst>
                <a:ext uri="{FF2B5EF4-FFF2-40B4-BE49-F238E27FC236}">
                  <a16:creationId xmlns:a16="http://schemas.microsoft.com/office/drawing/2014/main" id="{CBFF6AB0-DF6F-09AE-2380-B667BFB30636}"/>
                </a:ext>
              </a:extLst>
            </p:cNvPr>
            <p:cNvSpPr/>
            <p:nvPr/>
          </p:nvSpPr>
          <p:spPr>
            <a:xfrm>
              <a:off x="3288919" y="3050540"/>
              <a:ext cx="1522602" cy="548830"/>
            </a:xfrm>
            <a:custGeom>
              <a:avLst/>
              <a:gdLst>
                <a:gd name="connsiteX0" fmla="*/ 0 w 1522602"/>
                <a:gd name="connsiteY0" fmla="*/ 0 h 548830"/>
                <a:gd name="connsiteX1" fmla="*/ 1522603 w 1522602"/>
                <a:gd name="connsiteY1" fmla="*/ 0 h 548830"/>
                <a:gd name="connsiteX2" fmla="*/ 1522603 w 1522602"/>
                <a:gd name="connsiteY2" fmla="*/ 548831 h 548830"/>
                <a:gd name="connsiteX3" fmla="*/ 0 w 1522602"/>
                <a:gd name="connsiteY3" fmla="*/ 548831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2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1"/>
                  </a:lnTo>
                  <a:lnTo>
                    <a:pt x="0" y="548831"/>
                  </a:lnTo>
                  <a:close/>
                </a:path>
              </a:pathLst>
            </a:custGeom>
            <a:solidFill>
              <a:srgbClr val="717175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09" name="Forma libre 808">
              <a:extLst>
                <a:ext uri="{FF2B5EF4-FFF2-40B4-BE49-F238E27FC236}">
                  <a16:creationId xmlns:a16="http://schemas.microsoft.com/office/drawing/2014/main" id="{7AA3CDB6-E3A8-107E-3870-F36C6DCD28EB}"/>
                </a:ext>
              </a:extLst>
            </p:cNvPr>
            <p:cNvSpPr/>
            <p:nvPr/>
          </p:nvSpPr>
          <p:spPr>
            <a:xfrm>
              <a:off x="968121" y="4836223"/>
              <a:ext cx="1522603" cy="548830"/>
            </a:xfrm>
            <a:custGeom>
              <a:avLst/>
              <a:gdLst>
                <a:gd name="connsiteX0" fmla="*/ 0 w 1522603"/>
                <a:gd name="connsiteY0" fmla="*/ 0 h 548830"/>
                <a:gd name="connsiteX1" fmla="*/ 1522603 w 1522603"/>
                <a:gd name="connsiteY1" fmla="*/ 0 h 548830"/>
                <a:gd name="connsiteX2" fmla="*/ 1522603 w 1522603"/>
                <a:gd name="connsiteY2" fmla="*/ 548830 h 548830"/>
                <a:gd name="connsiteX3" fmla="*/ 0 w 1522603"/>
                <a:gd name="connsiteY3" fmla="*/ 548830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3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0"/>
                  </a:lnTo>
                  <a:lnTo>
                    <a:pt x="0" y="548830"/>
                  </a:lnTo>
                  <a:close/>
                </a:path>
              </a:pathLst>
            </a:custGeom>
            <a:solidFill>
              <a:srgbClr val="99989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10" name="Forma libre 809">
              <a:extLst>
                <a:ext uri="{FF2B5EF4-FFF2-40B4-BE49-F238E27FC236}">
                  <a16:creationId xmlns:a16="http://schemas.microsoft.com/office/drawing/2014/main" id="{DD57F569-9B83-99D2-E90E-A1396F04CE6A}"/>
                </a:ext>
              </a:extLst>
            </p:cNvPr>
            <p:cNvSpPr/>
            <p:nvPr/>
          </p:nvSpPr>
          <p:spPr>
            <a:xfrm>
              <a:off x="2490724" y="4836223"/>
              <a:ext cx="1522602" cy="548830"/>
            </a:xfrm>
            <a:custGeom>
              <a:avLst/>
              <a:gdLst>
                <a:gd name="connsiteX0" fmla="*/ 0 w 1522602"/>
                <a:gd name="connsiteY0" fmla="*/ 0 h 548830"/>
                <a:gd name="connsiteX1" fmla="*/ 1522603 w 1522602"/>
                <a:gd name="connsiteY1" fmla="*/ 0 h 548830"/>
                <a:gd name="connsiteX2" fmla="*/ 1522603 w 1522602"/>
                <a:gd name="connsiteY2" fmla="*/ 548830 h 548830"/>
                <a:gd name="connsiteX3" fmla="*/ 0 w 1522602"/>
                <a:gd name="connsiteY3" fmla="*/ 548830 h 54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2602" h="548830">
                  <a:moveTo>
                    <a:pt x="0" y="0"/>
                  </a:moveTo>
                  <a:lnTo>
                    <a:pt x="1522603" y="0"/>
                  </a:lnTo>
                  <a:lnTo>
                    <a:pt x="1522603" y="548830"/>
                  </a:lnTo>
                  <a:lnTo>
                    <a:pt x="0" y="548830"/>
                  </a:lnTo>
                  <a:close/>
                </a:path>
              </a:pathLst>
            </a:custGeom>
            <a:solidFill>
              <a:srgbClr val="C2C3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 sz="1050"/>
            </a:p>
          </p:txBody>
        </p:sp>
        <p:sp>
          <p:nvSpPr>
            <p:cNvPr id="811" name="CuadroTexto 810">
              <a:extLst>
                <a:ext uri="{FF2B5EF4-FFF2-40B4-BE49-F238E27FC236}">
                  <a16:creationId xmlns:a16="http://schemas.microsoft.com/office/drawing/2014/main" id="{BE1E8EE9-3CC9-7327-FD50-AA4EDBF7071E}"/>
                </a:ext>
              </a:extLst>
            </p:cNvPr>
            <p:cNvSpPr txBox="1"/>
            <p:nvPr/>
          </p:nvSpPr>
          <p:spPr>
            <a:xfrm>
              <a:off x="2011502" y="2171579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12" name="CuadroTexto 811">
              <a:extLst>
                <a:ext uri="{FF2B5EF4-FFF2-40B4-BE49-F238E27FC236}">
                  <a16:creationId xmlns:a16="http://schemas.microsoft.com/office/drawing/2014/main" id="{1C2B265B-6446-FA04-8261-0796426F5969}"/>
                </a:ext>
              </a:extLst>
            </p:cNvPr>
            <p:cNvSpPr txBox="1"/>
            <p:nvPr/>
          </p:nvSpPr>
          <p:spPr>
            <a:xfrm>
              <a:off x="2068398" y="2171579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13" name="CuadroTexto 812">
              <a:extLst>
                <a:ext uri="{FF2B5EF4-FFF2-40B4-BE49-F238E27FC236}">
                  <a16:creationId xmlns:a16="http://schemas.microsoft.com/office/drawing/2014/main" id="{805457A4-6BE8-2073-F2C7-25BC5B984E35}"/>
                </a:ext>
              </a:extLst>
            </p:cNvPr>
            <p:cNvSpPr txBox="1"/>
            <p:nvPr/>
          </p:nvSpPr>
          <p:spPr>
            <a:xfrm>
              <a:off x="2229307" y="2171579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14" name="CuadroTexto 813">
              <a:extLst>
                <a:ext uri="{FF2B5EF4-FFF2-40B4-BE49-F238E27FC236}">
                  <a16:creationId xmlns:a16="http://schemas.microsoft.com/office/drawing/2014/main" id="{065CF510-6B99-1C20-2182-86D0B12F1C56}"/>
                </a:ext>
              </a:extLst>
            </p:cNvPr>
            <p:cNvSpPr txBox="1"/>
            <p:nvPr/>
          </p:nvSpPr>
          <p:spPr>
            <a:xfrm>
              <a:off x="2288806" y="2171579"/>
              <a:ext cx="644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ONE:286</a:t>
              </a:r>
            </a:p>
          </p:txBody>
        </p:sp>
        <p:sp>
          <p:nvSpPr>
            <p:cNvPr id="815" name="CuadroTexto 814">
              <a:extLst>
                <a:ext uri="{FF2B5EF4-FFF2-40B4-BE49-F238E27FC236}">
                  <a16:creationId xmlns:a16="http://schemas.microsoft.com/office/drawing/2014/main" id="{BDA08610-3C67-D65A-00EB-8AD47889B6D2}"/>
                </a:ext>
              </a:extLst>
            </p:cNvPr>
            <p:cNvSpPr txBox="1"/>
            <p:nvPr/>
          </p:nvSpPr>
          <p:spPr>
            <a:xfrm>
              <a:off x="2011502" y="2323611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16" name="CuadroTexto 815">
              <a:extLst>
                <a:ext uri="{FF2B5EF4-FFF2-40B4-BE49-F238E27FC236}">
                  <a16:creationId xmlns:a16="http://schemas.microsoft.com/office/drawing/2014/main" id="{B712E201-5039-4030-BAED-E0E5561CDF43}"/>
                </a:ext>
              </a:extLst>
            </p:cNvPr>
            <p:cNvSpPr txBox="1"/>
            <p:nvPr/>
          </p:nvSpPr>
          <p:spPr>
            <a:xfrm>
              <a:off x="2186825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17" name="CuadroTexto 816">
              <a:extLst>
                <a:ext uri="{FF2B5EF4-FFF2-40B4-BE49-F238E27FC236}">
                  <a16:creationId xmlns:a16="http://schemas.microsoft.com/office/drawing/2014/main" id="{D9FA9AB4-93E6-43C5-3419-673699A61F9A}"/>
                </a:ext>
              </a:extLst>
            </p:cNvPr>
            <p:cNvSpPr txBox="1"/>
            <p:nvPr/>
          </p:nvSpPr>
          <p:spPr>
            <a:xfrm>
              <a:off x="2254643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18" name="CuadroTexto 817">
              <a:extLst>
                <a:ext uri="{FF2B5EF4-FFF2-40B4-BE49-F238E27FC236}">
                  <a16:creationId xmlns:a16="http://schemas.microsoft.com/office/drawing/2014/main" id="{4046A1FF-3B66-0ED1-6426-6ABFD989350C}"/>
                </a:ext>
              </a:extLst>
            </p:cNvPr>
            <p:cNvSpPr txBox="1"/>
            <p:nvPr/>
          </p:nvSpPr>
          <p:spPr>
            <a:xfrm>
              <a:off x="2325954" y="2323611"/>
              <a:ext cx="8579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:100-50-0-10</a:t>
              </a:r>
            </a:p>
          </p:txBody>
        </p:sp>
        <p:sp>
          <p:nvSpPr>
            <p:cNvPr id="819" name="CuadroTexto 818">
              <a:extLst>
                <a:ext uri="{FF2B5EF4-FFF2-40B4-BE49-F238E27FC236}">
                  <a16:creationId xmlns:a16="http://schemas.microsoft.com/office/drawing/2014/main" id="{BA3D82E7-5D4B-91E4-C084-DA0DBE6F166B}"/>
                </a:ext>
              </a:extLst>
            </p:cNvPr>
            <p:cNvSpPr txBox="1"/>
            <p:nvPr/>
          </p:nvSpPr>
          <p:spPr>
            <a:xfrm>
              <a:off x="2011502" y="247564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20" name="CuadroTexto 819">
              <a:extLst>
                <a:ext uri="{FF2B5EF4-FFF2-40B4-BE49-F238E27FC236}">
                  <a16:creationId xmlns:a16="http://schemas.microsoft.com/office/drawing/2014/main" id="{0650AE98-949E-66F5-BAEE-1F2CC66C68DE}"/>
                </a:ext>
              </a:extLst>
            </p:cNvPr>
            <p:cNvSpPr txBox="1"/>
            <p:nvPr/>
          </p:nvSpPr>
          <p:spPr>
            <a:xfrm>
              <a:off x="2080018" y="2475642"/>
              <a:ext cx="83869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GB:0-58-134</a:t>
              </a:r>
            </a:p>
          </p:txBody>
        </p:sp>
        <p:sp>
          <p:nvSpPr>
            <p:cNvPr id="821" name="CuadroTexto 820">
              <a:extLst>
                <a:ext uri="{FF2B5EF4-FFF2-40B4-BE49-F238E27FC236}">
                  <a16:creationId xmlns:a16="http://schemas.microsoft.com/office/drawing/2014/main" id="{B7590912-2144-0F3F-938B-BFC142B1A857}"/>
                </a:ext>
              </a:extLst>
            </p:cNvPr>
            <p:cNvSpPr txBox="1"/>
            <p:nvPr/>
          </p:nvSpPr>
          <p:spPr>
            <a:xfrm>
              <a:off x="2011502" y="2627655"/>
              <a:ext cx="8226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HEX:003a86</a:t>
              </a:r>
            </a:p>
          </p:txBody>
        </p:sp>
        <p:sp>
          <p:nvSpPr>
            <p:cNvPr id="822" name="CuadroTexto 821">
              <a:extLst>
                <a:ext uri="{FF2B5EF4-FFF2-40B4-BE49-F238E27FC236}">
                  <a16:creationId xmlns:a16="http://schemas.microsoft.com/office/drawing/2014/main" id="{FB565E69-0839-0DA2-A4CE-5674A01ECB7B}"/>
                </a:ext>
              </a:extLst>
            </p:cNvPr>
            <p:cNvSpPr txBox="1"/>
            <p:nvPr/>
          </p:nvSpPr>
          <p:spPr>
            <a:xfrm>
              <a:off x="3525304" y="2171579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23" name="CuadroTexto 822">
              <a:extLst>
                <a:ext uri="{FF2B5EF4-FFF2-40B4-BE49-F238E27FC236}">
                  <a16:creationId xmlns:a16="http://schemas.microsoft.com/office/drawing/2014/main" id="{A4BD5C08-0E2E-EB00-2B78-5C7BACDAD405}"/>
                </a:ext>
              </a:extLst>
            </p:cNvPr>
            <p:cNvSpPr txBox="1"/>
            <p:nvPr/>
          </p:nvSpPr>
          <p:spPr>
            <a:xfrm>
              <a:off x="3582200" y="2171579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24" name="CuadroTexto 823">
              <a:extLst>
                <a:ext uri="{FF2B5EF4-FFF2-40B4-BE49-F238E27FC236}">
                  <a16:creationId xmlns:a16="http://schemas.microsoft.com/office/drawing/2014/main" id="{26981D90-020C-7BC1-E94B-A255870EA70F}"/>
                </a:ext>
              </a:extLst>
            </p:cNvPr>
            <p:cNvSpPr txBox="1"/>
            <p:nvPr/>
          </p:nvSpPr>
          <p:spPr>
            <a:xfrm>
              <a:off x="3743109" y="2171579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25" name="CuadroTexto 824">
              <a:extLst>
                <a:ext uri="{FF2B5EF4-FFF2-40B4-BE49-F238E27FC236}">
                  <a16:creationId xmlns:a16="http://schemas.microsoft.com/office/drawing/2014/main" id="{736CD2FC-8376-D594-56E6-EE0225887DE8}"/>
                </a:ext>
              </a:extLst>
            </p:cNvPr>
            <p:cNvSpPr txBox="1"/>
            <p:nvPr/>
          </p:nvSpPr>
          <p:spPr>
            <a:xfrm>
              <a:off x="3802608" y="2171579"/>
              <a:ext cx="644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ONE:292</a:t>
              </a:r>
            </a:p>
          </p:txBody>
        </p:sp>
        <p:sp>
          <p:nvSpPr>
            <p:cNvPr id="826" name="CuadroTexto 825">
              <a:extLst>
                <a:ext uri="{FF2B5EF4-FFF2-40B4-BE49-F238E27FC236}">
                  <a16:creationId xmlns:a16="http://schemas.microsoft.com/office/drawing/2014/main" id="{E45F2C0D-9D0B-7AA1-DA2B-19B90D17A368}"/>
                </a:ext>
              </a:extLst>
            </p:cNvPr>
            <p:cNvSpPr txBox="1"/>
            <p:nvPr/>
          </p:nvSpPr>
          <p:spPr>
            <a:xfrm>
              <a:off x="3525304" y="2323611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27" name="CuadroTexto 826">
              <a:extLst>
                <a:ext uri="{FF2B5EF4-FFF2-40B4-BE49-F238E27FC236}">
                  <a16:creationId xmlns:a16="http://schemas.microsoft.com/office/drawing/2014/main" id="{20D2F517-4C4B-0869-81E1-567208B6D29E}"/>
                </a:ext>
              </a:extLst>
            </p:cNvPr>
            <p:cNvSpPr txBox="1"/>
            <p:nvPr/>
          </p:nvSpPr>
          <p:spPr>
            <a:xfrm>
              <a:off x="3700627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28" name="CuadroTexto 827">
              <a:extLst>
                <a:ext uri="{FF2B5EF4-FFF2-40B4-BE49-F238E27FC236}">
                  <a16:creationId xmlns:a16="http://schemas.microsoft.com/office/drawing/2014/main" id="{29474D7C-5CF4-1445-E51C-CC3C890358DE}"/>
                </a:ext>
              </a:extLst>
            </p:cNvPr>
            <p:cNvSpPr txBox="1"/>
            <p:nvPr/>
          </p:nvSpPr>
          <p:spPr>
            <a:xfrm>
              <a:off x="3768445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29" name="CuadroTexto 828">
              <a:extLst>
                <a:ext uri="{FF2B5EF4-FFF2-40B4-BE49-F238E27FC236}">
                  <a16:creationId xmlns:a16="http://schemas.microsoft.com/office/drawing/2014/main" id="{6B5E53D9-4A3E-70D3-8486-7D9E72BCEC96}"/>
                </a:ext>
              </a:extLst>
            </p:cNvPr>
            <p:cNvSpPr txBox="1"/>
            <p:nvPr/>
          </p:nvSpPr>
          <p:spPr>
            <a:xfrm>
              <a:off x="3839756" y="2323611"/>
              <a:ext cx="72648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:49-11-0-0</a:t>
              </a:r>
            </a:p>
          </p:txBody>
        </p:sp>
        <p:sp>
          <p:nvSpPr>
            <p:cNvPr id="830" name="CuadroTexto 829">
              <a:extLst>
                <a:ext uri="{FF2B5EF4-FFF2-40B4-BE49-F238E27FC236}">
                  <a16:creationId xmlns:a16="http://schemas.microsoft.com/office/drawing/2014/main" id="{9B5782A8-4C95-B418-9812-36C6FF3D6629}"/>
                </a:ext>
              </a:extLst>
            </p:cNvPr>
            <p:cNvSpPr txBox="1"/>
            <p:nvPr/>
          </p:nvSpPr>
          <p:spPr>
            <a:xfrm>
              <a:off x="3525304" y="247564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31" name="CuadroTexto 830">
              <a:extLst>
                <a:ext uri="{FF2B5EF4-FFF2-40B4-BE49-F238E27FC236}">
                  <a16:creationId xmlns:a16="http://schemas.microsoft.com/office/drawing/2014/main" id="{73F7DE07-FF89-5B2F-FC73-5C20A4BDD56A}"/>
                </a:ext>
              </a:extLst>
            </p:cNvPr>
            <p:cNvSpPr txBox="1"/>
            <p:nvPr/>
          </p:nvSpPr>
          <p:spPr>
            <a:xfrm>
              <a:off x="3593820" y="2475642"/>
              <a:ext cx="10358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GB:152-177-211</a:t>
              </a:r>
            </a:p>
          </p:txBody>
        </p:sp>
        <p:sp>
          <p:nvSpPr>
            <p:cNvPr id="832" name="CuadroTexto 831">
              <a:extLst>
                <a:ext uri="{FF2B5EF4-FFF2-40B4-BE49-F238E27FC236}">
                  <a16:creationId xmlns:a16="http://schemas.microsoft.com/office/drawing/2014/main" id="{A441D97C-1757-44C8-B876-C645240C8423}"/>
                </a:ext>
              </a:extLst>
            </p:cNvPr>
            <p:cNvSpPr txBox="1"/>
            <p:nvPr/>
          </p:nvSpPr>
          <p:spPr>
            <a:xfrm>
              <a:off x="3525304" y="2627655"/>
              <a:ext cx="8402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HEX:98b1d3</a:t>
              </a:r>
            </a:p>
          </p:txBody>
        </p:sp>
        <p:sp>
          <p:nvSpPr>
            <p:cNvPr id="833" name="CuadroTexto 832">
              <a:extLst>
                <a:ext uri="{FF2B5EF4-FFF2-40B4-BE49-F238E27FC236}">
                  <a16:creationId xmlns:a16="http://schemas.microsoft.com/office/drawing/2014/main" id="{99120BD8-0698-1CD7-2858-B95711A428FF}"/>
                </a:ext>
              </a:extLst>
            </p:cNvPr>
            <p:cNvSpPr txBox="1"/>
            <p:nvPr/>
          </p:nvSpPr>
          <p:spPr>
            <a:xfrm>
              <a:off x="1227004" y="3957224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34" name="CuadroTexto 833">
              <a:extLst>
                <a:ext uri="{FF2B5EF4-FFF2-40B4-BE49-F238E27FC236}">
                  <a16:creationId xmlns:a16="http://schemas.microsoft.com/office/drawing/2014/main" id="{497FEA31-F05B-2D57-3380-7C07EC311B29}"/>
                </a:ext>
              </a:extLst>
            </p:cNvPr>
            <p:cNvSpPr txBox="1"/>
            <p:nvPr/>
          </p:nvSpPr>
          <p:spPr>
            <a:xfrm>
              <a:off x="1283900" y="3957224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35" name="CuadroTexto 834">
              <a:extLst>
                <a:ext uri="{FF2B5EF4-FFF2-40B4-BE49-F238E27FC236}">
                  <a16:creationId xmlns:a16="http://schemas.microsoft.com/office/drawing/2014/main" id="{FACD1AC9-04D6-4D54-D405-5D93C25F2330}"/>
                </a:ext>
              </a:extLst>
            </p:cNvPr>
            <p:cNvSpPr txBox="1"/>
            <p:nvPr/>
          </p:nvSpPr>
          <p:spPr>
            <a:xfrm>
              <a:off x="1444809" y="3957224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36" name="CuadroTexto 835">
              <a:extLst>
                <a:ext uri="{FF2B5EF4-FFF2-40B4-BE49-F238E27FC236}">
                  <a16:creationId xmlns:a16="http://schemas.microsoft.com/office/drawing/2014/main" id="{4364E897-09DE-D008-95C9-1E9A2671A18B}"/>
                </a:ext>
              </a:extLst>
            </p:cNvPr>
            <p:cNvSpPr txBox="1"/>
            <p:nvPr/>
          </p:nvSpPr>
          <p:spPr>
            <a:xfrm>
              <a:off x="1504435" y="3957224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ONE:2707</a:t>
              </a:r>
            </a:p>
          </p:txBody>
        </p:sp>
        <p:sp>
          <p:nvSpPr>
            <p:cNvPr id="837" name="CuadroTexto 836">
              <a:extLst>
                <a:ext uri="{FF2B5EF4-FFF2-40B4-BE49-F238E27FC236}">
                  <a16:creationId xmlns:a16="http://schemas.microsoft.com/office/drawing/2014/main" id="{CAF72A7F-3AE2-4FB5-B28A-63C173EC309B}"/>
                </a:ext>
              </a:extLst>
            </p:cNvPr>
            <p:cNvSpPr txBox="1"/>
            <p:nvPr/>
          </p:nvSpPr>
          <p:spPr>
            <a:xfrm>
              <a:off x="1227004" y="4109256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38" name="CuadroTexto 837">
              <a:extLst>
                <a:ext uri="{FF2B5EF4-FFF2-40B4-BE49-F238E27FC236}">
                  <a16:creationId xmlns:a16="http://schemas.microsoft.com/office/drawing/2014/main" id="{B8286CA2-1EC4-2BA5-808A-F5314ACFDC06}"/>
                </a:ext>
              </a:extLst>
            </p:cNvPr>
            <p:cNvSpPr txBox="1"/>
            <p:nvPr/>
          </p:nvSpPr>
          <p:spPr>
            <a:xfrm>
              <a:off x="1402327" y="4109256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39" name="CuadroTexto 838">
              <a:extLst>
                <a:ext uri="{FF2B5EF4-FFF2-40B4-BE49-F238E27FC236}">
                  <a16:creationId xmlns:a16="http://schemas.microsoft.com/office/drawing/2014/main" id="{DDCF8323-0E13-57A6-57C1-835D200DD047}"/>
                </a:ext>
              </a:extLst>
            </p:cNvPr>
            <p:cNvSpPr txBox="1"/>
            <p:nvPr/>
          </p:nvSpPr>
          <p:spPr>
            <a:xfrm>
              <a:off x="1470145" y="4109256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40" name="CuadroTexto 839">
              <a:extLst>
                <a:ext uri="{FF2B5EF4-FFF2-40B4-BE49-F238E27FC236}">
                  <a16:creationId xmlns:a16="http://schemas.microsoft.com/office/drawing/2014/main" id="{15D8A725-52EC-25AD-8CBC-03889669D0D9}"/>
                </a:ext>
              </a:extLst>
            </p:cNvPr>
            <p:cNvSpPr txBox="1"/>
            <p:nvPr/>
          </p:nvSpPr>
          <p:spPr>
            <a:xfrm>
              <a:off x="1541456" y="4109256"/>
              <a:ext cx="6607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:17-6-0-0</a:t>
              </a:r>
            </a:p>
          </p:txBody>
        </p:sp>
        <p:sp>
          <p:nvSpPr>
            <p:cNvPr id="841" name="CuadroTexto 840">
              <a:extLst>
                <a:ext uri="{FF2B5EF4-FFF2-40B4-BE49-F238E27FC236}">
                  <a16:creationId xmlns:a16="http://schemas.microsoft.com/office/drawing/2014/main" id="{BE543326-9BF4-E147-99E9-5CBE8E85D522}"/>
                </a:ext>
              </a:extLst>
            </p:cNvPr>
            <p:cNvSpPr txBox="1"/>
            <p:nvPr/>
          </p:nvSpPr>
          <p:spPr>
            <a:xfrm>
              <a:off x="1227004" y="42612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42" name="CuadroTexto 841">
              <a:extLst>
                <a:ext uri="{FF2B5EF4-FFF2-40B4-BE49-F238E27FC236}">
                  <a16:creationId xmlns:a16="http://schemas.microsoft.com/office/drawing/2014/main" id="{6C6940AA-5937-C934-4DE6-9C96D52A4074}"/>
                </a:ext>
              </a:extLst>
            </p:cNvPr>
            <p:cNvSpPr txBox="1"/>
            <p:nvPr/>
          </p:nvSpPr>
          <p:spPr>
            <a:xfrm>
              <a:off x="1295520" y="4261294"/>
              <a:ext cx="10358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GB:220-229-243</a:t>
              </a:r>
            </a:p>
          </p:txBody>
        </p:sp>
        <p:sp>
          <p:nvSpPr>
            <p:cNvPr id="843" name="CuadroTexto 842">
              <a:extLst>
                <a:ext uri="{FF2B5EF4-FFF2-40B4-BE49-F238E27FC236}">
                  <a16:creationId xmlns:a16="http://schemas.microsoft.com/office/drawing/2014/main" id="{AA02C808-9327-8AE0-00A2-3755BFE291C7}"/>
                </a:ext>
              </a:extLst>
            </p:cNvPr>
            <p:cNvSpPr txBox="1"/>
            <p:nvPr/>
          </p:nvSpPr>
          <p:spPr>
            <a:xfrm>
              <a:off x="1227004" y="4413313"/>
              <a:ext cx="5036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HEX:d</a:t>
              </a:r>
            </a:p>
          </p:txBody>
        </p:sp>
        <p:sp>
          <p:nvSpPr>
            <p:cNvPr id="844" name="CuadroTexto 843">
              <a:extLst>
                <a:ext uri="{FF2B5EF4-FFF2-40B4-BE49-F238E27FC236}">
                  <a16:creationId xmlns:a16="http://schemas.microsoft.com/office/drawing/2014/main" id="{8996D119-7BEC-18B5-5C6A-BF5FAD9C0933}"/>
                </a:ext>
              </a:extLst>
            </p:cNvPr>
            <p:cNvSpPr txBox="1"/>
            <p:nvPr/>
          </p:nvSpPr>
          <p:spPr>
            <a:xfrm>
              <a:off x="1541964" y="4413313"/>
              <a:ext cx="2423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c</a:t>
              </a:r>
            </a:p>
          </p:txBody>
        </p:sp>
        <p:sp>
          <p:nvSpPr>
            <p:cNvPr id="845" name="CuadroTexto 844">
              <a:extLst>
                <a:ext uri="{FF2B5EF4-FFF2-40B4-BE49-F238E27FC236}">
                  <a16:creationId xmlns:a16="http://schemas.microsoft.com/office/drawing/2014/main" id="{E80D5C49-7F84-9E86-EEE4-AF5CDF3B8BCD}"/>
                </a:ext>
              </a:extLst>
            </p:cNvPr>
            <p:cNvSpPr txBox="1"/>
            <p:nvPr/>
          </p:nvSpPr>
          <p:spPr>
            <a:xfrm>
              <a:off x="1597971" y="4413313"/>
              <a:ext cx="4171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e5f3</a:t>
              </a:r>
            </a:p>
          </p:txBody>
        </p:sp>
        <p:sp>
          <p:nvSpPr>
            <p:cNvPr id="846" name="CuadroTexto 845">
              <a:extLst>
                <a:ext uri="{FF2B5EF4-FFF2-40B4-BE49-F238E27FC236}">
                  <a16:creationId xmlns:a16="http://schemas.microsoft.com/office/drawing/2014/main" id="{FF52DC69-D0F4-AA71-CFB6-81B260DD1841}"/>
                </a:ext>
              </a:extLst>
            </p:cNvPr>
            <p:cNvSpPr txBox="1"/>
            <p:nvPr/>
          </p:nvSpPr>
          <p:spPr>
            <a:xfrm>
              <a:off x="2730804" y="3957224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47" name="CuadroTexto 846">
              <a:extLst>
                <a:ext uri="{FF2B5EF4-FFF2-40B4-BE49-F238E27FC236}">
                  <a16:creationId xmlns:a16="http://schemas.microsoft.com/office/drawing/2014/main" id="{A17CC8B4-F7EE-DA91-5F60-E27F8AEC1D5E}"/>
                </a:ext>
              </a:extLst>
            </p:cNvPr>
            <p:cNvSpPr txBox="1"/>
            <p:nvPr/>
          </p:nvSpPr>
          <p:spPr>
            <a:xfrm>
              <a:off x="2787700" y="3957224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48" name="CuadroTexto 847">
              <a:extLst>
                <a:ext uri="{FF2B5EF4-FFF2-40B4-BE49-F238E27FC236}">
                  <a16:creationId xmlns:a16="http://schemas.microsoft.com/office/drawing/2014/main" id="{4F6D9113-4168-17E5-667E-18D629A3D36E}"/>
                </a:ext>
              </a:extLst>
            </p:cNvPr>
            <p:cNvSpPr txBox="1"/>
            <p:nvPr/>
          </p:nvSpPr>
          <p:spPr>
            <a:xfrm>
              <a:off x="2948609" y="3957224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49" name="CuadroTexto 848">
              <a:extLst>
                <a:ext uri="{FF2B5EF4-FFF2-40B4-BE49-F238E27FC236}">
                  <a16:creationId xmlns:a16="http://schemas.microsoft.com/office/drawing/2014/main" id="{07250799-7E61-D14B-B230-9BC8EF4A5E57}"/>
                </a:ext>
              </a:extLst>
            </p:cNvPr>
            <p:cNvSpPr txBox="1"/>
            <p:nvPr/>
          </p:nvSpPr>
          <p:spPr>
            <a:xfrm>
              <a:off x="3008109" y="3957224"/>
              <a:ext cx="7104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ONE:7499</a:t>
              </a:r>
            </a:p>
          </p:txBody>
        </p:sp>
        <p:sp>
          <p:nvSpPr>
            <p:cNvPr id="850" name="CuadroTexto 849">
              <a:extLst>
                <a:ext uri="{FF2B5EF4-FFF2-40B4-BE49-F238E27FC236}">
                  <a16:creationId xmlns:a16="http://schemas.microsoft.com/office/drawing/2014/main" id="{E7D04E13-2668-6270-8D9D-A1B071CCDE6A}"/>
                </a:ext>
              </a:extLst>
            </p:cNvPr>
            <p:cNvSpPr txBox="1"/>
            <p:nvPr/>
          </p:nvSpPr>
          <p:spPr>
            <a:xfrm>
              <a:off x="2730804" y="4109256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51" name="CuadroTexto 850">
              <a:extLst>
                <a:ext uri="{FF2B5EF4-FFF2-40B4-BE49-F238E27FC236}">
                  <a16:creationId xmlns:a16="http://schemas.microsoft.com/office/drawing/2014/main" id="{91F46552-DB68-3B86-35F9-FE8DC48D7409}"/>
                </a:ext>
              </a:extLst>
            </p:cNvPr>
            <p:cNvSpPr txBox="1"/>
            <p:nvPr/>
          </p:nvSpPr>
          <p:spPr>
            <a:xfrm>
              <a:off x="2906128" y="4109256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52" name="CuadroTexto 851">
              <a:extLst>
                <a:ext uri="{FF2B5EF4-FFF2-40B4-BE49-F238E27FC236}">
                  <a16:creationId xmlns:a16="http://schemas.microsoft.com/office/drawing/2014/main" id="{527BB7F8-76B7-82BB-2907-93838AE95EE8}"/>
                </a:ext>
              </a:extLst>
            </p:cNvPr>
            <p:cNvSpPr txBox="1"/>
            <p:nvPr/>
          </p:nvSpPr>
          <p:spPr>
            <a:xfrm>
              <a:off x="2973946" y="4109256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53" name="CuadroTexto 852">
              <a:extLst>
                <a:ext uri="{FF2B5EF4-FFF2-40B4-BE49-F238E27FC236}">
                  <a16:creationId xmlns:a16="http://schemas.microsoft.com/office/drawing/2014/main" id="{3941D09E-FF6B-8AA0-29EF-EF643D43F698}"/>
                </a:ext>
              </a:extLst>
            </p:cNvPr>
            <p:cNvSpPr txBox="1"/>
            <p:nvPr/>
          </p:nvSpPr>
          <p:spPr>
            <a:xfrm>
              <a:off x="3045256" y="4109256"/>
              <a:ext cx="66075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:0-2-15-0</a:t>
              </a:r>
            </a:p>
          </p:txBody>
        </p:sp>
        <p:sp>
          <p:nvSpPr>
            <p:cNvPr id="854" name="CuadroTexto 853">
              <a:extLst>
                <a:ext uri="{FF2B5EF4-FFF2-40B4-BE49-F238E27FC236}">
                  <a16:creationId xmlns:a16="http://schemas.microsoft.com/office/drawing/2014/main" id="{B06E61D0-97F0-8C50-9528-5C4EB0C45768}"/>
                </a:ext>
              </a:extLst>
            </p:cNvPr>
            <p:cNvSpPr txBox="1"/>
            <p:nvPr/>
          </p:nvSpPr>
          <p:spPr>
            <a:xfrm>
              <a:off x="2730804" y="4261294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55" name="CuadroTexto 854">
              <a:extLst>
                <a:ext uri="{FF2B5EF4-FFF2-40B4-BE49-F238E27FC236}">
                  <a16:creationId xmlns:a16="http://schemas.microsoft.com/office/drawing/2014/main" id="{F25EC175-7700-9442-6269-BAAC80B7CD2F}"/>
                </a:ext>
              </a:extLst>
            </p:cNvPr>
            <p:cNvSpPr txBox="1"/>
            <p:nvPr/>
          </p:nvSpPr>
          <p:spPr>
            <a:xfrm>
              <a:off x="2799321" y="4261294"/>
              <a:ext cx="103586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GB:250-243-220</a:t>
              </a:r>
            </a:p>
          </p:txBody>
        </p:sp>
        <p:sp>
          <p:nvSpPr>
            <p:cNvPr id="856" name="CuadroTexto 855">
              <a:extLst>
                <a:ext uri="{FF2B5EF4-FFF2-40B4-BE49-F238E27FC236}">
                  <a16:creationId xmlns:a16="http://schemas.microsoft.com/office/drawing/2014/main" id="{89C3D65D-38B8-6434-11BD-8CCA09F9654C}"/>
                </a:ext>
              </a:extLst>
            </p:cNvPr>
            <p:cNvSpPr txBox="1"/>
            <p:nvPr/>
          </p:nvSpPr>
          <p:spPr>
            <a:xfrm>
              <a:off x="2730804" y="4413313"/>
              <a:ext cx="76335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0D2157"/>
                  </a:solidFill>
                  <a:latin typeface="MyriadPro-Regular"/>
                  <a:sym typeface="MyriadPro-Regular"/>
                  <a:rtl val="0"/>
                </a:rPr>
                <a:t>HEX:faf3dc</a:t>
              </a:r>
            </a:p>
          </p:txBody>
        </p:sp>
        <p:sp>
          <p:nvSpPr>
            <p:cNvPr id="857" name="CuadroTexto 856">
              <a:extLst>
                <a:ext uri="{FF2B5EF4-FFF2-40B4-BE49-F238E27FC236}">
                  <a16:creationId xmlns:a16="http://schemas.microsoft.com/office/drawing/2014/main" id="{133A6F10-8B90-E004-6B48-EBB17DF01778}"/>
                </a:ext>
              </a:extLst>
            </p:cNvPr>
            <p:cNvSpPr txBox="1"/>
            <p:nvPr/>
          </p:nvSpPr>
          <p:spPr>
            <a:xfrm>
              <a:off x="445370" y="2171579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58" name="CuadroTexto 857">
              <a:extLst>
                <a:ext uri="{FF2B5EF4-FFF2-40B4-BE49-F238E27FC236}">
                  <a16:creationId xmlns:a16="http://schemas.microsoft.com/office/drawing/2014/main" id="{FE266B61-4511-A15A-0AC6-1753B60532F9}"/>
                </a:ext>
              </a:extLst>
            </p:cNvPr>
            <p:cNvSpPr txBox="1"/>
            <p:nvPr/>
          </p:nvSpPr>
          <p:spPr>
            <a:xfrm>
              <a:off x="502266" y="2171579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59" name="CuadroTexto 858">
              <a:extLst>
                <a:ext uri="{FF2B5EF4-FFF2-40B4-BE49-F238E27FC236}">
                  <a16:creationId xmlns:a16="http://schemas.microsoft.com/office/drawing/2014/main" id="{F1FBBDE8-D20C-F717-7AAE-66F9D3ECC5E2}"/>
                </a:ext>
              </a:extLst>
            </p:cNvPr>
            <p:cNvSpPr txBox="1"/>
            <p:nvPr/>
          </p:nvSpPr>
          <p:spPr>
            <a:xfrm>
              <a:off x="663175" y="2171579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60" name="CuadroTexto 859">
              <a:extLst>
                <a:ext uri="{FF2B5EF4-FFF2-40B4-BE49-F238E27FC236}">
                  <a16:creationId xmlns:a16="http://schemas.microsoft.com/office/drawing/2014/main" id="{AB5738E8-06F3-D4AE-B64B-538027CACD76}"/>
                </a:ext>
              </a:extLst>
            </p:cNvPr>
            <p:cNvSpPr txBox="1"/>
            <p:nvPr/>
          </p:nvSpPr>
          <p:spPr>
            <a:xfrm>
              <a:off x="722675" y="2171579"/>
              <a:ext cx="6447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ONE:281</a:t>
              </a:r>
            </a:p>
          </p:txBody>
        </p:sp>
        <p:sp>
          <p:nvSpPr>
            <p:cNvPr id="861" name="CuadroTexto 860">
              <a:extLst>
                <a:ext uri="{FF2B5EF4-FFF2-40B4-BE49-F238E27FC236}">
                  <a16:creationId xmlns:a16="http://schemas.microsoft.com/office/drawing/2014/main" id="{13ED0D55-F780-0D92-BE72-8AE6FB488BFA}"/>
                </a:ext>
              </a:extLst>
            </p:cNvPr>
            <p:cNvSpPr txBox="1"/>
            <p:nvPr/>
          </p:nvSpPr>
          <p:spPr>
            <a:xfrm>
              <a:off x="445370" y="2323611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CM</a:t>
              </a:r>
            </a:p>
          </p:txBody>
        </p:sp>
        <p:sp>
          <p:nvSpPr>
            <p:cNvPr id="862" name="CuadroTexto 861">
              <a:extLst>
                <a:ext uri="{FF2B5EF4-FFF2-40B4-BE49-F238E27FC236}">
                  <a16:creationId xmlns:a16="http://schemas.microsoft.com/office/drawing/2014/main" id="{EEB139F5-7375-6CA2-AF16-4E0740B9AD22}"/>
                </a:ext>
              </a:extLst>
            </p:cNvPr>
            <p:cNvSpPr txBox="1"/>
            <p:nvPr/>
          </p:nvSpPr>
          <p:spPr>
            <a:xfrm>
              <a:off x="620694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Y</a:t>
              </a:r>
            </a:p>
          </p:txBody>
        </p:sp>
        <p:sp>
          <p:nvSpPr>
            <p:cNvPr id="863" name="CuadroTexto 862">
              <a:extLst>
                <a:ext uri="{FF2B5EF4-FFF2-40B4-BE49-F238E27FC236}">
                  <a16:creationId xmlns:a16="http://schemas.microsoft.com/office/drawing/2014/main" id="{27B0653E-684F-C909-8D9C-1904D0F37730}"/>
                </a:ext>
              </a:extLst>
            </p:cNvPr>
            <p:cNvSpPr txBox="1"/>
            <p:nvPr/>
          </p:nvSpPr>
          <p:spPr>
            <a:xfrm>
              <a:off x="688512" y="2323611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K</a:t>
              </a:r>
            </a:p>
          </p:txBody>
        </p:sp>
        <p:sp>
          <p:nvSpPr>
            <p:cNvPr id="864" name="CuadroTexto 863">
              <a:extLst>
                <a:ext uri="{FF2B5EF4-FFF2-40B4-BE49-F238E27FC236}">
                  <a16:creationId xmlns:a16="http://schemas.microsoft.com/office/drawing/2014/main" id="{348BF54B-6225-E0DE-CDD2-81ACB9D070CC}"/>
                </a:ext>
              </a:extLst>
            </p:cNvPr>
            <p:cNvSpPr txBox="1"/>
            <p:nvPr/>
          </p:nvSpPr>
          <p:spPr>
            <a:xfrm>
              <a:off x="759822" y="2323611"/>
              <a:ext cx="88517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: 100-85-5-36</a:t>
              </a:r>
            </a:p>
          </p:txBody>
        </p:sp>
        <p:sp>
          <p:nvSpPr>
            <p:cNvPr id="865" name="CuadroTexto 864">
              <a:extLst>
                <a:ext uri="{FF2B5EF4-FFF2-40B4-BE49-F238E27FC236}">
                  <a16:creationId xmlns:a16="http://schemas.microsoft.com/office/drawing/2014/main" id="{D6B71DD1-4D13-8C42-E2BC-29134DD52E01}"/>
                </a:ext>
              </a:extLst>
            </p:cNvPr>
            <p:cNvSpPr txBox="1"/>
            <p:nvPr/>
          </p:nvSpPr>
          <p:spPr>
            <a:xfrm>
              <a:off x="445370" y="2475642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R</a:t>
              </a:r>
            </a:p>
          </p:txBody>
        </p:sp>
        <p:sp>
          <p:nvSpPr>
            <p:cNvPr id="866" name="CuadroTexto 865">
              <a:extLst>
                <a:ext uri="{FF2B5EF4-FFF2-40B4-BE49-F238E27FC236}">
                  <a16:creationId xmlns:a16="http://schemas.microsoft.com/office/drawing/2014/main" id="{16051AC2-8886-B488-9DE2-8F067D837CD1}"/>
                </a:ext>
              </a:extLst>
            </p:cNvPr>
            <p:cNvSpPr txBox="1"/>
            <p:nvPr/>
          </p:nvSpPr>
          <p:spPr>
            <a:xfrm>
              <a:off x="513760" y="2475642"/>
              <a:ext cx="80021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GB: 0-32-91</a:t>
              </a:r>
            </a:p>
          </p:txBody>
        </p:sp>
        <p:sp>
          <p:nvSpPr>
            <p:cNvPr id="867" name="CuadroTexto 866">
              <a:extLst>
                <a:ext uri="{FF2B5EF4-FFF2-40B4-BE49-F238E27FC236}">
                  <a16:creationId xmlns:a16="http://schemas.microsoft.com/office/drawing/2014/main" id="{F5F303F3-1D3B-4D3B-5927-48206FFCAFBF}"/>
                </a:ext>
              </a:extLst>
            </p:cNvPr>
            <p:cNvSpPr txBox="1"/>
            <p:nvPr/>
          </p:nvSpPr>
          <p:spPr>
            <a:xfrm>
              <a:off x="445370" y="2627655"/>
              <a:ext cx="8290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HEX:00205B</a:t>
              </a:r>
            </a:p>
          </p:txBody>
        </p:sp>
        <p:sp>
          <p:nvSpPr>
            <p:cNvPr id="868" name="CuadroTexto 867">
              <a:extLst>
                <a:ext uri="{FF2B5EF4-FFF2-40B4-BE49-F238E27FC236}">
                  <a16:creationId xmlns:a16="http://schemas.microsoft.com/office/drawing/2014/main" id="{5164F878-FA65-211D-2056-26C127527D56}"/>
                </a:ext>
              </a:extLst>
            </p:cNvPr>
            <p:cNvSpPr txBox="1"/>
            <p:nvPr/>
          </p:nvSpPr>
          <p:spPr>
            <a:xfrm>
              <a:off x="434861" y="3232467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69" name="CuadroTexto 868">
              <a:extLst>
                <a:ext uri="{FF2B5EF4-FFF2-40B4-BE49-F238E27FC236}">
                  <a16:creationId xmlns:a16="http://schemas.microsoft.com/office/drawing/2014/main" id="{71EDAF27-05D3-2C0C-FC44-AE7A983E6D1D}"/>
                </a:ext>
              </a:extLst>
            </p:cNvPr>
            <p:cNvSpPr txBox="1"/>
            <p:nvPr/>
          </p:nvSpPr>
          <p:spPr>
            <a:xfrm>
              <a:off x="491757" y="3232467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70" name="CuadroTexto 869">
              <a:extLst>
                <a:ext uri="{FF2B5EF4-FFF2-40B4-BE49-F238E27FC236}">
                  <a16:creationId xmlns:a16="http://schemas.microsoft.com/office/drawing/2014/main" id="{248411EB-D54E-2238-3830-740685C2184E}"/>
                </a:ext>
              </a:extLst>
            </p:cNvPr>
            <p:cNvSpPr txBox="1"/>
            <p:nvPr/>
          </p:nvSpPr>
          <p:spPr>
            <a:xfrm>
              <a:off x="652666" y="3232467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71" name="CuadroTexto 870">
              <a:extLst>
                <a:ext uri="{FF2B5EF4-FFF2-40B4-BE49-F238E27FC236}">
                  <a16:creationId xmlns:a16="http://schemas.microsoft.com/office/drawing/2014/main" id="{0B6BC010-7337-57BA-CAC5-04D93BF05614}"/>
                </a:ext>
              </a:extLst>
            </p:cNvPr>
            <p:cNvSpPr txBox="1"/>
            <p:nvPr/>
          </p:nvSpPr>
          <p:spPr>
            <a:xfrm>
              <a:off x="712165" y="3232467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72" name="CuadroTexto 871">
              <a:extLst>
                <a:ext uri="{FF2B5EF4-FFF2-40B4-BE49-F238E27FC236}">
                  <a16:creationId xmlns:a16="http://schemas.microsoft.com/office/drawing/2014/main" id="{D70566F9-2C9C-866A-56AB-B4BA041AB872}"/>
                </a:ext>
              </a:extLst>
            </p:cNvPr>
            <p:cNvSpPr txBox="1"/>
            <p:nvPr/>
          </p:nvSpPr>
          <p:spPr>
            <a:xfrm>
              <a:off x="1100468" y="3232467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73" name="CuadroTexto 872">
              <a:extLst>
                <a:ext uri="{FF2B5EF4-FFF2-40B4-BE49-F238E27FC236}">
                  <a16:creationId xmlns:a16="http://schemas.microsoft.com/office/drawing/2014/main" id="{2C3C2992-AE58-07DF-84A8-C43B090FEEE9}"/>
                </a:ext>
              </a:extLst>
            </p:cNvPr>
            <p:cNvSpPr txBox="1"/>
            <p:nvPr/>
          </p:nvSpPr>
          <p:spPr>
            <a:xfrm>
              <a:off x="1176223" y="3232467"/>
              <a:ext cx="32733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</a:t>
              </a:r>
            </a:p>
          </p:txBody>
        </p:sp>
        <p:sp>
          <p:nvSpPr>
            <p:cNvPr id="874" name="CuadroTexto 873">
              <a:extLst>
                <a:ext uri="{FF2B5EF4-FFF2-40B4-BE49-F238E27FC236}">
                  <a16:creationId xmlns:a16="http://schemas.microsoft.com/office/drawing/2014/main" id="{6BA6CEF4-1CEC-AC3C-6FAA-2D452CE4BC7B}"/>
                </a:ext>
              </a:extLst>
            </p:cNvPr>
            <p:cNvSpPr txBox="1"/>
            <p:nvPr/>
          </p:nvSpPr>
          <p:spPr>
            <a:xfrm>
              <a:off x="1855546" y="3232467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75" name="CuadroTexto 874">
              <a:extLst>
                <a:ext uri="{FF2B5EF4-FFF2-40B4-BE49-F238E27FC236}">
                  <a16:creationId xmlns:a16="http://schemas.microsoft.com/office/drawing/2014/main" id="{9F35C750-BCBE-ED10-4DF4-A6797474E711}"/>
                </a:ext>
              </a:extLst>
            </p:cNvPr>
            <p:cNvSpPr txBox="1"/>
            <p:nvPr/>
          </p:nvSpPr>
          <p:spPr>
            <a:xfrm>
              <a:off x="1912442" y="3232467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76" name="CuadroTexto 875">
              <a:extLst>
                <a:ext uri="{FF2B5EF4-FFF2-40B4-BE49-F238E27FC236}">
                  <a16:creationId xmlns:a16="http://schemas.microsoft.com/office/drawing/2014/main" id="{893B5169-5117-37EC-2932-9BC6F3728152}"/>
                </a:ext>
              </a:extLst>
            </p:cNvPr>
            <p:cNvSpPr txBox="1"/>
            <p:nvPr/>
          </p:nvSpPr>
          <p:spPr>
            <a:xfrm>
              <a:off x="2073351" y="3232467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77" name="CuadroTexto 876">
              <a:extLst>
                <a:ext uri="{FF2B5EF4-FFF2-40B4-BE49-F238E27FC236}">
                  <a16:creationId xmlns:a16="http://schemas.microsoft.com/office/drawing/2014/main" id="{D4687E2E-BC04-549D-11F3-4E0BC0B28325}"/>
                </a:ext>
              </a:extLst>
            </p:cNvPr>
            <p:cNvSpPr txBox="1"/>
            <p:nvPr/>
          </p:nvSpPr>
          <p:spPr>
            <a:xfrm>
              <a:off x="2132850" y="3232467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78" name="CuadroTexto 877">
              <a:extLst>
                <a:ext uri="{FF2B5EF4-FFF2-40B4-BE49-F238E27FC236}">
                  <a16:creationId xmlns:a16="http://schemas.microsoft.com/office/drawing/2014/main" id="{C3097EE7-B371-E9DC-6AA4-1B5806BDAA53}"/>
                </a:ext>
              </a:extLst>
            </p:cNvPr>
            <p:cNvSpPr txBox="1"/>
            <p:nvPr/>
          </p:nvSpPr>
          <p:spPr>
            <a:xfrm>
              <a:off x="2521153" y="3232467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79" name="CuadroTexto 878">
              <a:extLst>
                <a:ext uri="{FF2B5EF4-FFF2-40B4-BE49-F238E27FC236}">
                  <a16:creationId xmlns:a16="http://schemas.microsoft.com/office/drawing/2014/main" id="{9632AD66-4EB2-8F21-3693-33DB88832A5A}"/>
                </a:ext>
              </a:extLst>
            </p:cNvPr>
            <p:cNvSpPr txBox="1"/>
            <p:nvPr/>
          </p:nvSpPr>
          <p:spPr>
            <a:xfrm>
              <a:off x="2596908" y="3232467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 90%</a:t>
              </a:r>
            </a:p>
          </p:txBody>
        </p:sp>
        <p:sp>
          <p:nvSpPr>
            <p:cNvPr id="880" name="CuadroTexto 879">
              <a:extLst>
                <a:ext uri="{FF2B5EF4-FFF2-40B4-BE49-F238E27FC236}">
                  <a16:creationId xmlns:a16="http://schemas.microsoft.com/office/drawing/2014/main" id="{116D3E52-0705-ECF0-AAC1-B4E57F768CB7}"/>
                </a:ext>
              </a:extLst>
            </p:cNvPr>
            <p:cNvSpPr txBox="1"/>
            <p:nvPr/>
          </p:nvSpPr>
          <p:spPr>
            <a:xfrm>
              <a:off x="3392411" y="3232467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81" name="CuadroTexto 880">
              <a:extLst>
                <a:ext uri="{FF2B5EF4-FFF2-40B4-BE49-F238E27FC236}">
                  <a16:creationId xmlns:a16="http://schemas.microsoft.com/office/drawing/2014/main" id="{DBA1BEC0-ADD0-0D78-39AE-06C87177FC72}"/>
                </a:ext>
              </a:extLst>
            </p:cNvPr>
            <p:cNvSpPr txBox="1"/>
            <p:nvPr/>
          </p:nvSpPr>
          <p:spPr>
            <a:xfrm>
              <a:off x="3449307" y="3232467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82" name="CuadroTexto 881">
              <a:extLst>
                <a:ext uri="{FF2B5EF4-FFF2-40B4-BE49-F238E27FC236}">
                  <a16:creationId xmlns:a16="http://schemas.microsoft.com/office/drawing/2014/main" id="{CAECC8C8-2385-BB81-4380-66E15E43B478}"/>
                </a:ext>
              </a:extLst>
            </p:cNvPr>
            <p:cNvSpPr txBox="1"/>
            <p:nvPr/>
          </p:nvSpPr>
          <p:spPr>
            <a:xfrm>
              <a:off x="3610216" y="3232467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83" name="CuadroTexto 882">
              <a:extLst>
                <a:ext uri="{FF2B5EF4-FFF2-40B4-BE49-F238E27FC236}">
                  <a16:creationId xmlns:a16="http://schemas.microsoft.com/office/drawing/2014/main" id="{D7671D0A-6967-6B53-D058-8CDBD1A93C43}"/>
                </a:ext>
              </a:extLst>
            </p:cNvPr>
            <p:cNvSpPr txBox="1"/>
            <p:nvPr/>
          </p:nvSpPr>
          <p:spPr>
            <a:xfrm>
              <a:off x="3669715" y="3232467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84" name="CuadroTexto 883">
              <a:extLst>
                <a:ext uri="{FF2B5EF4-FFF2-40B4-BE49-F238E27FC236}">
                  <a16:creationId xmlns:a16="http://schemas.microsoft.com/office/drawing/2014/main" id="{A095DD08-3F67-7E1D-DC7E-579930ED82F1}"/>
                </a:ext>
              </a:extLst>
            </p:cNvPr>
            <p:cNvSpPr txBox="1"/>
            <p:nvPr/>
          </p:nvSpPr>
          <p:spPr>
            <a:xfrm>
              <a:off x="4058018" y="3232467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85" name="CuadroTexto 884">
              <a:extLst>
                <a:ext uri="{FF2B5EF4-FFF2-40B4-BE49-F238E27FC236}">
                  <a16:creationId xmlns:a16="http://schemas.microsoft.com/office/drawing/2014/main" id="{E00E6DCD-663B-9746-69C2-48E14E35FCA1}"/>
                </a:ext>
              </a:extLst>
            </p:cNvPr>
            <p:cNvSpPr txBox="1"/>
            <p:nvPr/>
          </p:nvSpPr>
          <p:spPr>
            <a:xfrm>
              <a:off x="4133773" y="3232467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 70%</a:t>
              </a:r>
            </a:p>
          </p:txBody>
        </p:sp>
        <p:sp>
          <p:nvSpPr>
            <p:cNvPr id="886" name="CuadroTexto 885">
              <a:extLst>
                <a:ext uri="{FF2B5EF4-FFF2-40B4-BE49-F238E27FC236}">
                  <a16:creationId xmlns:a16="http://schemas.microsoft.com/office/drawing/2014/main" id="{71F60936-2BC8-772A-16DE-82B223011A9C}"/>
                </a:ext>
              </a:extLst>
            </p:cNvPr>
            <p:cNvSpPr txBox="1"/>
            <p:nvPr/>
          </p:nvSpPr>
          <p:spPr>
            <a:xfrm>
              <a:off x="1055471" y="5018112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87" name="CuadroTexto 886">
              <a:extLst>
                <a:ext uri="{FF2B5EF4-FFF2-40B4-BE49-F238E27FC236}">
                  <a16:creationId xmlns:a16="http://schemas.microsoft.com/office/drawing/2014/main" id="{1E685851-62AE-369F-3FB6-0658CE25A3FA}"/>
                </a:ext>
              </a:extLst>
            </p:cNvPr>
            <p:cNvSpPr txBox="1"/>
            <p:nvPr/>
          </p:nvSpPr>
          <p:spPr>
            <a:xfrm>
              <a:off x="1112367" y="5018112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88" name="CuadroTexto 887">
              <a:extLst>
                <a:ext uri="{FF2B5EF4-FFF2-40B4-BE49-F238E27FC236}">
                  <a16:creationId xmlns:a16="http://schemas.microsoft.com/office/drawing/2014/main" id="{C412AE51-923C-E56C-339B-94E6289BDDCE}"/>
                </a:ext>
              </a:extLst>
            </p:cNvPr>
            <p:cNvSpPr txBox="1"/>
            <p:nvPr/>
          </p:nvSpPr>
          <p:spPr>
            <a:xfrm>
              <a:off x="1273276" y="5018112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89" name="CuadroTexto 888">
              <a:extLst>
                <a:ext uri="{FF2B5EF4-FFF2-40B4-BE49-F238E27FC236}">
                  <a16:creationId xmlns:a16="http://schemas.microsoft.com/office/drawing/2014/main" id="{97C78189-3340-1655-DC43-2CDB31BE4B9A}"/>
                </a:ext>
              </a:extLst>
            </p:cNvPr>
            <p:cNvSpPr txBox="1"/>
            <p:nvPr/>
          </p:nvSpPr>
          <p:spPr>
            <a:xfrm>
              <a:off x="1332903" y="5018112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90" name="CuadroTexto 889">
              <a:extLst>
                <a:ext uri="{FF2B5EF4-FFF2-40B4-BE49-F238E27FC236}">
                  <a16:creationId xmlns:a16="http://schemas.microsoft.com/office/drawing/2014/main" id="{876D7124-88B8-B6CB-1B62-CF1B85B32CFF}"/>
                </a:ext>
              </a:extLst>
            </p:cNvPr>
            <p:cNvSpPr txBox="1"/>
            <p:nvPr/>
          </p:nvSpPr>
          <p:spPr>
            <a:xfrm>
              <a:off x="1721205" y="5018112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91" name="CuadroTexto 890">
              <a:extLst>
                <a:ext uri="{FF2B5EF4-FFF2-40B4-BE49-F238E27FC236}">
                  <a16:creationId xmlns:a16="http://schemas.microsoft.com/office/drawing/2014/main" id="{A30DA87E-DFBB-2A0B-BC3C-7D9AB772855D}"/>
                </a:ext>
              </a:extLst>
            </p:cNvPr>
            <p:cNvSpPr txBox="1"/>
            <p:nvPr/>
          </p:nvSpPr>
          <p:spPr>
            <a:xfrm>
              <a:off x="1796961" y="5018112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 50%</a:t>
              </a:r>
            </a:p>
          </p:txBody>
        </p:sp>
        <p:sp>
          <p:nvSpPr>
            <p:cNvPr id="892" name="CuadroTexto 891">
              <a:extLst>
                <a:ext uri="{FF2B5EF4-FFF2-40B4-BE49-F238E27FC236}">
                  <a16:creationId xmlns:a16="http://schemas.microsoft.com/office/drawing/2014/main" id="{83A07335-050E-2AF9-65AB-7208FFB58833}"/>
                </a:ext>
              </a:extLst>
            </p:cNvPr>
            <p:cNvSpPr txBox="1"/>
            <p:nvPr/>
          </p:nvSpPr>
          <p:spPr>
            <a:xfrm>
              <a:off x="2578525" y="5018112"/>
              <a:ext cx="2407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-10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P</a:t>
              </a:r>
            </a:p>
          </p:txBody>
        </p:sp>
        <p:sp>
          <p:nvSpPr>
            <p:cNvPr id="893" name="CuadroTexto 892">
              <a:extLst>
                <a:ext uri="{FF2B5EF4-FFF2-40B4-BE49-F238E27FC236}">
                  <a16:creationId xmlns:a16="http://schemas.microsoft.com/office/drawing/2014/main" id="{E2A8A11B-8DB9-C530-D49E-73F20CF5F9AA}"/>
                </a:ext>
              </a:extLst>
            </p:cNvPr>
            <p:cNvSpPr txBox="1"/>
            <p:nvPr/>
          </p:nvSpPr>
          <p:spPr>
            <a:xfrm>
              <a:off x="2635421" y="5018112"/>
              <a:ext cx="3481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AN</a:t>
              </a:r>
            </a:p>
          </p:txBody>
        </p:sp>
        <p:sp>
          <p:nvSpPr>
            <p:cNvPr id="894" name="CuadroTexto 893">
              <a:extLst>
                <a:ext uri="{FF2B5EF4-FFF2-40B4-BE49-F238E27FC236}">
                  <a16:creationId xmlns:a16="http://schemas.microsoft.com/office/drawing/2014/main" id="{741E7485-1CCC-252E-F0E4-0409D4B022F8}"/>
                </a:ext>
              </a:extLst>
            </p:cNvPr>
            <p:cNvSpPr txBox="1"/>
            <p:nvPr/>
          </p:nvSpPr>
          <p:spPr>
            <a:xfrm>
              <a:off x="2796330" y="5018112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T</a:t>
              </a:r>
            </a:p>
          </p:txBody>
        </p:sp>
        <p:sp>
          <p:nvSpPr>
            <p:cNvPr id="895" name="CuadroTexto 894">
              <a:extLst>
                <a:ext uri="{FF2B5EF4-FFF2-40B4-BE49-F238E27FC236}">
                  <a16:creationId xmlns:a16="http://schemas.microsoft.com/office/drawing/2014/main" id="{DB3E2C6D-E97C-C1A0-9536-EF5CCF7D9783}"/>
                </a:ext>
              </a:extLst>
            </p:cNvPr>
            <p:cNvSpPr txBox="1"/>
            <p:nvPr/>
          </p:nvSpPr>
          <p:spPr>
            <a:xfrm>
              <a:off x="2855956" y="5018112"/>
              <a:ext cx="5774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ONE BL</a:t>
              </a:r>
            </a:p>
          </p:txBody>
        </p:sp>
        <p:sp>
          <p:nvSpPr>
            <p:cNvPr id="896" name="CuadroTexto 895">
              <a:extLst>
                <a:ext uri="{FF2B5EF4-FFF2-40B4-BE49-F238E27FC236}">
                  <a16:creationId xmlns:a16="http://schemas.microsoft.com/office/drawing/2014/main" id="{2CF9826A-438D-F5F6-822F-250CD3ADA4DA}"/>
                </a:ext>
              </a:extLst>
            </p:cNvPr>
            <p:cNvSpPr txBox="1"/>
            <p:nvPr/>
          </p:nvSpPr>
          <p:spPr>
            <a:xfrm>
              <a:off x="3244259" y="5018112"/>
              <a:ext cx="263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A</a:t>
              </a:r>
            </a:p>
          </p:txBody>
        </p:sp>
        <p:sp>
          <p:nvSpPr>
            <p:cNvPr id="897" name="CuadroTexto 896">
              <a:extLst>
                <a:ext uri="{FF2B5EF4-FFF2-40B4-BE49-F238E27FC236}">
                  <a16:creationId xmlns:a16="http://schemas.microsoft.com/office/drawing/2014/main" id="{527B4785-57F5-90F5-04EE-EA862ABCEA58}"/>
                </a:ext>
              </a:extLst>
            </p:cNvPr>
            <p:cNvSpPr txBox="1"/>
            <p:nvPr/>
          </p:nvSpPr>
          <p:spPr>
            <a:xfrm>
              <a:off x="3320014" y="5018112"/>
              <a:ext cx="58702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000" spc="0" baseline="0">
                  <a:ln/>
                  <a:solidFill>
                    <a:srgbClr val="FFFFFF"/>
                  </a:solidFill>
                  <a:latin typeface="MyriadPro-Regular"/>
                  <a:sym typeface="MyriadPro-Regular"/>
                  <a:rtl val="0"/>
                </a:rPr>
                <a:t>CK 30%</a:t>
              </a:r>
            </a:p>
          </p:txBody>
        </p:sp>
        <p:sp>
          <p:nvSpPr>
            <p:cNvPr id="898" name="CuadroTexto 897">
              <a:extLst>
                <a:ext uri="{FF2B5EF4-FFF2-40B4-BE49-F238E27FC236}">
                  <a16:creationId xmlns:a16="http://schemas.microsoft.com/office/drawing/2014/main" id="{666E6800-FBCB-501C-59A4-2167BA1DA6BC}"/>
                </a:ext>
              </a:extLst>
            </p:cNvPr>
            <p:cNvSpPr txBox="1"/>
            <p:nvPr/>
          </p:nvSpPr>
          <p:spPr>
            <a:xfrm>
              <a:off x="194626" y="1639779"/>
              <a:ext cx="16273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s-CO" sz="1200" spc="0" baseline="0">
                  <a:ln/>
                  <a:solidFill>
                    <a:srgbClr val="3C3C3B"/>
                  </a:solidFill>
                  <a:latin typeface="MyriadPro-Regular"/>
                  <a:sym typeface="MyriadPro-Regular"/>
                  <a:rtl val="0"/>
                </a:rPr>
                <a:t>Colores institucionales</a:t>
              </a:r>
            </a:p>
          </p:txBody>
        </p:sp>
      </p:grpSp>
      <p:sp>
        <p:nvSpPr>
          <p:cNvPr id="899" name="CuadroTexto 898">
            <a:extLst>
              <a:ext uri="{FF2B5EF4-FFF2-40B4-BE49-F238E27FC236}">
                <a16:creationId xmlns:a16="http://schemas.microsoft.com/office/drawing/2014/main" id="{FC20296E-7E7B-4DE5-79E4-8B83A93D2FC0}"/>
              </a:ext>
            </a:extLst>
          </p:cNvPr>
          <p:cNvSpPr txBox="1"/>
          <p:nvPr/>
        </p:nvSpPr>
        <p:spPr>
          <a:xfrm>
            <a:off x="8336089" y="559847"/>
            <a:ext cx="25571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 dirty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Ciencias de la Vida y el Bienestar</a:t>
            </a:r>
          </a:p>
        </p:txBody>
      </p:sp>
      <p:sp>
        <p:nvSpPr>
          <p:cNvPr id="900" name="CuadroTexto 899">
            <a:extLst>
              <a:ext uri="{FF2B5EF4-FFF2-40B4-BE49-F238E27FC236}">
                <a16:creationId xmlns:a16="http://schemas.microsoft.com/office/drawing/2014/main" id="{0F164B18-267F-B1A3-CFE9-B9AC4F01B2C7}"/>
              </a:ext>
            </a:extLst>
          </p:cNvPr>
          <p:cNvSpPr txBox="1"/>
          <p:nvPr/>
        </p:nvSpPr>
        <p:spPr>
          <a:xfrm>
            <a:off x="8336089" y="1490332"/>
            <a:ext cx="23182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filosofia y ciencias humanas</a:t>
            </a:r>
          </a:p>
        </p:txBody>
      </p:sp>
      <p:sp>
        <p:nvSpPr>
          <p:cNvPr id="901" name="CuadroTexto 900">
            <a:extLst>
              <a:ext uri="{FF2B5EF4-FFF2-40B4-BE49-F238E27FC236}">
                <a16:creationId xmlns:a16="http://schemas.microsoft.com/office/drawing/2014/main" id="{DD653DA4-465B-8733-BC6D-988242750614}"/>
              </a:ext>
            </a:extLst>
          </p:cNvPr>
          <p:cNvSpPr txBox="1"/>
          <p:nvPr/>
        </p:nvSpPr>
        <p:spPr>
          <a:xfrm>
            <a:off x="8336089" y="2394407"/>
            <a:ext cx="15921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comunicación</a:t>
            </a:r>
          </a:p>
        </p:txBody>
      </p:sp>
      <p:sp>
        <p:nvSpPr>
          <p:cNvPr id="902" name="CuadroTexto 901">
            <a:extLst>
              <a:ext uri="{FF2B5EF4-FFF2-40B4-BE49-F238E27FC236}">
                <a16:creationId xmlns:a16="http://schemas.microsoft.com/office/drawing/2014/main" id="{5359013C-3B1F-17E6-87DA-F35A35A978AC}"/>
              </a:ext>
            </a:extLst>
          </p:cNvPr>
          <p:cNvSpPr txBox="1"/>
          <p:nvPr/>
        </p:nvSpPr>
        <p:spPr>
          <a:xfrm>
            <a:off x="8336089" y="3265424"/>
            <a:ext cx="13051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Instituto de la familia</a:t>
            </a:r>
          </a:p>
        </p:txBody>
      </p:sp>
      <p:sp>
        <p:nvSpPr>
          <p:cNvPr id="903" name="CuadroTexto 902">
            <a:extLst>
              <a:ext uri="{FF2B5EF4-FFF2-40B4-BE49-F238E27FC236}">
                <a16:creationId xmlns:a16="http://schemas.microsoft.com/office/drawing/2014/main" id="{D9D69645-79F6-4348-37B6-71466D1E0DA4}"/>
              </a:ext>
            </a:extLst>
          </p:cNvPr>
          <p:cNvSpPr txBox="1"/>
          <p:nvPr/>
        </p:nvSpPr>
        <p:spPr>
          <a:xfrm>
            <a:off x="8336089" y="4008786"/>
            <a:ext cx="10134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Instituto Forum</a:t>
            </a:r>
          </a:p>
        </p:txBody>
      </p:sp>
      <p:sp>
        <p:nvSpPr>
          <p:cNvPr id="904" name="CuadroTexto 903">
            <a:extLst>
              <a:ext uri="{FF2B5EF4-FFF2-40B4-BE49-F238E27FC236}">
                <a16:creationId xmlns:a16="http://schemas.microsoft.com/office/drawing/2014/main" id="{854C64E1-112C-4F90-6084-3B09B124F6D3}"/>
              </a:ext>
            </a:extLst>
          </p:cNvPr>
          <p:cNvSpPr txBox="1"/>
          <p:nvPr/>
        </p:nvSpPr>
        <p:spPr>
          <a:xfrm>
            <a:off x="8321548" y="4855597"/>
            <a:ext cx="35333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Escuela internacional de ciencias económicas y administrativas</a:t>
            </a:r>
          </a:p>
        </p:txBody>
      </p:sp>
      <p:sp>
        <p:nvSpPr>
          <p:cNvPr id="905" name="CuadroTexto 904">
            <a:extLst>
              <a:ext uri="{FF2B5EF4-FFF2-40B4-BE49-F238E27FC236}">
                <a16:creationId xmlns:a16="http://schemas.microsoft.com/office/drawing/2014/main" id="{37BFF777-A65C-C861-BF13-9D609308C8A1}"/>
              </a:ext>
            </a:extLst>
          </p:cNvPr>
          <p:cNvSpPr txBox="1"/>
          <p:nvPr/>
        </p:nvSpPr>
        <p:spPr>
          <a:xfrm>
            <a:off x="5002303" y="1394631"/>
            <a:ext cx="24240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 dirty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Ciencias del Comportamiento</a:t>
            </a:r>
          </a:p>
        </p:txBody>
      </p:sp>
      <p:sp>
        <p:nvSpPr>
          <p:cNvPr id="906" name="CuadroTexto 905">
            <a:extLst>
              <a:ext uri="{FF2B5EF4-FFF2-40B4-BE49-F238E27FC236}">
                <a16:creationId xmlns:a16="http://schemas.microsoft.com/office/drawing/2014/main" id="{920EB983-1609-81A3-F57C-5EB626AA52C2}"/>
              </a:ext>
            </a:extLst>
          </p:cNvPr>
          <p:cNvSpPr txBox="1"/>
          <p:nvPr/>
        </p:nvSpPr>
        <p:spPr>
          <a:xfrm>
            <a:off x="5002303" y="2347004"/>
            <a:ext cx="13901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Educación</a:t>
            </a:r>
          </a:p>
        </p:txBody>
      </p:sp>
      <p:sp>
        <p:nvSpPr>
          <p:cNvPr id="907" name="CuadroTexto 906">
            <a:extLst>
              <a:ext uri="{FF2B5EF4-FFF2-40B4-BE49-F238E27FC236}">
                <a16:creationId xmlns:a16="http://schemas.microsoft.com/office/drawing/2014/main" id="{612201A4-98ED-2D2B-2BCF-6102BF0FB086}"/>
              </a:ext>
            </a:extLst>
          </p:cNvPr>
          <p:cNvSpPr txBox="1"/>
          <p:nvPr/>
        </p:nvSpPr>
        <p:spPr>
          <a:xfrm>
            <a:off x="5002303" y="3168484"/>
            <a:ext cx="13260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Medicina</a:t>
            </a:r>
          </a:p>
        </p:txBody>
      </p:sp>
      <p:sp>
        <p:nvSpPr>
          <p:cNvPr id="908" name="CuadroTexto 907">
            <a:extLst>
              <a:ext uri="{FF2B5EF4-FFF2-40B4-BE49-F238E27FC236}">
                <a16:creationId xmlns:a16="http://schemas.microsoft.com/office/drawing/2014/main" id="{87CCE43F-84AB-667C-5DF2-4B664C6EB488}"/>
              </a:ext>
            </a:extLst>
          </p:cNvPr>
          <p:cNvSpPr txBox="1"/>
          <p:nvPr/>
        </p:nvSpPr>
        <p:spPr>
          <a:xfrm>
            <a:off x="5007630" y="4869688"/>
            <a:ext cx="4010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CTA</a:t>
            </a:r>
          </a:p>
        </p:txBody>
      </p:sp>
      <p:sp>
        <p:nvSpPr>
          <p:cNvPr id="909" name="CuadroTexto 908">
            <a:extLst>
              <a:ext uri="{FF2B5EF4-FFF2-40B4-BE49-F238E27FC236}">
                <a16:creationId xmlns:a16="http://schemas.microsoft.com/office/drawing/2014/main" id="{4D1F47C0-5F66-728E-1FEB-753B68BDDCB6}"/>
              </a:ext>
            </a:extLst>
          </p:cNvPr>
          <p:cNvSpPr txBox="1"/>
          <p:nvPr/>
        </p:nvSpPr>
        <p:spPr>
          <a:xfrm>
            <a:off x="5007630" y="5669800"/>
            <a:ext cx="30492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Centro internacional de lenguas y culturas extranjeras</a:t>
            </a:r>
          </a:p>
        </p:txBody>
      </p:sp>
      <p:sp>
        <p:nvSpPr>
          <p:cNvPr id="910" name="CuadroTexto 909">
            <a:extLst>
              <a:ext uri="{FF2B5EF4-FFF2-40B4-BE49-F238E27FC236}">
                <a16:creationId xmlns:a16="http://schemas.microsoft.com/office/drawing/2014/main" id="{F4747C75-D413-36A7-D45E-3CD54A635008}"/>
              </a:ext>
            </a:extLst>
          </p:cNvPr>
          <p:cNvSpPr txBox="1"/>
          <p:nvPr/>
        </p:nvSpPr>
        <p:spPr>
          <a:xfrm>
            <a:off x="5007630" y="4023061"/>
            <a:ext cx="33009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CO" sz="1000" spc="0" baseline="0" dirty="0">
                <a:ln/>
                <a:solidFill>
                  <a:srgbClr val="3C3C3B"/>
                </a:solidFill>
                <a:latin typeface="MyriadPro-Regular"/>
                <a:sym typeface="MyriadPro-Regular"/>
                <a:rtl val="0"/>
              </a:rPr>
              <a:t>Facultad de Estudios Jurídicos, Políticos e Internacionales</a:t>
            </a:r>
          </a:p>
        </p:txBody>
      </p:sp>
      <p:sp>
        <p:nvSpPr>
          <p:cNvPr id="911" name="Forma libre 910">
            <a:extLst>
              <a:ext uri="{FF2B5EF4-FFF2-40B4-BE49-F238E27FC236}">
                <a16:creationId xmlns:a16="http://schemas.microsoft.com/office/drawing/2014/main" id="{7B9E0AEB-C6DE-A141-02DA-29F703DB3CB2}"/>
              </a:ext>
            </a:extLst>
          </p:cNvPr>
          <p:cNvSpPr/>
          <p:nvPr/>
        </p:nvSpPr>
        <p:spPr>
          <a:xfrm>
            <a:off x="356136" y="729461"/>
            <a:ext cx="2682494" cy="386016"/>
          </a:xfrm>
          <a:custGeom>
            <a:avLst/>
            <a:gdLst>
              <a:gd name="connsiteX0" fmla="*/ 2681986 w 2682494"/>
              <a:gd name="connsiteY0" fmla="*/ 195707 h 386016"/>
              <a:gd name="connsiteX1" fmla="*/ 2682494 w 2682494"/>
              <a:gd name="connsiteY1" fmla="*/ 193104 h 386016"/>
              <a:gd name="connsiteX2" fmla="*/ 2681922 w 2682494"/>
              <a:gd name="connsiteY2" fmla="*/ 190500 h 386016"/>
              <a:gd name="connsiteX3" fmla="*/ 2681922 w 2682494"/>
              <a:gd name="connsiteY3" fmla="*/ 190500 h 386016"/>
              <a:gd name="connsiteX4" fmla="*/ 2681541 w 2682494"/>
              <a:gd name="connsiteY4" fmla="*/ 189992 h 386016"/>
              <a:gd name="connsiteX5" fmla="*/ 2680399 w 2682494"/>
              <a:gd name="connsiteY5" fmla="*/ 188341 h 386016"/>
              <a:gd name="connsiteX6" fmla="*/ 2679065 w 2682494"/>
              <a:gd name="connsiteY6" fmla="*/ 187452 h 386016"/>
              <a:gd name="connsiteX7" fmla="*/ 2678240 w 2682494"/>
              <a:gd name="connsiteY7" fmla="*/ 186880 h 386016"/>
              <a:gd name="connsiteX8" fmla="*/ 2594991 w 2682494"/>
              <a:gd name="connsiteY8" fmla="*/ 116649 h 386016"/>
              <a:gd name="connsiteX9" fmla="*/ 2577846 w 2682494"/>
              <a:gd name="connsiteY9" fmla="*/ 61214 h 386016"/>
              <a:gd name="connsiteX10" fmla="*/ 2577846 w 2682494"/>
              <a:gd name="connsiteY10" fmla="*/ 60896 h 386016"/>
              <a:gd name="connsiteX11" fmla="*/ 2516950 w 2682494"/>
              <a:gd name="connsiteY11" fmla="*/ 0 h 386016"/>
              <a:gd name="connsiteX12" fmla="*/ 60896 w 2682494"/>
              <a:gd name="connsiteY12" fmla="*/ 0 h 386016"/>
              <a:gd name="connsiteX13" fmla="*/ 0 w 2682494"/>
              <a:gd name="connsiteY13" fmla="*/ 60896 h 386016"/>
              <a:gd name="connsiteX14" fmla="*/ 0 w 2682494"/>
              <a:gd name="connsiteY14" fmla="*/ 325120 h 386016"/>
              <a:gd name="connsiteX15" fmla="*/ 60896 w 2682494"/>
              <a:gd name="connsiteY15" fmla="*/ 386016 h 386016"/>
              <a:gd name="connsiteX16" fmla="*/ 2516950 w 2682494"/>
              <a:gd name="connsiteY16" fmla="*/ 386016 h 386016"/>
              <a:gd name="connsiteX17" fmla="*/ 2577846 w 2682494"/>
              <a:gd name="connsiteY17" fmla="*/ 325120 h 386016"/>
              <a:gd name="connsiteX18" fmla="*/ 2577846 w 2682494"/>
              <a:gd name="connsiteY18" fmla="*/ 325120 h 386016"/>
              <a:gd name="connsiteX19" fmla="*/ 2594991 w 2682494"/>
              <a:gd name="connsiteY19" fmla="*/ 269621 h 386016"/>
              <a:gd name="connsiteX20" fmla="*/ 2678303 w 2682494"/>
              <a:gd name="connsiteY20" fmla="*/ 199454 h 386016"/>
              <a:gd name="connsiteX21" fmla="*/ 2678938 w 2682494"/>
              <a:gd name="connsiteY21" fmla="*/ 199009 h 386016"/>
              <a:gd name="connsiteX22" fmla="*/ 2679637 w 2682494"/>
              <a:gd name="connsiteY22" fmla="*/ 198501 h 386016"/>
              <a:gd name="connsiteX23" fmla="*/ 2681859 w 2682494"/>
              <a:gd name="connsiteY23" fmla="*/ 195834 h 386016"/>
              <a:gd name="connsiteX24" fmla="*/ 2681859 w 2682494"/>
              <a:gd name="connsiteY24" fmla="*/ 195771 h 386016"/>
              <a:gd name="connsiteX25" fmla="*/ 2681859 w 2682494"/>
              <a:gd name="connsiteY25" fmla="*/ 195771 h 38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82494" h="386016">
                <a:moveTo>
                  <a:pt x="2681986" y="195707"/>
                </a:moveTo>
                <a:cubicBezTo>
                  <a:pt x="2682303" y="194882"/>
                  <a:pt x="2682494" y="193993"/>
                  <a:pt x="2682494" y="193104"/>
                </a:cubicBezTo>
                <a:cubicBezTo>
                  <a:pt x="2682494" y="192215"/>
                  <a:pt x="2682303" y="191326"/>
                  <a:pt x="2681922" y="190500"/>
                </a:cubicBezTo>
                <a:cubicBezTo>
                  <a:pt x="2681922" y="190500"/>
                  <a:pt x="2681922" y="190500"/>
                  <a:pt x="2681922" y="190500"/>
                </a:cubicBezTo>
                <a:cubicBezTo>
                  <a:pt x="2681859" y="190310"/>
                  <a:pt x="2681669" y="190182"/>
                  <a:pt x="2681541" y="189992"/>
                </a:cubicBezTo>
                <a:cubicBezTo>
                  <a:pt x="2681224" y="189421"/>
                  <a:pt x="2680907" y="188849"/>
                  <a:pt x="2680399" y="188341"/>
                </a:cubicBezTo>
                <a:cubicBezTo>
                  <a:pt x="2680018" y="187960"/>
                  <a:pt x="2679509" y="187706"/>
                  <a:pt x="2679065" y="187452"/>
                </a:cubicBezTo>
                <a:cubicBezTo>
                  <a:pt x="2678747" y="187262"/>
                  <a:pt x="2678557" y="187007"/>
                  <a:pt x="2678240" y="186880"/>
                </a:cubicBezTo>
                <a:cubicBezTo>
                  <a:pt x="2647061" y="174054"/>
                  <a:pt x="2615946" y="147129"/>
                  <a:pt x="2594991" y="116649"/>
                </a:cubicBezTo>
                <a:cubicBezTo>
                  <a:pt x="2583815" y="100330"/>
                  <a:pt x="2577846" y="81026"/>
                  <a:pt x="2577846" y="61214"/>
                </a:cubicBezTo>
                <a:lnTo>
                  <a:pt x="2577846" y="60896"/>
                </a:lnTo>
                <a:cubicBezTo>
                  <a:pt x="2577846" y="27241"/>
                  <a:pt x="2550541" y="0"/>
                  <a:pt x="2516950" y="0"/>
                </a:cubicBezTo>
                <a:lnTo>
                  <a:pt x="60896" y="0"/>
                </a:lnTo>
                <a:cubicBezTo>
                  <a:pt x="27242" y="0"/>
                  <a:pt x="0" y="27305"/>
                  <a:pt x="0" y="60896"/>
                </a:cubicBezTo>
                <a:lnTo>
                  <a:pt x="0" y="325120"/>
                </a:lnTo>
                <a:cubicBezTo>
                  <a:pt x="0" y="358775"/>
                  <a:pt x="27305" y="386016"/>
                  <a:pt x="60896" y="386016"/>
                </a:cubicBezTo>
                <a:lnTo>
                  <a:pt x="2516950" y="386016"/>
                </a:lnTo>
                <a:cubicBezTo>
                  <a:pt x="2550605" y="386016"/>
                  <a:pt x="2577846" y="358712"/>
                  <a:pt x="2577846" y="325120"/>
                </a:cubicBezTo>
                <a:lnTo>
                  <a:pt x="2577846" y="325120"/>
                </a:lnTo>
                <a:cubicBezTo>
                  <a:pt x="2577846" y="305308"/>
                  <a:pt x="2583688" y="285941"/>
                  <a:pt x="2594991" y="269621"/>
                </a:cubicBezTo>
                <a:cubicBezTo>
                  <a:pt x="2615628" y="239903"/>
                  <a:pt x="2646680" y="213106"/>
                  <a:pt x="2678303" y="199454"/>
                </a:cubicBezTo>
                <a:cubicBezTo>
                  <a:pt x="2678557" y="199327"/>
                  <a:pt x="2678747" y="199136"/>
                  <a:pt x="2678938" y="199009"/>
                </a:cubicBezTo>
                <a:cubicBezTo>
                  <a:pt x="2679192" y="198882"/>
                  <a:pt x="2679383" y="198691"/>
                  <a:pt x="2679637" y="198501"/>
                </a:cubicBezTo>
                <a:cubicBezTo>
                  <a:pt x="2680589" y="197802"/>
                  <a:pt x="2681351" y="196913"/>
                  <a:pt x="2681859" y="195834"/>
                </a:cubicBezTo>
                <a:cubicBezTo>
                  <a:pt x="2681859" y="195834"/>
                  <a:pt x="2681859" y="195834"/>
                  <a:pt x="2681859" y="195771"/>
                </a:cubicBezTo>
                <a:cubicBezTo>
                  <a:pt x="2681859" y="195771"/>
                  <a:pt x="2681859" y="195771"/>
                  <a:pt x="2681859" y="195771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12" name="CuadroTexto 911">
            <a:extLst>
              <a:ext uri="{FF2B5EF4-FFF2-40B4-BE49-F238E27FC236}">
                <a16:creationId xmlns:a16="http://schemas.microsoft.com/office/drawing/2014/main" id="{73EA7316-3137-6BF6-EA43-98B24CEA1137}"/>
              </a:ext>
            </a:extLst>
          </p:cNvPr>
          <p:cNvSpPr txBox="1"/>
          <p:nvPr/>
        </p:nvSpPr>
        <p:spPr>
          <a:xfrm>
            <a:off x="401344" y="693868"/>
            <a:ext cx="2556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spc="0" baseline="0" dirty="0">
                <a:ln/>
                <a:solidFill>
                  <a:schemeClr val="tx2"/>
                </a:solidFill>
                <a:latin typeface="Libre Franklin"/>
                <a:sym typeface="Libre Franklin"/>
                <a:rtl val="0"/>
              </a:rPr>
              <a:t>Paletas de color</a:t>
            </a:r>
          </a:p>
        </p:txBody>
      </p:sp>
    </p:spTree>
    <p:extLst>
      <p:ext uri="{BB962C8B-B14F-4D97-AF65-F5344CB8AC3E}">
        <p14:creationId xmlns:p14="http://schemas.microsoft.com/office/powerpoint/2010/main" val="18869408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1EE14A7D-DCB2-365D-9101-1827CFA7A4B4}"/>
              </a:ext>
            </a:extLst>
          </p:cNvPr>
          <p:cNvSpPr/>
          <p:nvPr/>
        </p:nvSpPr>
        <p:spPr>
          <a:xfrm>
            <a:off x="1420550" y="4111180"/>
            <a:ext cx="5439608" cy="647065"/>
          </a:xfrm>
          <a:custGeom>
            <a:avLst/>
            <a:gdLst>
              <a:gd name="connsiteX0" fmla="*/ 5438719 w 5439608"/>
              <a:gd name="connsiteY0" fmla="*/ 318897 h 647065"/>
              <a:gd name="connsiteX1" fmla="*/ 5438719 w 5439608"/>
              <a:gd name="connsiteY1" fmla="*/ 318897 h 647065"/>
              <a:gd name="connsiteX2" fmla="*/ 5438593 w 5439608"/>
              <a:gd name="connsiteY2" fmla="*/ 318770 h 647065"/>
              <a:gd name="connsiteX3" fmla="*/ 5434910 w 5439608"/>
              <a:gd name="connsiteY3" fmla="*/ 314325 h 647065"/>
              <a:gd name="connsiteX4" fmla="*/ 5433703 w 5439608"/>
              <a:gd name="connsiteY4" fmla="*/ 313499 h 647065"/>
              <a:gd name="connsiteX5" fmla="*/ 5432624 w 5439608"/>
              <a:gd name="connsiteY5" fmla="*/ 312738 h 647065"/>
              <a:gd name="connsiteX6" fmla="*/ 5293051 w 5439608"/>
              <a:gd name="connsiteY6" fmla="*/ 195263 h 647065"/>
              <a:gd name="connsiteX7" fmla="*/ 5264158 w 5439608"/>
              <a:gd name="connsiteY7" fmla="*/ 102108 h 647065"/>
              <a:gd name="connsiteX8" fmla="*/ 5264158 w 5439608"/>
              <a:gd name="connsiteY8" fmla="*/ 102108 h 647065"/>
              <a:gd name="connsiteX9" fmla="*/ 5162050 w 5439608"/>
              <a:gd name="connsiteY9" fmla="*/ 0 h 647065"/>
              <a:gd name="connsiteX10" fmla="*/ 277503 w 5439608"/>
              <a:gd name="connsiteY10" fmla="*/ 0 h 647065"/>
              <a:gd name="connsiteX11" fmla="*/ 175395 w 5439608"/>
              <a:gd name="connsiteY11" fmla="*/ 102108 h 647065"/>
              <a:gd name="connsiteX12" fmla="*/ 175395 w 5439608"/>
              <a:gd name="connsiteY12" fmla="*/ 102108 h 647065"/>
              <a:gd name="connsiteX13" fmla="*/ 146502 w 5439608"/>
              <a:gd name="connsiteY13" fmla="*/ 195263 h 647065"/>
              <a:gd name="connsiteX14" fmla="*/ 6930 w 5439608"/>
              <a:gd name="connsiteY14" fmla="*/ 312738 h 647065"/>
              <a:gd name="connsiteX15" fmla="*/ 5850 w 5439608"/>
              <a:gd name="connsiteY15" fmla="*/ 313499 h 647065"/>
              <a:gd name="connsiteX16" fmla="*/ 4643 w 5439608"/>
              <a:gd name="connsiteY16" fmla="*/ 314325 h 647065"/>
              <a:gd name="connsiteX17" fmla="*/ 960 w 5439608"/>
              <a:gd name="connsiteY17" fmla="*/ 318770 h 647065"/>
              <a:gd name="connsiteX18" fmla="*/ 833 w 5439608"/>
              <a:gd name="connsiteY18" fmla="*/ 318897 h 647065"/>
              <a:gd name="connsiteX19" fmla="*/ 833 w 5439608"/>
              <a:gd name="connsiteY19" fmla="*/ 318897 h 647065"/>
              <a:gd name="connsiteX20" fmla="*/ 8 w 5439608"/>
              <a:gd name="connsiteY20" fmla="*/ 323279 h 647065"/>
              <a:gd name="connsiteX21" fmla="*/ 960 w 5439608"/>
              <a:gd name="connsiteY21" fmla="*/ 327660 h 647065"/>
              <a:gd name="connsiteX22" fmla="*/ 960 w 5439608"/>
              <a:gd name="connsiteY22" fmla="*/ 327660 h 647065"/>
              <a:gd name="connsiteX23" fmla="*/ 1596 w 5439608"/>
              <a:gd name="connsiteY23" fmla="*/ 328549 h 647065"/>
              <a:gd name="connsiteX24" fmla="*/ 3500 w 5439608"/>
              <a:gd name="connsiteY24" fmla="*/ 331279 h 647065"/>
              <a:gd name="connsiteX25" fmla="*/ 5723 w 5439608"/>
              <a:gd name="connsiteY25" fmla="*/ 332740 h 647065"/>
              <a:gd name="connsiteX26" fmla="*/ 7120 w 5439608"/>
              <a:gd name="connsiteY26" fmla="*/ 333692 h 647065"/>
              <a:gd name="connsiteX27" fmla="*/ 146566 w 5439608"/>
              <a:gd name="connsiteY27" fmla="*/ 451358 h 647065"/>
              <a:gd name="connsiteX28" fmla="*/ 175395 w 5439608"/>
              <a:gd name="connsiteY28" fmla="*/ 544449 h 647065"/>
              <a:gd name="connsiteX29" fmla="*/ 175395 w 5439608"/>
              <a:gd name="connsiteY29" fmla="*/ 544957 h 647065"/>
              <a:gd name="connsiteX30" fmla="*/ 277503 w 5439608"/>
              <a:gd name="connsiteY30" fmla="*/ 647065 h 647065"/>
              <a:gd name="connsiteX31" fmla="*/ 5162114 w 5439608"/>
              <a:gd name="connsiteY31" fmla="*/ 647065 h 647065"/>
              <a:gd name="connsiteX32" fmla="*/ 5264222 w 5439608"/>
              <a:gd name="connsiteY32" fmla="*/ 544957 h 647065"/>
              <a:gd name="connsiteX33" fmla="*/ 5264222 w 5439608"/>
              <a:gd name="connsiteY33" fmla="*/ 544449 h 647065"/>
              <a:gd name="connsiteX34" fmla="*/ 5293051 w 5439608"/>
              <a:gd name="connsiteY34" fmla="*/ 451358 h 647065"/>
              <a:gd name="connsiteX35" fmla="*/ 5432497 w 5439608"/>
              <a:gd name="connsiteY35" fmla="*/ 333692 h 647065"/>
              <a:gd name="connsiteX36" fmla="*/ 5433893 w 5439608"/>
              <a:gd name="connsiteY36" fmla="*/ 332740 h 647065"/>
              <a:gd name="connsiteX37" fmla="*/ 5436116 w 5439608"/>
              <a:gd name="connsiteY37" fmla="*/ 331279 h 647065"/>
              <a:gd name="connsiteX38" fmla="*/ 5438021 w 5439608"/>
              <a:gd name="connsiteY38" fmla="*/ 328549 h 647065"/>
              <a:gd name="connsiteX39" fmla="*/ 5438656 w 5439608"/>
              <a:gd name="connsiteY39" fmla="*/ 327660 h 647065"/>
              <a:gd name="connsiteX40" fmla="*/ 5438656 w 5439608"/>
              <a:gd name="connsiteY40" fmla="*/ 327660 h 647065"/>
              <a:gd name="connsiteX41" fmla="*/ 5439609 w 5439608"/>
              <a:gd name="connsiteY41" fmla="*/ 323279 h 647065"/>
              <a:gd name="connsiteX42" fmla="*/ 5438783 w 5439608"/>
              <a:gd name="connsiteY42" fmla="*/ 318897 h 647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5439608" h="647065">
                <a:moveTo>
                  <a:pt x="5438719" y="318897"/>
                </a:moveTo>
                <a:cubicBezTo>
                  <a:pt x="5438719" y="318897"/>
                  <a:pt x="5438719" y="318897"/>
                  <a:pt x="5438719" y="318897"/>
                </a:cubicBezTo>
                <a:cubicBezTo>
                  <a:pt x="5438719" y="318897"/>
                  <a:pt x="5438656" y="318834"/>
                  <a:pt x="5438593" y="318770"/>
                </a:cubicBezTo>
                <a:cubicBezTo>
                  <a:pt x="5437831" y="316992"/>
                  <a:pt x="5436497" y="315532"/>
                  <a:pt x="5434910" y="314325"/>
                </a:cubicBezTo>
                <a:cubicBezTo>
                  <a:pt x="5434529" y="314008"/>
                  <a:pt x="5434148" y="313754"/>
                  <a:pt x="5433703" y="313499"/>
                </a:cubicBezTo>
                <a:cubicBezTo>
                  <a:pt x="5433322" y="313246"/>
                  <a:pt x="5433069" y="312928"/>
                  <a:pt x="5432624" y="312738"/>
                </a:cubicBezTo>
                <a:cubicBezTo>
                  <a:pt x="5379665" y="289941"/>
                  <a:pt x="5327658" y="245047"/>
                  <a:pt x="5293051" y="195263"/>
                </a:cubicBezTo>
                <a:cubicBezTo>
                  <a:pt x="5274064" y="167958"/>
                  <a:pt x="5264158" y="135382"/>
                  <a:pt x="5264158" y="102108"/>
                </a:cubicBezTo>
                <a:lnTo>
                  <a:pt x="5264158" y="102108"/>
                </a:lnTo>
                <a:cubicBezTo>
                  <a:pt x="5264158" y="45720"/>
                  <a:pt x="5218438" y="0"/>
                  <a:pt x="5162050" y="0"/>
                </a:cubicBezTo>
                <a:lnTo>
                  <a:pt x="277503" y="0"/>
                </a:lnTo>
                <a:cubicBezTo>
                  <a:pt x="221115" y="0"/>
                  <a:pt x="175395" y="45720"/>
                  <a:pt x="175395" y="102108"/>
                </a:cubicBezTo>
                <a:lnTo>
                  <a:pt x="175395" y="102108"/>
                </a:lnTo>
                <a:cubicBezTo>
                  <a:pt x="175395" y="135382"/>
                  <a:pt x="165489" y="167958"/>
                  <a:pt x="146502" y="195263"/>
                </a:cubicBezTo>
                <a:cubicBezTo>
                  <a:pt x="111895" y="245047"/>
                  <a:pt x="59952" y="289941"/>
                  <a:pt x="6930" y="312738"/>
                </a:cubicBezTo>
                <a:cubicBezTo>
                  <a:pt x="6485" y="312928"/>
                  <a:pt x="6231" y="313246"/>
                  <a:pt x="5850" y="313499"/>
                </a:cubicBezTo>
                <a:cubicBezTo>
                  <a:pt x="5405" y="313754"/>
                  <a:pt x="5088" y="314008"/>
                  <a:pt x="4643" y="314325"/>
                </a:cubicBezTo>
                <a:cubicBezTo>
                  <a:pt x="3056" y="315532"/>
                  <a:pt x="1722" y="316992"/>
                  <a:pt x="960" y="318770"/>
                </a:cubicBezTo>
                <a:cubicBezTo>
                  <a:pt x="960" y="318770"/>
                  <a:pt x="897" y="318834"/>
                  <a:pt x="833" y="318897"/>
                </a:cubicBezTo>
                <a:cubicBezTo>
                  <a:pt x="833" y="318897"/>
                  <a:pt x="833" y="318897"/>
                  <a:pt x="833" y="318897"/>
                </a:cubicBezTo>
                <a:cubicBezTo>
                  <a:pt x="262" y="320294"/>
                  <a:pt x="-56" y="321754"/>
                  <a:pt x="8" y="323279"/>
                </a:cubicBezTo>
                <a:cubicBezTo>
                  <a:pt x="8" y="324803"/>
                  <a:pt x="325" y="326263"/>
                  <a:pt x="960" y="327660"/>
                </a:cubicBezTo>
                <a:cubicBezTo>
                  <a:pt x="960" y="327660"/>
                  <a:pt x="960" y="327660"/>
                  <a:pt x="960" y="327660"/>
                </a:cubicBezTo>
                <a:cubicBezTo>
                  <a:pt x="1088" y="327978"/>
                  <a:pt x="1405" y="328232"/>
                  <a:pt x="1596" y="328549"/>
                </a:cubicBezTo>
                <a:cubicBezTo>
                  <a:pt x="2103" y="329502"/>
                  <a:pt x="2675" y="330517"/>
                  <a:pt x="3500" y="331279"/>
                </a:cubicBezTo>
                <a:cubicBezTo>
                  <a:pt x="4135" y="331915"/>
                  <a:pt x="4961" y="332296"/>
                  <a:pt x="5723" y="332740"/>
                </a:cubicBezTo>
                <a:cubicBezTo>
                  <a:pt x="6231" y="333058"/>
                  <a:pt x="6612" y="333439"/>
                  <a:pt x="7120" y="333692"/>
                </a:cubicBezTo>
                <a:cubicBezTo>
                  <a:pt x="59317" y="355155"/>
                  <a:pt x="111450" y="400241"/>
                  <a:pt x="146566" y="451358"/>
                </a:cubicBezTo>
                <a:cubicBezTo>
                  <a:pt x="165362" y="478727"/>
                  <a:pt x="175395" y="511175"/>
                  <a:pt x="175395" y="544449"/>
                </a:cubicBezTo>
                <a:lnTo>
                  <a:pt x="175395" y="544957"/>
                </a:lnTo>
                <a:cubicBezTo>
                  <a:pt x="175395" y="601345"/>
                  <a:pt x="221115" y="647065"/>
                  <a:pt x="277503" y="647065"/>
                </a:cubicBezTo>
                <a:lnTo>
                  <a:pt x="5162114" y="647065"/>
                </a:lnTo>
                <a:cubicBezTo>
                  <a:pt x="5218502" y="647065"/>
                  <a:pt x="5264222" y="601345"/>
                  <a:pt x="5264222" y="544957"/>
                </a:cubicBezTo>
                <a:lnTo>
                  <a:pt x="5264222" y="544449"/>
                </a:lnTo>
                <a:cubicBezTo>
                  <a:pt x="5264222" y="511239"/>
                  <a:pt x="5274255" y="478790"/>
                  <a:pt x="5293051" y="451358"/>
                </a:cubicBezTo>
                <a:cubicBezTo>
                  <a:pt x="5328166" y="400241"/>
                  <a:pt x="5380236" y="355155"/>
                  <a:pt x="5432497" y="333692"/>
                </a:cubicBezTo>
                <a:cubicBezTo>
                  <a:pt x="5433069" y="333439"/>
                  <a:pt x="5433449" y="333058"/>
                  <a:pt x="5433893" y="332740"/>
                </a:cubicBezTo>
                <a:cubicBezTo>
                  <a:pt x="5434656" y="332296"/>
                  <a:pt x="5435481" y="331915"/>
                  <a:pt x="5436116" y="331279"/>
                </a:cubicBezTo>
                <a:cubicBezTo>
                  <a:pt x="5436942" y="330517"/>
                  <a:pt x="5437513" y="329502"/>
                  <a:pt x="5438021" y="328549"/>
                </a:cubicBezTo>
                <a:cubicBezTo>
                  <a:pt x="5438212" y="328232"/>
                  <a:pt x="5438466" y="328041"/>
                  <a:pt x="5438656" y="327660"/>
                </a:cubicBezTo>
                <a:cubicBezTo>
                  <a:pt x="5438656" y="327660"/>
                  <a:pt x="5438656" y="327660"/>
                  <a:pt x="5438656" y="327660"/>
                </a:cubicBezTo>
                <a:cubicBezTo>
                  <a:pt x="5439228" y="326263"/>
                  <a:pt x="5439545" y="324803"/>
                  <a:pt x="5439609" y="323279"/>
                </a:cubicBezTo>
                <a:cubicBezTo>
                  <a:pt x="5439609" y="321754"/>
                  <a:pt x="5439291" y="320294"/>
                  <a:pt x="5438783" y="318897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A469420B-761F-E961-3099-1AE6C78B39DC}"/>
              </a:ext>
            </a:extLst>
          </p:cNvPr>
          <p:cNvSpPr/>
          <p:nvPr/>
        </p:nvSpPr>
        <p:spPr>
          <a:xfrm>
            <a:off x="1423669" y="1420939"/>
            <a:ext cx="1160525" cy="1207134"/>
          </a:xfrm>
          <a:custGeom>
            <a:avLst/>
            <a:gdLst>
              <a:gd name="connsiteX0" fmla="*/ 576771 w 1160525"/>
              <a:gd name="connsiteY0" fmla="*/ 1206437 h 1207134"/>
              <a:gd name="connsiteX1" fmla="*/ 580327 w 1160525"/>
              <a:gd name="connsiteY1" fmla="*/ 1207135 h 1207134"/>
              <a:gd name="connsiteX2" fmla="*/ 583819 w 1160525"/>
              <a:gd name="connsiteY2" fmla="*/ 1206373 h 1207134"/>
              <a:gd name="connsiteX3" fmla="*/ 583819 w 1160525"/>
              <a:gd name="connsiteY3" fmla="*/ 1206373 h 1207134"/>
              <a:gd name="connsiteX4" fmla="*/ 584518 w 1160525"/>
              <a:gd name="connsiteY4" fmla="*/ 1205865 h 1207134"/>
              <a:gd name="connsiteX5" fmla="*/ 586740 w 1160525"/>
              <a:gd name="connsiteY5" fmla="*/ 1204341 h 1207134"/>
              <a:gd name="connsiteX6" fmla="*/ 587947 w 1160525"/>
              <a:gd name="connsiteY6" fmla="*/ 1202563 h 1207134"/>
              <a:gd name="connsiteX7" fmla="*/ 588709 w 1160525"/>
              <a:gd name="connsiteY7" fmla="*/ 1201420 h 1207134"/>
              <a:gd name="connsiteX8" fmla="*/ 684975 w 1160525"/>
              <a:gd name="connsiteY8" fmla="*/ 1088136 h 1207134"/>
              <a:gd name="connsiteX9" fmla="*/ 758317 w 1160525"/>
              <a:gd name="connsiteY9" fmla="*/ 1066038 h 1207134"/>
              <a:gd name="connsiteX10" fmla="*/ 1089914 w 1160525"/>
              <a:gd name="connsiteY10" fmla="*/ 1066038 h 1207134"/>
              <a:gd name="connsiteX11" fmla="*/ 1160526 w 1160525"/>
              <a:gd name="connsiteY11" fmla="*/ 995426 h 1207134"/>
              <a:gd name="connsiteX12" fmla="*/ 1160526 w 1160525"/>
              <a:gd name="connsiteY12" fmla="*/ 70612 h 1207134"/>
              <a:gd name="connsiteX13" fmla="*/ 1089914 w 1160525"/>
              <a:gd name="connsiteY13" fmla="*/ 0 h 1207134"/>
              <a:gd name="connsiteX14" fmla="*/ 70612 w 1160525"/>
              <a:gd name="connsiteY14" fmla="*/ 0 h 1207134"/>
              <a:gd name="connsiteX15" fmla="*/ 0 w 1160525"/>
              <a:gd name="connsiteY15" fmla="*/ 70612 h 1207134"/>
              <a:gd name="connsiteX16" fmla="*/ 0 w 1160525"/>
              <a:gd name="connsiteY16" fmla="*/ 995426 h 1207134"/>
              <a:gd name="connsiteX17" fmla="*/ 70612 w 1160525"/>
              <a:gd name="connsiteY17" fmla="*/ 1066038 h 1207134"/>
              <a:gd name="connsiteX18" fmla="*/ 402209 w 1160525"/>
              <a:gd name="connsiteY18" fmla="*/ 1066038 h 1207134"/>
              <a:gd name="connsiteX19" fmla="*/ 475615 w 1160525"/>
              <a:gd name="connsiteY19" fmla="*/ 1088200 h 1207134"/>
              <a:gd name="connsiteX20" fmla="*/ 571754 w 1160525"/>
              <a:gd name="connsiteY20" fmla="*/ 1201611 h 1207134"/>
              <a:gd name="connsiteX21" fmla="*/ 572389 w 1160525"/>
              <a:gd name="connsiteY21" fmla="*/ 1202500 h 1207134"/>
              <a:gd name="connsiteX22" fmla="*/ 573024 w 1160525"/>
              <a:gd name="connsiteY22" fmla="*/ 1203452 h 1207134"/>
              <a:gd name="connsiteX23" fmla="*/ 576644 w 1160525"/>
              <a:gd name="connsiteY23" fmla="*/ 1206437 h 1207134"/>
              <a:gd name="connsiteX24" fmla="*/ 576771 w 1160525"/>
              <a:gd name="connsiteY24" fmla="*/ 1206500 h 1207134"/>
              <a:gd name="connsiteX25" fmla="*/ 576771 w 1160525"/>
              <a:gd name="connsiteY25" fmla="*/ 1206500 h 1207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160525" h="1207134">
                <a:moveTo>
                  <a:pt x="576771" y="1206437"/>
                </a:moveTo>
                <a:cubicBezTo>
                  <a:pt x="577913" y="1206881"/>
                  <a:pt x="579057" y="1207135"/>
                  <a:pt x="580327" y="1207135"/>
                </a:cubicBezTo>
                <a:cubicBezTo>
                  <a:pt x="581533" y="1207135"/>
                  <a:pt x="582740" y="1206881"/>
                  <a:pt x="583819" y="1206373"/>
                </a:cubicBezTo>
                <a:cubicBezTo>
                  <a:pt x="583819" y="1206373"/>
                  <a:pt x="583819" y="1206373"/>
                  <a:pt x="583819" y="1206373"/>
                </a:cubicBezTo>
                <a:cubicBezTo>
                  <a:pt x="584073" y="1206246"/>
                  <a:pt x="584263" y="1206056"/>
                  <a:pt x="584518" y="1205865"/>
                </a:cubicBezTo>
                <a:cubicBezTo>
                  <a:pt x="585280" y="1205421"/>
                  <a:pt x="586105" y="1204976"/>
                  <a:pt x="586740" y="1204341"/>
                </a:cubicBezTo>
                <a:cubicBezTo>
                  <a:pt x="587248" y="1203833"/>
                  <a:pt x="587566" y="1203198"/>
                  <a:pt x="587947" y="1202563"/>
                </a:cubicBezTo>
                <a:cubicBezTo>
                  <a:pt x="588200" y="1202182"/>
                  <a:pt x="588518" y="1201865"/>
                  <a:pt x="588709" y="1201420"/>
                </a:cubicBezTo>
                <a:cubicBezTo>
                  <a:pt x="606171" y="1158875"/>
                  <a:pt x="643191" y="1116393"/>
                  <a:pt x="684975" y="1088136"/>
                </a:cubicBezTo>
                <a:cubicBezTo>
                  <a:pt x="706565" y="1073531"/>
                  <a:pt x="732219" y="1066038"/>
                  <a:pt x="758317" y="1066038"/>
                </a:cubicBezTo>
                <a:lnTo>
                  <a:pt x="1089914" y="1066038"/>
                </a:lnTo>
                <a:cubicBezTo>
                  <a:pt x="1128903" y="1066038"/>
                  <a:pt x="1160526" y="1034415"/>
                  <a:pt x="1160526" y="995426"/>
                </a:cubicBezTo>
                <a:lnTo>
                  <a:pt x="1160526" y="70612"/>
                </a:lnTo>
                <a:cubicBezTo>
                  <a:pt x="1160526" y="31623"/>
                  <a:pt x="1128903" y="0"/>
                  <a:pt x="1089914" y="0"/>
                </a:cubicBezTo>
                <a:lnTo>
                  <a:pt x="70612" y="0"/>
                </a:lnTo>
                <a:cubicBezTo>
                  <a:pt x="31623" y="0"/>
                  <a:pt x="0" y="31623"/>
                  <a:pt x="0" y="70612"/>
                </a:cubicBezTo>
                <a:lnTo>
                  <a:pt x="0" y="995426"/>
                </a:lnTo>
                <a:cubicBezTo>
                  <a:pt x="0" y="1034415"/>
                  <a:pt x="31623" y="1066038"/>
                  <a:pt x="70612" y="1066038"/>
                </a:cubicBezTo>
                <a:lnTo>
                  <a:pt x="402209" y="1066038"/>
                </a:lnTo>
                <a:cubicBezTo>
                  <a:pt x="428307" y="1066038"/>
                  <a:pt x="454025" y="1073468"/>
                  <a:pt x="475615" y="1088200"/>
                </a:cubicBezTo>
                <a:cubicBezTo>
                  <a:pt x="516319" y="1116012"/>
                  <a:pt x="553149" y="1158431"/>
                  <a:pt x="571754" y="1201611"/>
                </a:cubicBezTo>
                <a:cubicBezTo>
                  <a:pt x="571881" y="1201928"/>
                  <a:pt x="572199" y="1202182"/>
                  <a:pt x="572389" y="1202500"/>
                </a:cubicBezTo>
                <a:cubicBezTo>
                  <a:pt x="572580" y="1202881"/>
                  <a:pt x="572834" y="1203134"/>
                  <a:pt x="573024" y="1203452"/>
                </a:cubicBezTo>
                <a:cubicBezTo>
                  <a:pt x="573977" y="1204722"/>
                  <a:pt x="575183" y="1205802"/>
                  <a:pt x="576644" y="1206437"/>
                </a:cubicBezTo>
                <a:cubicBezTo>
                  <a:pt x="576644" y="1206437"/>
                  <a:pt x="576644" y="1206437"/>
                  <a:pt x="576771" y="1206500"/>
                </a:cubicBezTo>
                <a:cubicBezTo>
                  <a:pt x="576771" y="1206500"/>
                  <a:pt x="576771" y="1206500"/>
                  <a:pt x="576771" y="1206500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7B2CAF25-6B33-2C1A-211C-DE098083C309}"/>
              </a:ext>
            </a:extLst>
          </p:cNvPr>
          <p:cNvSpPr/>
          <p:nvPr/>
        </p:nvSpPr>
        <p:spPr>
          <a:xfrm>
            <a:off x="1420622" y="3021329"/>
            <a:ext cx="5147119" cy="862266"/>
          </a:xfrm>
          <a:custGeom>
            <a:avLst/>
            <a:gdLst>
              <a:gd name="connsiteX0" fmla="*/ 5146484 w 5147119"/>
              <a:gd name="connsiteY0" fmla="*/ 434277 h 862266"/>
              <a:gd name="connsiteX1" fmla="*/ 5147120 w 5147119"/>
              <a:gd name="connsiteY1" fmla="*/ 431038 h 862266"/>
              <a:gd name="connsiteX2" fmla="*/ 5146422 w 5147119"/>
              <a:gd name="connsiteY2" fmla="*/ 427799 h 862266"/>
              <a:gd name="connsiteX3" fmla="*/ 5146422 w 5147119"/>
              <a:gd name="connsiteY3" fmla="*/ 427799 h 862266"/>
              <a:gd name="connsiteX4" fmla="*/ 5145977 w 5147119"/>
              <a:gd name="connsiteY4" fmla="*/ 427165 h 862266"/>
              <a:gd name="connsiteX5" fmla="*/ 5144580 w 5147119"/>
              <a:gd name="connsiteY5" fmla="*/ 425133 h 862266"/>
              <a:gd name="connsiteX6" fmla="*/ 5142929 w 5147119"/>
              <a:gd name="connsiteY6" fmla="*/ 424053 h 862266"/>
              <a:gd name="connsiteX7" fmla="*/ 5141849 w 5147119"/>
              <a:gd name="connsiteY7" fmla="*/ 423354 h 862266"/>
              <a:gd name="connsiteX8" fmla="*/ 5037138 w 5147119"/>
              <a:gd name="connsiteY8" fmla="*/ 334201 h 862266"/>
              <a:gd name="connsiteX9" fmla="*/ 5017008 w 5147119"/>
              <a:gd name="connsiteY9" fmla="*/ 266954 h 862266"/>
              <a:gd name="connsiteX10" fmla="*/ 5017008 w 5147119"/>
              <a:gd name="connsiteY10" fmla="*/ 102108 h 862266"/>
              <a:gd name="connsiteX11" fmla="*/ 4914900 w 5147119"/>
              <a:gd name="connsiteY11" fmla="*/ 0 h 862266"/>
              <a:gd name="connsiteX12" fmla="*/ 167005 w 5147119"/>
              <a:gd name="connsiteY12" fmla="*/ 0 h 862266"/>
              <a:gd name="connsiteX13" fmla="*/ 0 w 5147119"/>
              <a:gd name="connsiteY13" fmla="*/ 167005 h 862266"/>
              <a:gd name="connsiteX14" fmla="*/ 0 w 5147119"/>
              <a:gd name="connsiteY14" fmla="*/ 695261 h 862266"/>
              <a:gd name="connsiteX15" fmla="*/ 167005 w 5147119"/>
              <a:gd name="connsiteY15" fmla="*/ 862267 h 862266"/>
              <a:gd name="connsiteX16" fmla="*/ 4914837 w 5147119"/>
              <a:gd name="connsiteY16" fmla="*/ 862267 h 862266"/>
              <a:gd name="connsiteX17" fmla="*/ 5016945 w 5147119"/>
              <a:gd name="connsiteY17" fmla="*/ 760159 h 862266"/>
              <a:gd name="connsiteX18" fmla="*/ 5016945 w 5147119"/>
              <a:gd name="connsiteY18" fmla="*/ 595313 h 862266"/>
              <a:gd name="connsiteX19" fmla="*/ 5037138 w 5147119"/>
              <a:gd name="connsiteY19" fmla="*/ 528003 h 862266"/>
              <a:gd name="connsiteX20" fmla="*/ 5141913 w 5147119"/>
              <a:gd name="connsiteY20" fmla="*/ 439039 h 862266"/>
              <a:gd name="connsiteX21" fmla="*/ 5142738 w 5147119"/>
              <a:gd name="connsiteY21" fmla="*/ 438467 h 862266"/>
              <a:gd name="connsiteX22" fmla="*/ 5143627 w 5147119"/>
              <a:gd name="connsiteY22" fmla="*/ 437833 h 862266"/>
              <a:gd name="connsiteX23" fmla="*/ 5146358 w 5147119"/>
              <a:gd name="connsiteY23" fmla="*/ 434530 h 862266"/>
              <a:gd name="connsiteX24" fmla="*/ 5146422 w 5147119"/>
              <a:gd name="connsiteY24" fmla="*/ 434467 h 862266"/>
              <a:gd name="connsiteX25" fmla="*/ 5146422 w 5147119"/>
              <a:gd name="connsiteY25" fmla="*/ 434467 h 86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147119" h="862266">
                <a:moveTo>
                  <a:pt x="5146484" y="434277"/>
                </a:moveTo>
                <a:cubicBezTo>
                  <a:pt x="5146929" y="433261"/>
                  <a:pt x="5147120" y="432117"/>
                  <a:pt x="5147120" y="431038"/>
                </a:cubicBezTo>
                <a:cubicBezTo>
                  <a:pt x="5147120" y="429895"/>
                  <a:pt x="5146866" y="428816"/>
                  <a:pt x="5146422" y="427799"/>
                </a:cubicBezTo>
                <a:cubicBezTo>
                  <a:pt x="5146422" y="427799"/>
                  <a:pt x="5146422" y="427799"/>
                  <a:pt x="5146422" y="427799"/>
                </a:cubicBezTo>
                <a:cubicBezTo>
                  <a:pt x="5146294" y="427546"/>
                  <a:pt x="5146104" y="427355"/>
                  <a:pt x="5145977" y="427165"/>
                </a:cubicBezTo>
                <a:cubicBezTo>
                  <a:pt x="5145596" y="426466"/>
                  <a:pt x="5145151" y="425704"/>
                  <a:pt x="5144580" y="425133"/>
                </a:cubicBezTo>
                <a:cubicBezTo>
                  <a:pt x="5144072" y="424688"/>
                  <a:pt x="5143500" y="424371"/>
                  <a:pt x="5142929" y="424053"/>
                </a:cubicBezTo>
                <a:cubicBezTo>
                  <a:pt x="5142547" y="423863"/>
                  <a:pt x="5142294" y="423482"/>
                  <a:pt x="5141849" y="423354"/>
                </a:cubicBezTo>
                <a:cubicBezTo>
                  <a:pt x="5102479" y="407162"/>
                  <a:pt x="5063236" y="372872"/>
                  <a:pt x="5037138" y="334201"/>
                </a:cubicBezTo>
                <a:cubicBezTo>
                  <a:pt x="5023803" y="314389"/>
                  <a:pt x="5017008" y="290830"/>
                  <a:pt x="5017008" y="266954"/>
                </a:cubicBezTo>
                <a:lnTo>
                  <a:pt x="5017008" y="102108"/>
                </a:lnTo>
                <a:cubicBezTo>
                  <a:pt x="5017008" y="45720"/>
                  <a:pt x="4971288" y="0"/>
                  <a:pt x="4914900" y="0"/>
                </a:cubicBezTo>
                <a:lnTo>
                  <a:pt x="167005" y="0"/>
                </a:lnTo>
                <a:cubicBezTo>
                  <a:pt x="74740" y="0"/>
                  <a:pt x="0" y="74803"/>
                  <a:pt x="0" y="167005"/>
                </a:cubicBezTo>
                <a:lnTo>
                  <a:pt x="0" y="695261"/>
                </a:lnTo>
                <a:cubicBezTo>
                  <a:pt x="0" y="787527"/>
                  <a:pt x="74803" y="862267"/>
                  <a:pt x="167005" y="862267"/>
                </a:cubicBezTo>
                <a:lnTo>
                  <a:pt x="4914837" y="862267"/>
                </a:lnTo>
                <a:cubicBezTo>
                  <a:pt x="4971225" y="862267"/>
                  <a:pt x="5016945" y="816547"/>
                  <a:pt x="5016945" y="760159"/>
                </a:cubicBezTo>
                <a:lnTo>
                  <a:pt x="5016945" y="595313"/>
                </a:lnTo>
                <a:cubicBezTo>
                  <a:pt x="5016945" y="571373"/>
                  <a:pt x="5023676" y="547751"/>
                  <a:pt x="5037138" y="528003"/>
                </a:cubicBezTo>
                <a:cubicBezTo>
                  <a:pt x="5062792" y="490347"/>
                  <a:pt x="5101972" y="456248"/>
                  <a:pt x="5141913" y="439039"/>
                </a:cubicBezTo>
                <a:cubicBezTo>
                  <a:pt x="5142230" y="438912"/>
                  <a:pt x="5142421" y="438658"/>
                  <a:pt x="5142738" y="438467"/>
                </a:cubicBezTo>
                <a:cubicBezTo>
                  <a:pt x="5143056" y="438277"/>
                  <a:pt x="5143309" y="438086"/>
                  <a:pt x="5143627" y="437833"/>
                </a:cubicBezTo>
                <a:cubicBezTo>
                  <a:pt x="5144834" y="436944"/>
                  <a:pt x="5145786" y="435864"/>
                  <a:pt x="5146358" y="434530"/>
                </a:cubicBezTo>
                <a:cubicBezTo>
                  <a:pt x="5146358" y="434530"/>
                  <a:pt x="5146358" y="434530"/>
                  <a:pt x="5146422" y="434467"/>
                </a:cubicBezTo>
                <a:cubicBezTo>
                  <a:pt x="5146422" y="434467"/>
                  <a:pt x="5146422" y="434467"/>
                  <a:pt x="5146422" y="434467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5" name="Gráfico 4">
            <a:extLst>
              <a:ext uri="{FF2B5EF4-FFF2-40B4-BE49-F238E27FC236}">
                <a16:creationId xmlns:a16="http://schemas.microsoft.com/office/drawing/2014/main" id="{8C67819A-3C49-40F1-228B-657C07146D72}"/>
              </a:ext>
            </a:extLst>
          </p:cNvPr>
          <p:cNvGrpSpPr/>
          <p:nvPr/>
        </p:nvGrpSpPr>
        <p:grpSpPr>
          <a:xfrm>
            <a:off x="1420622" y="5020309"/>
            <a:ext cx="5397984" cy="1186942"/>
            <a:chOff x="1420622" y="5020309"/>
            <a:chExt cx="5397984" cy="1186942"/>
          </a:xfrm>
        </p:grpSpPr>
        <p:sp>
          <p:nvSpPr>
            <p:cNvPr id="6" name="Forma libre 5">
              <a:extLst>
                <a:ext uri="{FF2B5EF4-FFF2-40B4-BE49-F238E27FC236}">
                  <a16:creationId xmlns:a16="http://schemas.microsoft.com/office/drawing/2014/main" id="{A56C05F5-DFBC-55C3-558B-ECCDD9EB2120}"/>
                </a:ext>
              </a:extLst>
            </p:cNvPr>
            <p:cNvSpPr/>
            <p:nvPr/>
          </p:nvSpPr>
          <p:spPr>
            <a:xfrm>
              <a:off x="1420622" y="5101590"/>
              <a:ext cx="5353661" cy="1105661"/>
            </a:xfrm>
            <a:custGeom>
              <a:avLst/>
              <a:gdLst>
                <a:gd name="connsiteX0" fmla="*/ 80772 w 5353661"/>
                <a:gd name="connsiteY0" fmla="*/ 1105662 h 1105661"/>
                <a:gd name="connsiteX1" fmla="*/ 5143691 w 5353661"/>
                <a:gd name="connsiteY1" fmla="*/ 1105662 h 1105661"/>
                <a:gd name="connsiteX2" fmla="*/ 5224717 w 5353661"/>
                <a:gd name="connsiteY2" fmla="*/ 1024636 h 1105661"/>
                <a:gd name="connsiteX3" fmla="*/ 5224717 w 5353661"/>
                <a:gd name="connsiteY3" fmla="*/ 816102 h 1105661"/>
                <a:gd name="connsiteX4" fmla="*/ 5224717 w 5353661"/>
                <a:gd name="connsiteY4" fmla="*/ 815530 h 1105661"/>
                <a:gd name="connsiteX5" fmla="*/ 5225606 w 5353661"/>
                <a:gd name="connsiteY5" fmla="*/ 805180 h 1105661"/>
                <a:gd name="connsiteX6" fmla="*/ 5226431 w 5353661"/>
                <a:gd name="connsiteY6" fmla="*/ 792544 h 1105661"/>
                <a:gd name="connsiteX7" fmla="*/ 5231003 w 5353661"/>
                <a:gd name="connsiteY7" fmla="*/ 756920 h 1105661"/>
                <a:gd name="connsiteX8" fmla="*/ 5234560 w 5353661"/>
                <a:gd name="connsiteY8" fmla="*/ 742696 h 1105661"/>
                <a:gd name="connsiteX9" fmla="*/ 5234560 w 5353661"/>
                <a:gd name="connsiteY9" fmla="*/ 742505 h 1105661"/>
                <a:gd name="connsiteX10" fmla="*/ 5352161 w 5353661"/>
                <a:gd name="connsiteY10" fmla="*/ 634873 h 1105661"/>
                <a:gd name="connsiteX11" fmla="*/ 5352161 w 5353661"/>
                <a:gd name="connsiteY11" fmla="*/ 630745 h 1105661"/>
                <a:gd name="connsiteX12" fmla="*/ 5235131 w 5353661"/>
                <a:gd name="connsiteY12" fmla="*/ 524637 h 1105661"/>
                <a:gd name="connsiteX13" fmla="*/ 5234051 w 5353661"/>
                <a:gd name="connsiteY13" fmla="*/ 521335 h 1105661"/>
                <a:gd name="connsiteX14" fmla="*/ 5225415 w 5353661"/>
                <a:gd name="connsiteY14" fmla="*/ 471805 h 1105661"/>
                <a:gd name="connsiteX15" fmla="*/ 5224653 w 5353661"/>
                <a:gd name="connsiteY15" fmla="*/ 459994 h 1105661"/>
                <a:gd name="connsiteX16" fmla="*/ 5224653 w 5353661"/>
                <a:gd name="connsiteY16" fmla="*/ 78295 h 1105661"/>
                <a:gd name="connsiteX17" fmla="*/ 5146358 w 5353661"/>
                <a:gd name="connsiteY17" fmla="*/ 0 h 1105661"/>
                <a:gd name="connsiteX18" fmla="*/ 79565 w 5353661"/>
                <a:gd name="connsiteY18" fmla="*/ 0 h 1105661"/>
                <a:gd name="connsiteX19" fmla="*/ 0 w 5353661"/>
                <a:gd name="connsiteY19" fmla="*/ 79565 h 1105661"/>
                <a:gd name="connsiteX20" fmla="*/ 0 w 5353661"/>
                <a:gd name="connsiteY20" fmla="*/ 1024890 h 1105661"/>
                <a:gd name="connsiteX21" fmla="*/ 80772 w 5353661"/>
                <a:gd name="connsiteY21" fmla="*/ 1105662 h 110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353661" h="1105661">
                  <a:moveTo>
                    <a:pt x="80772" y="1105662"/>
                  </a:moveTo>
                  <a:lnTo>
                    <a:pt x="5143691" y="1105662"/>
                  </a:lnTo>
                  <a:cubicBezTo>
                    <a:pt x="5188459" y="1105662"/>
                    <a:pt x="5224717" y="1069403"/>
                    <a:pt x="5224717" y="1024636"/>
                  </a:cubicBezTo>
                  <a:lnTo>
                    <a:pt x="5224717" y="816102"/>
                  </a:lnTo>
                  <a:cubicBezTo>
                    <a:pt x="5224717" y="816102"/>
                    <a:pt x="5224717" y="815721"/>
                    <a:pt x="5224717" y="815530"/>
                  </a:cubicBezTo>
                  <a:cubicBezTo>
                    <a:pt x="5225035" y="812038"/>
                    <a:pt x="5225352" y="808609"/>
                    <a:pt x="5225606" y="805180"/>
                  </a:cubicBezTo>
                  <a:cubicBezTo>
                    <a:pt x="5225859" y="800989"/>
                    <a:pt x="5226177" y="796798"/>
                    <a:pt x="5226431" y="792544"/>
                  </a:cubicBezTo>
                  <a:cubicBezTo>
                    <a:pt x="5227193" y="780605"/>
                    <a:pt x="5228527" y="768667"/>
                    <a:pt x="5231003" y="756920"/>
                  </a:cubicBezTo>
                  <a:cubicBezTo>
                    <a:pt x="5232083" y="751967"/>
                    <a:pt x="5233289" y="747268"/>
                    <a:pt x="5234560" y="742696"/>
                  </a:cubicBezTo>
                  <a:lnTo>
                    <a:pt x="5234560" y="742505"/>
                  </a:lnTo>
                  <a:cubicBezTo>
                    <a:pt x="5258943" y="672528"/>
                    <a:pt x="5330444" y="642493"/>
                    <a:pt x="5352161" y="634873"/>
                  </a:cubicBezTo>
                  <a:cubicBezTo>
                    <a:pt x="5354130" y="634175"/>
                    <a:pt x="5354193" y="631444"/>
                    <a:pt x="5352161" y="630745"/>
                  </a:cubicBezTo>
                  <a:cubicBezTo>
                    <a:pt x="5330698" y="623189"/>
                    <a:pt x="5260022" y="593534"/>
                    <a:pt x="5235131" y="524637"/>
                  </a:cubicBezTo>
                  <a:lnTo>
                    <a:pt x="5234051" y="521335"/>
                  </a:lnTo>
                  <a:cubicBezTo>
                    <a:pt x="5229606" y="505206"/>
                    <a:pt x="5226495" y="488505"/>
                    <a:pt x="5225415" y="471805"/>
                  </a:cubicBezTo>
                  <a:cubicBezTo>
                    <a:pt x="5225161" y="467868"/>
                    <a:pt x="5224907" y="463867"/>
                    <a:pt x="5224653" y="459994"/>
                  </a:cubicBezTo>
                  <a:lnTo>
                    <a:pt x="5224653" y="78295"/>
                  </a:lnTo>
                  <a:cubicBezTo>
                    <a:pt x="5224653" y="35052"/>
                    <a:pt x="5189601" y="0"/>
                    <a:pt x="5146358" y="0"/>
                  </a:cubicBezTo>
                  <a:lnTo>
                    <a:pt x="79565" y="0"/>
                  </a:lnTo>
                  <a:cubicBezTo>
                    <a:pt x="35624" y="0"/>
                    <a:pt x="0" y="35623"/>
                    <a:pt x="0" y="79565"/>
                  </a:cubicBezTo>
                  <a:lnTo>
                    <a:pt x="0" y="1024890"/>
                  </a:lnTo>
                  <a:cubicBezTo>
                    <a:pt x="0" y="1069467"/>
                    <a:pt x="36132" y="1105662"/>
                    <a:pt x="80772" y="1105662"/>
                  </a:cubicBezTo>
                  <a:close/>
                </a:path>
              </a:pathLst>
            </a:custGeom>
            <a:solidFill>
              <a:srgbClr val="0D215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44786683-E28F-8DE3-DFB2-4E4059D18A66}"/>
                </a:ext>
              </a:extLst>
            </p:cNvPr>
            <p:cNvSpPr/>
            <p:nvPr/>
          </p:nvSpPr>
          <p:spPr>
            <a:xfrm>
              <a:off x="1464944" y="5020309"/>
              <a:ext cx="5353661" cy="1105661"/>
            </a:xfrm>
            <a:custGeom>
              <a:avLst/>
              <a:gdLst>
                <a:gd name="connsiteX0" fmla="*/ 80772 w 5353661"/>
                <a:gd name="connsiteY0" fmla="*/ 1105662 h 1105661"/>
                <a:gd name="connsiteX1" fmla="*/ 5143691 w 5353661"/>
                <a:gd name="connsiteY1" fmla="*/ 1105662 h 1105661"/>
                <a:gd name="connsiteX2" fmla="*/ 5224717 w 5353661"/>
                <a:gd name="connsiteY2" fmla="*/ 1024636 h 1105661"/>
                <a:gd name="connsiteX3" fmla="*/ 5224717 w 5353661"/>
                <a:gd name="connsiteY3" fmla="*/ 816102 h 1105661"/>
                <a:gd name="connsiteX4" fmla="*/ 5224717 w 5353661"/>
                <a:gd name="connsiteY4" fmla="*/ 815531 h 1105661"/>
                <a:gd name="connsiteX5" fmla="*/ 5225606 w 5353661"/>
                <a:gd name="connsiteY5" fmla="*/ 805180 h 1105661"/>
                <a:gd name="connsiteX6" fmla="*/ 5226431 w 5353661"/>
                <a:gd name="connsiteY6" fmla="*/ 792544 h 1105661"/>
                <a:gd name="connsiteX7" fmla="*/ 5231003 w 5353661"/>
                <a:gd name="connsiteY7" fmla="*/ 756920 h 1105661"/>
                <a:gd name="connsiteX8" fmla="*/ 5234560 w 5353661"/>
                <a:gd name="connsiteY8" fmla="*/ 742696 h 1105661"/>
                <a:gd name="connsiteX9" fmla="*/ 5234560 w 5353661"/>
                <a:gd name="connsiteY9" fmla="*/ 742506 h 1105661"/>
                <a:gd name="connsiteX10" fmla="*/ 5352162 w 5353661"/>
                <a:gd name="connsiteY10" fmla="*/ 634873 h 1105661"/>
                <a:gd name="connsiteX11" fmla="*/ 5352162 w 5353661"/>
                <a:gd name="connsiteY11" fmla="*/ 630746 h 1105661"/>
                <a:gd name="connsiteX12" fmla="*/ 5235131 w 5353661"/>
                <a:gd name="connsiteY12" fmla="*/ 524637 h 1105661"/>
                <a:gd name="connsiteX13" fmla="*/ 5234051 w 5353661"/>
                <a:gd name="connsiteY13" fmla="*/ 521335 h 1105661"/>
                <a:gd name="connsiteX14" fmla="*/ 5225415 w 5353661"/>
                <a:gd name="connsiteY14" fmla="*/ 471805 h 1105661"/>
                <a:gd name="connsiteX15" fmla="*/ 5224653 w 5353661"/>
                <a:gd name="connsiteY15" fmla="*/ 459994 h 1105661"/>
                <a:gd name="connsiteX16" fmla="*/ 5224653 w 5353661"/>
                <a:gd name="connsiteY16" fmla="*/ 78296 h 1105661"/>
                <a:gd name="connsiteX17" fmla="*/ 5146358 w 5353661"/>
                <a:gd name="connsiteY17" fmla="*/ 0 h 1105661"/>
                <a:gd name="connsiteX18" fmla="*/ 79565 w 5353661"/>
                <a:gd name="connsiteY18" fmla="*/ 0 h 1105661"/>
                <a:gd name="connsiteX19" fmla="*/ 0 w 5353661"/>
                <a:gd name="connsiteY19" fmla="*/ 79566 h 1105661"/>
                <a:gd name="connsiteX20" fmla="*/ 0 w 5353661"/>
                <a:gd name="connsiteY20" fmla="*/ 1024890 h 1105661"/>
                <a:gd name="connsiteX21" fmla="*/ 80772 w 5353661"/>
                <a:gd name="connsiteY21" fmla="*/ 1105662 h 110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353661" h="1105661">
                  <a:moveTo>
                    <a:pt x="80772" y="1105662"/>
                  </a:moveTo>
                  <a:lnTo>
                    <a:pt x="5143691" y="1105662"/>
                  </a:lnTo>
                  <a:cubicBezTo>
                    <a:pt x="5188458" y="1105662"/>
                    <a:pt x="5224717" y="1069404"/>
                    <a:pt x="5224717" y="1024636"/>
                  </a:cubicBezTo>
                  <a:lnTo>
                    <a:pt x="5224717" y="816102"/>
                  </a:lnTo>
                  <a:cubicBezTo>
                    <a:pt x="5224717" y="816102"/>
                    <a:pt x="5224717" y="815721"/>
                    <a:pt x="5224717" y="815531"/>
                  </a:cubicBezTo>
                  <a:cubicBezTo>
                    <a:pt x="5225035" y="812038"/>
                    <a:pt x="5225352" y="808609"/>
                    <a:pt x="5225606" y="805180"/>
                  </a:cubicBezTo>
                  <a:cubicBezTo>
                    <a:pt x="5225860" y="800989"/>
                    <a:pt x="5226177" y="796798"/>
                    <a:pt x="5226431" y="792544"/>
                  </a:cubicBezTo>
                  <a:cubicBezTo>
                    <a:pt x="5227193" y="780606"/>
                    <a:pt x="5228527" y="768668"/>
                    <a:pt x="5231003" y="756920"/>
                  </a:cubicBezTo>
                  <a:cubicBezTo>
                    <a:pt x="5232083" y="751967"/>
                    <a:pt x="5233289" y="747268"/>
                    <a:pt x="5234560" y="742696"/>
                  </a:cubicBezTo>
                  <a:lnTo>
                    <a:pt x="5234560" y="742506"/>
                  </a:lnTo>
                  <a:cubicBezTo>
                    <a:pt x="5258943" y="672529"/>
                    <a:pt x="5330444" y="642493"/>
                    <a:pt x="5352162" y="634873"/>
                  </a:cubicBezTo>
                  <a:cubicBezTo>
                    <a:pt x="5354130" y="634175"/>
                    <a:pt x="5354193" y="631444"/>
                    <a:pt x="5352162" y="630746"/>
                  </a:cubicBezTo>
                  <a:cubicBezTo>
                    <a:pt x="5330699" y="623189"/>
                    <a:pt x="5260023" y="593535"/>
                    <a:pt x="5235131" y="524637"/>
                  </a:cubicBezTo>
                  <a:lnTo>
                    <a:pt x="5234051" y="521335"/>
                  </a:lnTo>
                  <a:cubicBezTo>
                    <a:pt x="5229606" y="505206"/>
                    <a:pt x="5226495" y="488506"/>
                    <a:pt x="5225415" y="471805"/>
                  </a:cubicBezTo>
                  <a:cubicBezTo>
                    <a:pt x="5225162" y="467868"/>
                    <a:pt x="5224907" y="463868"/>
                    <a:pt x="5224653" y="459994"/>
                  </a:cubicBezTo>
                  <a:lnTo>
                    <a:pt x="5224653" y="78296"/>
                  </a:lnTo>
                  <a:cubicBezTo>
                    <a:pt x="5224653" y="35052"/>
                    <a:pt x="5189601" y="0"/>
                    <a:pt x="5146358" y="0"/>
                  </a:cubicBezTo>
                  <a:lnTo>
                    <a:pt x="79565" y="0"/>
                  </a:lnTo>
                  <a:cubicBezTo>
                    <a:pt x="35624" y="0"/>
                    <a:pt x="0" y="35624"/>
                    <a:pt x="0" y="79566"/>
                  </a:cubicBezTo>
                  <a:lnTo>
                    <a:pt x="0" y="1024890"/>
                  </a:lnTo>
                  <a:cubicBezTo>
                    <a:pt x="0" y="1069467"/>
                    <a:pt x="36132" y="1105662"/>
                    <a:pt x="80772" y="1105662"/>
                  </a:cubicBezTo>
                  <a:close/>
                </a:path>
              </a:pathLst>
            </a:custGeom>
            <a:noFill/>
            <a:ln w="12700" cap="flat">
              <a:solidFill>
                <a:srgbClr val="001C5B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8" name="Forma libre 7">
            <a:extLst>
              <a:ext uri="{FF2B5EF4-FFF2-40B4-BE49-F238E27FC236}">
                <a16:creationId xmlns:a16="http://schemas.microsoft.com/office/drawing/2014/main" id="{8197E78F-373C-FC03-45CB-8BCCF23660B2}"/>
              </a:ext>
            </a:extLst>
          </p:cNvPr>
          <p:cNvSpPr/>
          <p:nvPr/>
        </p:nvSpPr>
        <p:spPr>
          <a:xfrm>
            <a:off x="4250245" y="1559115"/>
            <a:ext cx="2585529" cy="935100"/>
          </a:xfrm>
          <a:custGeom>
            <a:avLst/>
            <a:gdLst>
              <a:gd name="connsiteX0" fmla="*/ 0 w 2585529"/>
              <a:gd name="connsiteY0" fmla="*/ 82740 h 935100"/>
              <a:gd name="connsiteX1" fmla="*/ 0 w 2585529"/>
              <a:gd name="connsiteY1" fmla="*/ 720154 h 935100"/>
              <a:gd name="connsiteX2" fmla="*/ 82931 w 2585529"/>
              <a:gd name="connsiteY2" fmla="*/ 803085 h 935100"/>
              <a:gd name="connsiteX3" fmla="*/ 1293558 w 2585529"/>
              <a:gd name="connsiteY3" fmla="*/ 803085 h 935100"/>
              <a:gd name="connsiteX4" fmla="*/ 1294194 w 2585529"/>
              <a:gd name="connsiteY4" fmla="*/ 803085 h 935100"/>
              <a:gd name="connsiteX5" fmla="*/ 1304798 w 2585529"/>
              <a:gd name="connsiteY5" fmla="*/ 803974 h 935100"/>
              <a:gd name="connsiteX6" fmla="*/ 1317752 w 2585529"/>
              <a:gd name="connsiteY6" fmla="*/ 804799 h 935100"/>
              <a:gd name="connsiteX7" fmla="*/ 1354201 w 2585529"/>
              <a:gd name="connsiteY7" fmla="*/ 809498 h 935100"/>
              <a:gd name="connsiteX8" fmla="*/ 1368742 w 2585529"/>
              <a:gd name="connsiteY8" fmla="*/ 813181 h 935100"/>
              <a:gd name="connsiteX9" fmla="*/ 1368933 w 2585529"/>
              <a:gd name="connsiteY9" fmla="*/ 813181 h 935100"/>
              <a:gd name="connsiteX10" fmla="*/ 1479169 w 2585529"/>
              <a:gd name="connsiteY10" fmla="*/ 933577 h 935100"/>
              <a:gd name="connsiteX11" fmla="*/ 1483360 w 2585529"/>
              <a:gd name="connsiteY11" fmla="*/ 933577 h 935100"/>
              <a:gd name="connsiteX12" fmla="*/ 1592008 w 2585529"/>
              <a:gd name="connsiteY12" fmla="*/ 813752 h 935100"/>
              <a:gd name="connsiteX13" fmla="*/ 1595374 w 2585529"/>
              <a:gd name="connsiteY13" fmla="*/ 812673 h 935100"/>
              <a:gd name="connsiteX14" fmla="*/ 1646047 w 2585529"/>
              <a:gd name="connsiteY14" fmla="*/ 803847 h 935100"/>
              <a:gd name="connsiteX15" fmla="*/ 1658176 w 2585529"/>
              <a:gd name="connsiteY15" fmla="*/ 803085 h 935100"/>
              <a:gd name="connsiteX16" fmla="*/ 2505393 w 2585529"/>
              <a:gd name="connsiteY16" fmla="*/ 803085 h 935100"/>
              <a:gd name="connsiteX17" fmla="*/ 2585530 w 2585529"/>
              <a:gd name="connsiteY17" fmla="*/ 722948 h 935100"/>
              <a:gd name="connsiteX18" fmla="*/ 2585530 w 2585529"/>
              <a:gd name="connsiteY18" fmla="*/ 81470 h 935100"/>
              <a:gd name="connsiteX19" fmla="*/ 2504059 w 2585529"/>
              <a:gd name="connsiteY19" fmla="*/ 0 h 935100"/>
              <a:gd name="connsiteX20" fmla="*/ 82677 w 2585529"/>
              <a:gd name="connsiteY20" fmla="*/ 0 h 935100"/>
              <a:gd name="connsiteX21" fmla="*/ 0 w 2585529"/>
              <a:gd name="connsiteY21" fmla="*/ 82677 h 93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585529" h="935100">
                <a:moveTo>
                  <a:pt x="0" y="82740"/>
                </a:moveTo>
                <a:lnTo>
                  <a:pt x="0" y="720154"/>
                </a:lnTo>
                <a:cubicBezTo>
                  <a:pt x="0" y="765937"/>
                  <a:pt x="37147" y="803085"/>
                  <a:pt x="82931" y="803085"/>
                </a:cubicBezTo>
                <a:lnTo>
                  <a:pt x="1293558" y="803085"/>
                </a:lnTo>
                <a:cubicBezTo>
                  <a:pt x="1293558" y="803085"/>
                  <a:pt x="1293939" y="803085"/>
                  <a:pt x="1294194" y="803085"/>
                </a:cubicBezTo>
                <a:cubicBezTo>
                  <a:pt x="1297750" y="803402"/>
                  <a:pt x="1301306" y="803720"/>
                  <a:pt x="1304798" y="803974"/>
                </a:cubicBezTo>
                <a:cubicBezTo>
                  <a:pt x="1309116" y="804291"/>
                  <a:pt x="1313434" y="804545"/>
                  <a:pt x="1317752" y="804799"/>
                </a:cubicBezTo>
                <a:cubicBezTo>
                  <a:pt x="1330008" y="805561"/>
                  <a:pt x="1342200" y="806895"/>
                  <a:pt x="1354201" y="809498"/>
                </a:cubicBezTo>
                <a:cubicBezTo>
                  <a:pt x="1359217" y="810577"/>
                  <a:pt x="1364044" y="811848"/>
                  <a:pt x="1368742" y="813181"/>
                </a:cubicBezTo>
                <a:lnTo>
                  <a:pt x="1368933" y="813181"/>
                </a:lnTo>
                <a:cubicBezTo>
                  <a:pt x="1440561" y="838136"/>
                  <a:pt x="1471295" y="911352"/>
                  <a:pt x="1479169" y="933577"/>
                </a:cubicBezTo>
                <a:cubicBezTo>
                  <a:pt x="1479867" y="935609"/>
                  <a:pt x="1482662" y="935609"/>
                  <a:pt x="1483360" y="933577"/>
                </a:cubicBezTo>
                <a:cubicBezTo>
                  <a:pt x="1491107" y="911542"/>
                  <a:pt x="1521460" y="839216"/>
                  <a:pt x="1592008" y="813752"/>
                </a:cubicBezTo>
                <a:lnTo>
                  <a:pt x="1595374" y="812673"/>
                </a:lnTo>
                <a:cubicBezTo>
                  <a:pt x="1611884" y="808101"/>
                  <a:pt x="1628965" y="804926"/>
                  <a:pt x="1646047" y="803847"/>
                </a:cubicBezTo>
                <a:cubicBezTo>
                  <a:pt x="1650111" y="803592"/>
                  <a:pt x="1654175" y="803339"/>
                  <a:pt x="1658176" y="803085"/>
                </a:cubicBezTo>
                <a:lnTo>
                  <a:pt x="2505393" y="803085"/>
                </a:lnTo>
                <a:cubicBezTo>
                  <a:pt x="2549652" y="803085"/>
                  <a:pt x="2585530" y="767207"/>
                  <a:pt x="2585530" y="722948"/>
                </a:cubicBezTo>
                <a:lnTo>
                  <a:pt x="2585530" y="81470"/>
                </a:lnTo>
                <a:cubicBezTo>
                  <a:pt x="2585530" y="36513"/>
                  <a:pt x="2549081" y="0"/>
                  <a:pt x="2504059" y="0"/>
                </a:cubicBezTo>
                <a:lnTo>
                  <a:pt x="82677" y="0"/>
                </a:lnTo>
                <a:cubicBezTo>
                  <a:pt x="37020" y="0"/>
                  <a:pt x="0" y="37021"/>
                  <a:pt x="0" y="82677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DA242708-A2E7-58FE-1CA8-00EE7DB8CBA7}"/>
              </a:ext>
            </a:extLst>
          </p:cNvPr>
          <p:cNvSpPr/>
          <p:nvPr/>
        </p:nvSpPr>
        <p:spPr>
          <a:xfrm>
            <a:off x="2962897" y="449770"/>
            <a:ext cx="2310078" cy="446722"/>
          </a:xfrm>
          <a:custGeom>
            <a:avLst/>
            <a:gdLst>
              <a:gd name="connsiteX0" fmla="*/ 2309507 w 2310078"/>
              <a:gd name="connsiteY0" fmla="*/ 220917 h 446722"/>
              <a:gd name="connsiteX1" fmla="*/ 2309507 w 2310078"/>
              <a:gd name="connsiteY1" fmla="*/ 220917 h 446722"/>
              <a:gd name="connsiteX2" fmla="*/ 2309507 w 2310078"/>
              <a:gd name="connsiteY2" fmla="*/ 220853 h 446722"/>
              <a:gd name="connsiteX3" fmla="*/ 2307475 w 2310078"/>
              <a:gd name="connsiteY3" fmla="*/ 218377 h 446722"/>
              <a:gd name="connsiteX4" fmla="*/ 2306840 w 2310078"/>
              <a:gd name="connsiteY4" fmla="*/ 217932 h 446722"/>
              <a:gd name="connsiteX5" fmla="*/ 2306205 w 2310078"/>
              <a:gd name="connsiteY5" fmla="*/ 217488 h 446722"/>
              <a:gd name="connsiteX6" fmla="*/ 2228545 w 2310078"/>
              <a:gd name="connsiteY6" fmla="*/ 152082 h 446722"/>
              <a:gd name="connsiteX7" fmla="*/ 2212479 w 2310078"/>
              <a:gd name="connsiteY7" fmla="*/ 100267 h 446722"/>
              <a:gd name="connsiteX8" fmla="*/ 2212479 w 2310078"/>
              <a:gd name="connsiteY8" fmla="*/ 66802 h 446722"/>
              <a:gd name="connsiteX9" fmla="*/ 2145677 w 2310078"/>
              <a:gd name="connsiteY9" fmla="*/ 0 h 446722"/>
              <a:gd name="connsiteX10" fmla="*/ 164287 w 2310078"/>
              <a:gd name="connsiteY10" fmla="*/ 0 h 446722"/>
              <a:gd name="connsiteX11" fmla="*/ 97485 w 2310078"/>
              <a:gd name="connsiteY11" fmla="*/ 66802 h 446722"/>
              <a:gd name="connsiteX12" fmla="*/ 97485 w 2310078"/>
              <a:gd name="connsiteY12" fmla="*/ 100267 h 446722"/>
              <a:gd name="connsiteX13" fmla="*/ 81419 w 2310078"/>
              <a:gd name="connsiteY13" fmla="*/ 152082 h 446722"/>
              <a:gd name="connsiteX14" fmla="*/ 3759 w 2310078"/>
              <a:gd name="connsiteY14" fmla="*/ 217488 h 446722"/>
              <a:gd name="connsiteX15" fmla="*/ 3124 w 2310078"/>
              <a:gd name="connsiteY15" fmla="*/ 217932 h 446722"/>
              <a:gd name="connsiteX16" fmla="*/ 2489 w 2310078"/>
              <a:gd name="connsiteY16" fmla="*/ 218377 h 446722"/>
              <a:gd name="connsiteX17" fmla="*/ 457 w 2310078"/>
              <a:gd name="connsiteY17" fmla="*/ 220853 h 446722"/>
              <a:gd name="connsiteX18" fmla="*/ 457 w 2310078"/>
              <a:gd name="connsiteY18" fmla="*/ 220917 h 446722"/>
              <a:gd name="connsiteX19" fmla="*/ 457 w 2310078"/>
              <a:gd name="connsiteY19" fmla="*/ 220917 h 446722"/>
              <a:gd name="connsiteX20" fmla="*/ 12 w 2310078"/>
              <a:gd name="connsiteY20" fmla="*/ 223393 h 446722"/>
              <a:gd name="connsiteX21" fmla="*/ 520 w 2310078"/>
              <a:gd name="connsiteY21" fmla="*/ 225806 h 446722"/>
              <a:gd name="connsiteX22" fmla="*/ 520 w 2310078"/>
              <a:gd name="connsiteY22" fmla="*/ 225806 h 446722"/>
              <a:gd name="connsiteX23" fmla="*/ 838 w 2310078"/>
              <a:gd name="connsiteY23" fmla="*/ 226314 h 446722"/>
              <a:gd name="connsiteX24" fmla="*/ 1917 w 2310078"/>
              <a:gd name="connsiteY24" fmla="*/ 227838 h 446722"/>
              <a:gd name="connsiteX25" fmla="*/ 3124 w 2310078"/>
              <a:gd name="connsiteY25" fmla="*/ 228663 h 446722"/>
              <a:gd name="connsiteX26" fmla="*/ 3886 w 2310078"/>
              <a:gd name="connsiteY26" fmla="*/ 229171 h 446722"/>
              <a:gd name="connsiteX27" fmla="*/ 81483 w 2310078"/>
              <a:gd name="connsiteY27" fmla="*/ 294640 h 446722"/>
              <a:gd name="connsiteX28" fmla="*/ 97548 w 2310078"/>
              <a:gd name="connsiteY28" fmla="*/ 346456 h 446722"/>
              <a:gd name="connsiteX29" fmla="*/ 97548 w 2310078"/>
              <a:gd name="connsiteY29" fmla="*/ 379921 h 446722"/>
              <a:gd name="connsiteX30" fmla="*/ 164350 w 2310078"/>
              <a:gd name="connsiteY30" fmla="*/ 446722 h 446722"/>
              <a:gd name="connsiteX31" fmla="*/ 2145741 w 2310078"/>
              <a:gd name="connsiteY31" fmla="*/ 446722 h 446722"/>
              <a:gd name="connsiteX32" fmla="*/ 2212543 w 2310078"/>
              <a:gd name="connsiteY32" fmla="*/ 379921 h 446722"/>
              <a:gd name="connsiteX33" fmla="*/ 2212543 w 2310078"/>
              <a:gd name="connsiteY33" fmla="*/ 331280 h 446722"/>
              <a:gd name="connsiteX34" fmla="*/ 2216226 w 2310078"/>
              <a:gd name="connsiteY34" fmla="*/ 315659 h 446722"/>
              <a:gd name="connsiteX35" fmla="*/ 2306205 w 2310078"/>
              <a:gd name="connsiteY35" fmla="*/ 229171 h 446722"/>
              <a:gd name="connsiteX36" fmla="*/ 2306967 w 2310078"/>
              <a:gd name="connsiteY36" fmla="*/ 228663 h 446722"/>
              <a:gd name="connsiteX37" fmla="*/ 2308174 w 2310078"/>
              <a:gd name="connsiteY37" fmla="*/ 227838 h 446722"/>
              <a:gd name="connsiteX38" fmla="*/ 2309253 w 2310078"/>
              <a:gd name="connsiteY38" fmla="*/ 226314 h 446722"/>
              <a:gd name="connsiteX39" fmla="*/ 2309571 w 2310078"/>
              <a:gd name="connsiteY39" fmla="*/ 225806 h 446722"/>
              <a:gd name="connsiteX40" fmla="*/ 2309571 w 2310078"/>
              <a:gd name="connsiteY40" fmla="*/ 225806 h 446722"/>
              <a:gd name="connsiteX41" fmla="*/ 2310079 w 2310078"/>
              <a:gd name="connsiteY41" fmla="*/ 223393 h 446722"/>
              <a:gd name="connsiteX42" fmla="*/ 2309634 w 2310078"/>
              <a:gd name="connsiteY42" fmla="*/ 220917 h 44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310078" h="446722">
                <a:moveTo>
                  <a:pt x="2309507" y="220917"/>
                </a:moveTo>
                <a:cubicBezTo>
                  <a:pt x="2309507" y="220917"/>
                  <a:pt x="2309507" y="220917"/>
                  <a:pt x="2309507" y="220917"/>
                </a:cubicBezTo>
                <a:cubicBezTo>
                  <a:pt x="2309507" y="220917"/>
                  <a:pt x="2309507" y="220917"/>
                  <a:pt x="2309507" y="220853"/>
                </a:cubicBezTo>
                <a:cubicBezTo>
                  <a:pt x="2309063" y="219837"/>
                  <a:pt x="2308364" y="219075"/>
                  <a:pt x="2307475" y="218377"/>
                </a:cubicBezTo>
                <a:cubicBezTo>
                  <a:pt x="2307285" y="218186"/>
                  <a:pt x="2307031" y="218059"/>
                  <a:pt x="2306840" y="217932"/>
                </a:cubicBezTo>
                <a:cubicBezTo>
                  <a:pt x="2306650" y="217805"/>
                  <a:pt x="2306459" y="217614"/>
                  <a:pt x="2306205" y="217488"/>
                </a:cubicBezTo>
                <a:cubicBezTo>
                  <a:pt x="2276741" y="204788"/>
                  <a:pt x="2247785" y="179832"/>
                  <a:pt x="2228545" y="152082"/>
                </a:cubicBezTo>
                <a:cubicBezTo>
                  <a:pt x="2218004" y="136906"/>
                  <a:pt x="2212479" y="118745"/>
                  <a:pt x="2212479" y="100267"/>
                </a:cubicBezTo>
                <a:lnTo>
                  <a:pt x="2212479" y="66802"/>
                </a:lnTo>
                <a:cubicBezTo>
                  <a:pt x="2212479" y="29908"/>
                  <a:pt x="2182571" y="0"/>
                  <a:pt x="2145677" y="0"/>
                </a:cubicBezTo>
                <a:lnTo>
                  <a:pt x="164287" y="0"/>
                </a:lnTo>
                <a:cubicBezTo>
                  <a:pt x="127393" y="0"/>
                  <a:pt x="97485" y="29908"/>
                  <a:pt x="97485" y="66802"/>
                </a:cubicBezTo>
                <a:lnTo>
                  <a:pt x="97485" y="100267"/>
                </a:lnTo>
                <a:cubicBezTo>
                  <a:pt x="97485" y="118745"/>
                  <a:pt x="91960" y="136906"/>
                  <a:pt x="81419" y="152082"/>
                </a:cubicBezTo>
                <a:cubicBezTo>
                  <a:pt x="62179" y="179832"/>
                  <a:pt x="33223" y="204788"/>
                  <a:pt x="3759" y="217488"/>
                </a:cubicBezTo>
                <a:cubicBezTo>
                  <a:pt x="3505" y="217614"/>
                  <a:pt x="3378" y="217805"/>
                  <a:pt x="3124" y="217932"/>
                </a:cubicBezTo>
                <a:cubicBezTo>
                  <a:pt x="2870" y="218059"/>
                  <a:pt x="2679" y="218249"/>
                  <a:pt x="2489" y="218377"/>
                </a:cubicBezTo>
                <a:cubicBezTo>
                  <a:pt x="1600" y="219075"/>
                  <a:pt x="838" y="219837"/>
                  <a:pt x="457" y="220853"/>
                </a:cubicBezTo>
                <a:cubicBezTo>
                  <a:pt x="457" y="220853"/>
                  <a:pt x="457" y="220853"/>
                  <a:pt x="457" y="220917"/>
                </a:cubicBezTo>
                <a:cubicBezTo>
                  <a:pt x="457" y="220917"/>
                  <a:pt x="457" y="220917"/>
                  <a:pt x="457" y="220917"/>
                </a:cubicBezTo>
                <a:cubicBezTo>
                  <a:pt x="139" y="221678"/>
                  <a:pt x="-51" y="222504"/>
                  <a:pt x="12" y="223393"/>
                </a:cubicBezTo>
                <a:cubicBezTo>
                  <a:pt x="12" y="224218"/>
                  <a:pt x="203" y="225044"/>
                  <a:pt x="520" y="225806"/>
                </a:cubicBezTo>
                <a:cubicBezTo>
                  <a:pt x="520" y="225806"/>
                  <a:pt x="520" y="225806"/>
                  <a:pt x="520" y="225806"/>
                </a:cubicBezTo>
                <a:cubicBezTo>
                  <a:pt x="584" y="225996"/>
                  <a:pt x="774" y="226124"/>
                  <a:pt x="838" y="226314"/>
                </a:cubicBezTo>
                <a:cubicBezTo>
                  <a:pt x="1155" y="226885"/>
                  <a:pt x="1473" y="227393"/>
                  <a:pt x="1917" y="227838"/>
                </a:cubicBezTo>
                <a:cubicBezTo>
                  <a:pt x="2298" y="228219"/>
                  <a:pt x="2743" y="228410"/>
                  <a:pt x="3124" y="228663"/>
                </a:cubicBezTo>
                <a:cubicBezTo>
                  <a:pt x="3378" y="228854"/>
                  <a:pt x="3632" y="229045"/>
                  <a:pt x="3886" y="229171"/>
                </a:cubicBezTo>
                <a:cubicBezTo>
                  <a:pt x="32969" y="241110"/>
                  <a:pt x="61925" y="266192"/>
                  <a:pt x="81483" y="294640"/>
                </a:cubicBezTo>
                <a:cubicBezTo>
                  <a:pt x="91960" y="309880"/>
                  <a:pt x="97548" y="327978"/>
                  <a:pt x="97548" y="346456"/>
                </a:cubicBezTo>
                <a:lnTo>
                  <a:pt x="97548" y="379921"/>
                </a:lnTo>
                <a:cubicBezTo>
                  <a:pt x="97548" y="416814"/>
                  <a:pt x="127457" y="446722"/>
                  <a:pt x="164350" y="446722"/>
                </a:cubicBezTo>
                <a:lnTo>
                  <a:pt x="2145741" y="446722"/>
                </a:lnTo>
                <a:cubicBezTo>
                  <a:pt x="2182634" y="446722"/>
                  <a:pt x="2212543" y="416814"/>
                  <a:pt x="2212543" y="379921"/>
                </a:cubicBezTo>
                <a:lnTo>
                  <a:pt x="2212543" y="331280"/>
                </a:lnTo>
                <a:cubicBezTo>
                  <a:pt x="2212543" y="325882"/>
                  <a:pt x="2213813" y="320548"/>
                  <a:pt x="2216226" y="315659"/>
                </a:cubicBezTo>
                <a:cubicBezTo>
                  <a:pt x="2234133" y="279082"/>
                  <a:pt x="2270137" y="243967"/>
                  <a:pt x="2306205" y="229171"/>
                </a:cubicBezTo>
                <a:cubicBezTo>
                  <a:pt x="2306523" y="229045"/>
                  <a:pt x="2306713" y="228791"/>
                  <a:pt x="2306967" y="228663"/>
                </a:cubicBezTo>
                <a:cubicBezTo>
                  <a:pt x="2307412" y="228410"/>
                  <a:pt x="2307856" y="228219"/>
                  <a:pt x="2308174" y="227838"/>
                </a:cubicBezTo>
                <a:cubicBezTo>
                  <a:pt x="2308618" y="227393"/>
                  <a:pt x="2308936" y="226885"/>
                  <a:pt x="2309253" y="226314"/>
                </a:cubicBezTo>
                <a:cubicBezTo>
                  <a:pt x="2309380" y="226124"/>
                  <a:pt x="2309507" y="225996"/>
                  <a:pt x="2309571" y="225806"/>
                </a:cubicBezTo>
                <a:cubicBezTo>
                  <a:pt x="2309571" y="225806"/>
                  <a:pt x="2309571" y="225806"/>
                  <a:pt x="2309571" y="225806"/>
                </a:cubicBezTo>
                <a:cubicBezTo>
                  <a:pt x="2309888" y="225044"/>
                  <a:pt x="2310079" y="224218"/>
                  <a:pt x="2310079" y="223393"/>
                </a:cubicBezTo>
                <a:cubicBezTo>
                  <a:pt x="2310079" y="222567"/>
                  <a:pt x="2309888" y="221742"/>
                  <a:pt x="2309634" y="220917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A290A317-D927-5CA9-1580-D6E02B2DE9C2}"/>
              </a:ext>
            </a:extLst>
          </p:cNvPr>
          <p:cNvSpPr/>
          <p:nvPr/>
        </p:nvSpPr>
        <p:spPr>
          <a:xfrm>
            <a:off x="9292463" y="2877788"/>
            <a:ext cx="1239011" cy="239648"/>
          </a:xfrm>
          <a:custGeom>
            <a:avLst/>
            <a:gdLst>
              <a:gd name="connsiteX0" fmla="*/ 1238694 w 1239011"/>
              <a:gd name="connsiteY0" fmla="*/ 118491 h 239648"/>
              <a:gd name="connsiteX1" fmla="*/ 1238694 w 1239011"/>
              <a:gd name="connsiteY1" fmla="*/ 118491 h 239648"/>
              <a:gd name="connsiteX2" fmla="*/ 1238694 w 1239011"/>
              <a:gd name="connsiteY2" fmla="*/ 118491 h 239648"/>
              <a:gd name="connsiteX3" fmla="*/ 1237615 w 1239011"/>
              <a:gd name="connsiteY3" fmla="*/ 117157 h 239648"/>
              <a:gd name="connsiteX4" fmla="*/ 1237234 w 1239011"/>
              <a:gd name="connsiteY4" fmla="*/ 116904 h 239648"/>
              <a:gd name="connsiteX5" fmla="*/ 1236917 w 1239011"/>
              <a:gd name="connsiteY5" fmla="*/ 116649 h 239648"/>
              <a:gd name="connsiteX6" fmla="*/ 1195260 w 1239011"/>
              <a:gd name="connsiteY6" fmla="*/ 81597 h 239648"/>
              <a:gd name="connsiteX7" fmla="*/ 1186625 w 1239011"/>
              <a:gd name="connsiteY7" fmla="*/ 53785 h 239648"/>
              <a:gd name="connsiteX8" fmla="*/ 1186625 w 1239011"/>
              <a:gd name="connsiteY8" fmla="*/ 35814 h 239648"/>
              <a:gd name="connsiteX9" fmla="*/ 1150810 w 1239011"/>
              <a:gd name="connsiteY9" fmla="*/ 0 h 239648"/>
              <a:gd name="connsiteX10" fmla="*/ 88138 w 1239011"/>
              <a:gd name="connsiteY10" fmla="*/ 0 h 239648"/>
              <a:gd name="connsiteX11" fmla="*/ 52324 w 1239011"/>
              <a:gd name="connsiteY11" fmla="*/ 35814 h 239648"/>
              <a:gd name="connsiteX12" fmla="*/ 52324 w 1239011"/>
              <a:gd name="connsiteY12" fmla="*/ 53785 h 239648"/>
              <a:gd name="connsiteX13" fmla="*/ 43688 w 1239011"/>
              <a:gd name="connsiteY13" fmla="*/ 81597 h 239648"/>
              <a:gd name="connsiteX14" fmla="*/ 2032 w 1239011"/>
              <a:gd name="connsiteY14" fmla="*/ 116649 h 239648"/>
              <a:gd name="connsiteX15" fmla="*/ 1715 w 1239011"/>
              <a:gd name="connsiteY15" fmla="*/ 116904 h 239648"/>
              <a:gd name="connsiteX16" fmla="*/ 1333 w 1239011"/>
              <a:gd name="connsiteY16" fmla="*/ 117157 h 239648"/>
              <a:gd name="connsiteX17" fmla="*/ 254 w 1239011"/>
              <a:gd name="connsiteY17" fmla="*/ 118491 h 239648"/>
              <a:gd name="connsiteX18" fmla="*/ 254 w 1239011"/>
              <a:gd name="connsiteY18" fmla="*/ 118491 h 239648"/>
              <a:gd name="connsiteX19" fmla="*/ 254 w 1239011"/>
              <a:gd name="connsiteY19" fmla="*/ 118491 h 239648"/>
              <a:gd name="connsiteX20" fmla="*/ 0 w 1239011"/>
              <a:gd name="connsiteY20" fmla="*/ 119824 h 239648"/>
              <a:gd name="connsiteX21" fmla="*/ 254 w 1239011"/>
              <a:gd name="connsiteY21" fmla="*/ 121158 h 239648"/>
              <a:gd name="connsiteX22" fmla="*/ 254 w 1239011"/>
              <a:gd name="connsiteY22" fmla="*/ 121158 h 239648"/>
              <a:gd name="connsiteX23" fmla="*/ 444 w 1239011"/>
              <a:gd name="connsiteY23" fmla="*/ 121412 h 239648"/>
              <a:gd name="connsiteX24" fmla="*/ 1016 w 1239011"/>
              <a:gd name="connsiteY24" fmla="*/ 122238 h 239648"/>
              <a:gd name="connsiteX25" fmla="*/ 1651 w 1239011"/>
              <a:gd name="connsiteY25" fmla="*/ 122682 h 239648"/>
              <a:gd name="connsiteX26" fmla="*/ 2095 w 1239011"/>
              <a:gd name="connsiteY26" fmla="*/ 122936 h 239648"/>
              <a:gd name="connsiteX27" fmla="*/ 43752 w 1239011"/>
              <a:gd name="connsiteY27" fmla="*/ 158051 h 239648"/>
              <a:gd name="connsiteX28" fmla="*/ 52388 w 1239011"/>
              <a:gd name="connsiteY28" fmla="*/ 185864 h 239648"/>
              <a:gd name="connsiteX29" fmla="*/ 52388 w 1239011"/>
              <a:gd name="connsiteY29" fmla="*/ 203835 h 239648"/>
              <a:gd name="connsiteX30" fmla="*/ 88202 w 1239011"/>
              <a:gd name="connsiteY30" fmla="*/ 239649 h 239648"/>
              <a:gd name="connsiteX31" fmla="*/ 1150874 w 1239011"/>
              <a:gd name="connsiteY31" fmla="*/ 239649 h 239648"/>
              <a:gd name="connsiteX32" fmla="*/ 1186688 w 1239011"/>
              <a:gd name="connsiteY32" fmla="*/ 203835 h 239648"/>
              <a:gd name="connsiteX33" fmla="*/ 1186688 w 1239011"/>
              <a:gd name="connsiteY33" fmla="*/ 177736 h 239648"/>
              <a:gd name="connsiteX34" fmla="*/ 1188656 w 1239011"/>
              <a:gd name="connsiteY34" fmla="*/ 169354 h 239648"/>
              <a:gd name="connsiteX35" fmla="*/ 1236917 w 1239011"/>
              <a:gd name="connsiteY35" fmla="*/ 122936 h 239648"/>
              <a:gd name="connsiteX36" fmla="*/ 1237361 w 1239011"/>
              <a:gd name="connsiteY36" fmla="*/ 122682 h 239648"/>
              <a:gd name="connsiteX37" fmla="*/ 1237996 w 1239011"/>
              <a:gd name="connsiteY37" fmla="*/ 122238 h 239648"/>
              <a:gd name="connsiteX38" fmla="*/ 1238568 w 1239011"/>
              <a:gd name="connsiteY38" fmla="*/ 121412 h 239648"/>
              <a:gd name="connsiteX39" fmla="*/ 1238758 w 1239011"/>
              <a:gd name="connsiteY39" fmla="*/ 121158 h 239648"/>
              <a:gd name="connsiteX40" fmla="*/ 1238758 w 1239011"/>
              <a:gd name="connsiteY40" fmla="*/ 121158 h 239648"/>
              <a:gd name="connsiteX41" fmla="*/ 1239012 w 1239011"/>
              <a:gd name="connsiteY41" fmla="*/ 119824 h 239648"/>
              <a:gd name="connsiteX42" fmla="*/ 1238758 w 1239011"/>
              <a:gd name="connsiteY42" fmla="*/ 118491 h 239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239011" h="239648">
                <a:moveTo>
                  <a:pt x="1238694" y="118491"/>
                </a:moveTo>
                <a:cubicBezTo>
                  <a:pt x="1238694" y="118491"/>
                  <a:pt x="1238694" y="118491"/>
                  <a:pt x="1238694" y="118491"/>
                </a:cubicBezTo>
                <a:cubicBezTo>
                  <a:pt x="1238694" y="118491"/>
                  <a:pt x="1238694" y="118491"/>
                  <a:pt x="1238694" y="118491"/>
                </a:cubicBezTo>
                <a:cubicBezTo>
                  <a:pt x="1238441" y="117983"/>
                  <a:pt x="1238059" y="117538"/>
                  <a:pt x="1237615" y="117157"/>
                </a:cubicBezTo>
                <a:cubicBezTo>
                  <a:pt x="1237488" y="117094"/>
                  <a:pt x="1237361" y="116967"/>
                  <a:pt x="1237234" y="116904"/>
                </a:cubicBezTo>
                <a:cubicBezTo>
                  <a:pt x="1237107" y="116840"/>
                  <a:pt x="1237043" y="116713"/>
                  <a:pt x="1236917" y="116649"/>
                </a:cubicBezTo>
                <a:cubicBezTo>
                  <a:pt x="1221105" y="109855"/>
                  <a:pt x="1205547" y="96457"/>
                  <a:pt x="1195260" y="81597"/>
                </a:cubicBezTo>
                <a:cubicBezTo>
                  <a:pt x="1189609" y="73469"/>
                  <a:pt x="1186625" y="63690"/>
                  <a:pt x="1186625" y="53785"/>
                </a:cubicBezTo>
                <a:lnTo>
                  <a:pt x="1186625" y="35814"/>
                </a:lnTo>
                <a:cubicBezTo>
                  <a:pt x="1186625" y="16002"/>
                  <a:pt x="1170559" y="0"/>
                  <a:pt x="1150810" y="0"/>
                </a:cubicBezTo>
                <a:lnTo>
                  <a:pt x="88138" y="0"/>
                </a:lnTo>
                <a:cubicBezTo>
                  <a:pt x="68326" y="0"/>
                  <a:pt x="52324" y="16065"/>
                  <a:pt x="52324" y="35814"/>
                </a:cubicBezTo>
                <a:lnTo>
                  <a:pt x="52324" y="53785"/>
                </a:lnTo>
                <a:cubicBezTo>
                  <a:pt x="52324" y="63690"/>
                  <a:pt x="49340" y="73406"/>
                  <a:pt x="43688" y="81597"/>
                </a:cubicBezTo>
                <a:cubicBezTo>
                  <a:pt x="33338" y="96457"/>
                  <a:pt x="17843" y="109855"/>
                  <a:pt x="2032" y="116649"/>
                </a:cubicBezTo>
                <a:cubicBezTo>
                  <a:pt x="1905" y="116649"/>
                  <a:pt x="1842" y="116776"/>
                  <a:pt x="1715" y="116904"/>
                </a:cubicBezTo>
                <a:cubicBezTo>
                  <a:pt x="1588" y="116967"/>
                  <a:pt x="1460" y="117030"/>
                  <a:pt x="1333" y="117157"/>
                </a:cubicBezTo>
                <a:cubicBezTo>
                  <a:pt x="889" y="117538"/>
                  <a:pt x="444" y="117983"/>
                  <a:pt x="254" y="118491"/>
                </a:cubicBezTo>
                <a:cubicBezTo>
                  <a:pt x="254" y="118491"/>
                  <a:pt x="254" y="118491"/>
                  <a:pt x="254" y="118491"/>
                </a:cubicBezTo>
                <a:cubicBezTo>
                  <a:pt x="254" y="118491"/>
                  <a:pt x="254" y="118491"/>
                  <a:pt x="254" y="118491"/>
                </a:cubicBezTo>
                <a:cubicBezTo>
                  <a:pt x="64" y="118935"/>
                  <a:pt x="0" y="119380"/>
                  <a:pt x="0" y="119824"/>
                </a:cubicBezTo>
                <a:cubicBezTo>
                  <a:pt x="0" y="120269"/>
                  <a:pt x="127" y="120713"/>
                  <a:pt x="254" y="121158"/>
                </a:cubicBezTo>
                <a:cubicBezTo>
                  <a:pt x="254" y="121158"/>
                  <a:pt x="254" y="121158"/>
                  <a:pt x="254" y="121158"/>
                </a:cubicBezTo>
                <a:cubicBezTo>
                  <a:pt x="254" y="121285"/>
                  <a:pt x="381" y="121348"/>
                  <a:pt x="444" y="121412"/>
                </a:cubicBezTo>
                <a:cubicBezTo>
                  <a:pt x="635" y="121729"/>
                  <a:pt x="762" y="121983"/>
                  <a:pt x="1016" y="122238"/>
                </a:cubicBezTo>
                <a:cubicBezTo>
                  <a:pt x="1206" y="122428"/>
                  <a:pt x="1460" y="122555"/>
                  <a:pt x="1651" y="122682"/>
                </a:cubicBezTo>
                <a:cubicBezTo>
                  <a:pt x="1778" y="122745"/>
                  <a:pt x="1905" y="122872"/>
                  <a:pt x="2095" y="122936"/>
                </a:cubicBezTo>
                <a:cubicBezTo>
                  <a:pt x="17717" y="129349"/>
                  <a:pt x="33210" y="142811"/>
                  <a:pt x="43752" y="158051"/>
                </a:cubicBezTo>
                <a:cubicBezTo>
                  <a:pt x="49340" y="166243"/>
                  <a:pt x="52388" y="175895"/>
                  <a:pt x="52388" y="185864"/>
                </a:cubicBezTo>
                <a:lnTo>
                  <a:pt x="52388" y="203835"/>
                </a:lnTo>
                <a:cubicBezTo>
                  <a:pt x="52388" y="223647"/>
                  <a:pt x="68453" y="239649"/>
                  <a:pt x="88202" y="239649"/>
                </a:cubicBezTo>
                <a:lnTo>
                  <a:pt x="1150874" y="239649"/>
                </a:lnTo>
                <a:cubicBezTo>
                  <a:pt x="1170686" y="239649"/>
                  <a:pt x="1186688" y="223583"/>
                  <a:pt x="1186688" y="203835"/>
                </a:cubicBezTo>
                <a:lnTo>
                  <a:pt x="1186688" y="177736"/>
                </a:lnTo>
                <a:cubicBezTo>
                  <a:pt x="1186688" y="174816"/>
                  <a:pt x="1187387" y="171958"/>
                  <a:pt x="1188656" y="169354"/>
                </a:cubicBezTo>
                <a:cubicBezTo>
                  <a:pt x="1198245" y="149733"/>
                  <a:pt x="1217549" y="130937"/>
                  <a:pt x="1236917" y="122936"/>
                </a:cubicBezTo>
                <a:cubicBezTo>
                  <a:pt x="1237107" y="122872"/>
                  <a:pt x="1237170" y="122745"/>
                  <a:pt x="1237361" y="122682"/>
                </a:cubicBezTo>
                <a:cubicBezTo>
                  <a:pt x="1237615" y="122555"/>
                  <a:pt x="1237806" y="122428"/>
                  <a:pt x="1237996" y="122238"/>
                </a:cubicBezTo>
                <a:cubicBezTo>
                  <a:pt x="1238250" y="121983"/>
                  <a:pt x="1238377" y="121729"/>
                  <a:pt x="1238568" y="121412"/>
                </a:cubicBezTo>
                <a:cubicBezTo>
                  <a:pt x="1238568" y="121348"/>
                  <a:pt x="1238694" y="121221"/>
                  <a:pt x="1238758" y="121158"/>
                </a:cubicBezTo>
                <a:cubicBezTo>
                  <a:pt x="1238758" y="121158"/>
                  <a:pt x="1238758" y="121158"/>
                  <a:pt x="1238758" y="121158"/>
                </a:cubicBezTo>
                <a:cubicBezTo>
                  <a:pt x="1238948" y="120777"/>
                  <a:pt x="1239012" y="120332"/>
                  <a:pt x="1239012" y="119824"/>
                </a:cubicBezTo>
                <a:cubicBezTo>
                  <a:pt x="1239012" y="119380"/>
                  <a:pt x="1238948" y="118935"/>
                  <a:pt x="1238758" y="118491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1" name="Forma libre 10">
            <a:extLst>
              <a:ext uri="{FF2B5EF4-FFF2-40B4-BE49-F238E27FC236}">
                <a16:creationId xmlns:a16="http://schemas.microsoft.com/office/drawing/2014/main" id="{510A3166-7F30-ACAF-4AA7-DD325630F4BB}"/>
              </a:ext>
            </a:extLst>
          </p:cNvPr>
          <p:cNvSpPr/>
          <p:nvPr/>
        </p:nvSpPr>
        <p:spPr>
          <a:xfrm>
            <a:off x="9229522" y="449770"/>
            <a:ext cx="1622310" cy="446722"/>
          </a:xfrm>
          <a:custGeom>
            <a:avLst/>
            <a:gdLst>
              <a:gd name="connsiteX0" fmla="*/ 1621739 w 1622310"/>
              <a:gd name="connsiteY0" fmla="*/ 220917 h 446722"/>
              <a:gd name="connsiteX1" fmla="*/ 1621739 w 1622310"/>
              <a:gd name="connsiteY1" fmla="*/ 220917 h 446722"/>
              <a:gd name="connsiteX2" fmla="*/ 1621739 w 1622310"/>
              <a:gd name="connsiteY2" fmla="*/ 220853 h 446722"/>
              <a:gd name="connsiteX3" fmla="*/ 1619707 w 1622310"/>
              <a:gd name="connsiteY3" fmla="*/ 218377 h 446722"/>
              <a:gd name="connsiteX4" fmla="*/ 1619072 w 1622310"/>
              <a:gd name="connsiteY4" fmla="*/ 217932 h 446722"/>
              <a:gd name="connsiteX5" fmla="*/ 1618437 w 1622310"/>
              <a:gd name="connsiteY5" fmla="*/ 217488 h 446722"/>
              <a:gd name="connsiteX6" fmla="*/ 1540776 w 1622310"/>
              <a:gd name="connsiteY6" fmla="*/ 152082 h 446722"/>
              <a:gd name="connsiteX7" fmla="*/ 1524711 w 1622310"/>
              <a:gd name="connsiteY7" fmla="*/ 100267 h 446722"/>
              <a:gd name="connsiteX8" fmla="*/ 1524711 w 1622310"/>
              <a:gd name="connsiteY8" fmla="*/ 66802 h 446722"/>
              <a:gd name="connsiteX9" fmla="*/ 1457909 w 1622310"/>
              <a:gd name="connsiteY9" fmla="*/ 0 h 446722"/>
              <a:gd name="connsiteX10" fmla="*/ 164287 w 1622310"/>
              <a:gd name="connsiteY10" fmla="*/ 0 h 446722"/>
              <a:gd name="connsiteX11" fmla="*/ 97485 w 1622310"/>
              <a:gd name="connsiteY11" fmla="*/ 66802 h 446722"/>
              <a:gd name="connsiteX12" fmla="*/ 97485 w 1622310"/>
              <a:gd name="connsiteY12" fmla="*/ 100267 h 446722"/>
              <a:gd name="connsiteX13" fmla="*/ 81420 w 1622310"/>
              <a:gd name="connsiteY13" fmla="*/ 152082 h 446722"/>
              <a:gd name="connsiteX14" fmla="*/ 3759 w 1622310"/>
              <a:gd name="connsiteY14" fmla="*/ 217488 h 446722"/>
              <a:gd name="connsiteX15" fmla="*/ 3124 w 1622310"/>
              <a:gd name="connsiteY15" fmla="*/ 217932 h 446722"/>
              <a:gd name="connsiteX16" fmla="*/ 2489 w 1622310"/>
              <a:gd name="connsiteY16" fmla="*/ 218377 h 446722"/>
              <a:gd name="connsiteX17" fmla="*/ 457 w 1622310"/>
              <a:gd name="connsiteY17" fmla="*/ 220853 h 446722"/>
              <a:gd name="connsiteX18" fmla="*/ 457 w 1622310"/>
              <a:gd name="connsiteY18" fmla="*/ 220917 h 446722"/>
              <a:gd name="connsiteX19" fmla="*/ 457 w 1622310"/>
              <a:gd name="connsiteY19" fmla="*/ 220917 h 446722"/>
              <a:gd name="connsiteX20" fmla="*/ 12 w 1622310"/>
              <a:gd name="connsiteY20" fmla="*/ 223393 h 446722"/>
              <a:gd name="connsiteX21" fmla="*/ 521 w 1622310"/>
              <a:gd name="connsiteY21" fmla="*/ 225806 h 446722"/>
              <a:gd name="connsiteX22" fmla="*/ 521 w 1622310"/>
              <a:gd name="connsiteY22" fmla="*/ 225806 h 446722"/>
              <a:gd name="connsiteX23" fmla="*/ 838 w 1622310"/>
              <a:gd name="connsiteY23" fmla="*/ 226314 h 446722"/>
              <a:gd name="connsiteX24" fmla="*/ 1917 w 1622310"/>
              <a:gd name="connsiteY24" fmla="*/ 227838 h 446722"/>
              <a:gd name="connsiteX25" fmla="*/ 3124 w 1622310"/>
              <a:gd name="connsiteY25" fmla="*/ 228663 h 446722"/>
              <a:gd name="connsiteX26" fmla="*/ 3886 w 1622310"/>
              <a:gd name="connsiteY26" fmla="*/ 229171 h 446722"/>
              <a:gd name="connsiteX27" fmla="*/ 81483 w 1622310"/>
              <a:gd name="connsiteY27" fmla="*/ 294640 h 446722"/>
              <a:gd name="connsiteX28" fmla="*/ 97548 w 1622310"/>
              <a:gd name="connsiteY28" fmla="*/ 346456 h 446722"/>
              <a:gd name="connsiteX29" fmla="*/ 97548 w 1622310"/>
              <a:gd name="connsiteY29" fmla="*/ 379921 h 446722"/>
              <a:gd name="connsiteX30" fmla="*/ 164350 w 1622310"/>
              <a:gd name="connsiteY30" fmla="*/ 446722 h 446722"/>
              <a:gd name="connsiteX31" fmla="*/ 1457972 w 1622310"/>
              <a:gd name="connsiteY31" fmla="*/ 446722 h 446722"/>
              <a:gd name="connsiteX32" fmla="*/ 1524774 w 1622310"/>
              <a:gd name="connsiteY32" fmla="*/ 379921 h 446722"/>
              <a:gd name="connsiteX33" fmla="*/ 1524774 w 1622310"/>
              <a:gd name="connsiteY33" fmla="*/ 331280 h 446722"/>
              <a:gd name="connsiteX34" fmla="*/ 1528458 w 1622310"/>
              <a:gd name="connsiteY34" fmla="*/ 315659 h 446722"/>
              <a:gd name="connsiteX35" fmla="*/ 1618437 w 1622310"/>
              <a:gd name="connsiteY35" fmla="*/ 229171 h 446722"/>
              <a:gd name="connsiteX36" fmla="*/ 1619199 w 1622310"/>
              <a:gd name="connsiteY36" fmla="*/ 228663 h 446722"/>
              <a:gd name="connsiteX37" fmla="*/ 1620406 w 1622310"/>
              <a:gd name="connsiteY37" fmla="*/ 227838 h 446722"/>
              <a:gd name="connsiteX38" fmla="*/ 1621485 w 1622310"/>
              <a:gd name="connsiteY38" fmla="*/ 226314 h 446722"/>
              <a:gd name="connsiteX39" fmla="*/ 1621802 w 1622310"/>
              <a:gd name="connsiteY39" fmla="*/ 225806 h 446722"/>
              <a:gd name="connsiteX40" fmla="*/ 1621802 w 1622310"/>
              <a:gd name="connsiteY40" fmla="*/ 225806 h 446722"/>
              <a:gd name="connsiteX41" fmla="*/ 1622310 w 1622310"/>
              <a:gd name="connsiteY41" fmla="*/ 223393 h 446722"/>
              <a:gd name="connsiteX42" fmla="*/ 1621866 w 1622310"/>
              <a:gd name="connsiteY42" fmla="*/ 220917 h 44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622310" h="446722">
                <a:moveTo>
                  <a:pt x="1621739" y="220917"/>
                </a:moveTo>
                <a:cubicBezTo>
                  <a:pt x="1621739" y="220917"/>
                  <a:pt x="1621739" y="220917"/>
                  <a:pt x="1621739" y="220917"/>
                </a:cubicBezTo>
                <a:cubicBezTo>
                  <a:pt x="1621739" y="220917"/>
                  <a:pt x="1621739" y="220917"/>
                  <a:pt x="1621739" y="220853"/>
                </a:cubicBezTo>
                <a:cubicBezTo>
                  <a:pt x="1621295" y="219837"/>
                  <a:pt x="1620596" y="219075"/>
                  <a:pt x="1619707" y="218377"/>
                </a:cubicBezTo>
                <a:cubicBezTo>
                  <a:pt x="1619516" y="218186"/>
                  <a:pt x="1619262" y="218059"/>
                  <a:pt x="1619072" y="217932"/>
                </a:cubicBezTo>
                <a:cubicBezTo>
                  <a:pt x="1618882" y="217805"/>
                  <a:pt x="1618691" y="217614"/>
                  <a:pt x="1618437" y="217488"/>
                </a:cubicBezTo>
                <a:cubicBezTo>
                  <a:pt x="1588973" y="204788"/>
                  <a:pt x="1560017" y="179832"/>
                  <a:pt x="1540776" y="152082"/>
                </a:cubicBezTo>
                <a:cubicBezTo>
                  <a:pt x="1530235" y="136906"/>
                  <a:pt x="1524711" y="118745"/>
                  <a:pt x="1524711" y="100267"/>
                </a:cubicBezTo>
                <a:lnTo>
                  <a:pt x="1524711" y="66802"/>
                </a:lnTo>
                <a:cubicBezTo>
                  <a:pt x="1524711" y="29908"/>
                  <a:pt x="1494802" y="0"/>
                  <a:pt x="1457909" y="0"/>
                </a:cubicBezTo>
                <a:lnTo>
                  <a:pt x="164287" y="0"/>
                </a:lnTo>
                <a:cubicBezTo>
                  <a:pt x="127394" y="0"/>
                  <a:pt x="97485" y="29908"/>
                  <a:pt x="97485" y="66802"/>
                </a:cubicBezTo>
                <a:lnTo>
                  <a:pt x="97485" y="100267"/>
                </a:lnTo>
                <a:cubicBezTo>
                  <a:pt x="97485" y="118745"/>
                  <a:pt x="91960" y="136906"/>
                  <a:pt x="81420" y="152082"/>
                </a:cubicBezTo>
                <a:cubicBezTo>
                  <a:pt x="62179" y="179832"/>
                  <a:pt x="33223" y="204788"/>
                  <a:pt x="3759" y="217488"/>
                </a:cubicBezTo>
                <a:cubicBezTo>
                  <a:pt x="3505" y="217614"/>
                  <a:pt x="3378" y="217805"/>
                  <a:pt x="3124" y="217932"/>
                </a:cubicBezTo>
                <a:cubicBezTo>
                  <a:pt x="2870" y="218059"/>
                  <a:pt x="2679" y="218249"/>
                  <a:pt x="2489" y="218377"/>
                </a:cubicBezTo>
                <a:cubicBezTo>
                  <a:pt x="1600" y="219075"/>
                  <a:pt x="838" y="219837"/>
                  <a:pt x="457" y="220853"/>
                </a:cubicBezTo>
                <a:cubicBezTo>
                  <a:pt x="457" y="220853"/>
                  <a:pt x="457" y="220853"/>
                  <a:pt x="457" y="220917"/>
                </a:cubicBezTo>
                <a:cubicBezTo>
                  <a:pt x="457" y="220917"/>
                  <a:pt x="457" y="220917"/>
                  <a:pt x="457" y="220917"/>
                </a:cubicBezTo>
                <a:cubicBezTo>
                  <a:pt x="139" y="221678"/>
                  <a:pt x="-51" y="222504"/>
                  <a:pt x="12" y="223393"/>
                </a:cubicBezTo>
                <a:cubicBezTo>
                  <a:pt x="12" y="224218"/>
                  <a:pt x="203" y="225044"/>
                  <a:pt x="521" y="225806"/>
                </a:cubicBezTo>
                <a:cubicBezTo>
                  <a:pt x="521" y="225806"/>
                  <a:pt x="521" y="225806"/>
                  <a:pt x="521" y="225806"/>
                </a:cubicBezTo>
                <a:cubicBezTo>
                  <a:pt x="584" y="225996"/>
                  <a:pt x="774" y="226124"/>
                  <a:pt x="838" y="226314"/>
                </a:cubicBezTo>
                <a:cubicBezTo>
                  <a:pt x="1156" y="226885"/>
                  <a:pt x="1473" y="227393"/>
                  <a:pt x="1917" y="227838"/>
                </a:cubicBezTo>
                <a:cubicBezTo>
                  <a:pt x="2298" y="228219"/>
                  <a:pt x="2743" y="228410"/>
                  <a:pt x="3124" y="228663"/>
                </a:cubicBezTo>
                <a:cubicBezTo>
                  <a:pt x="3378" y="228854"/>
                  <a:pt x="3632" y="229045"/>
                  <a:pt x="3886" y="229171"/>
                </a:cubicBezTo>
                <a:cubicBezTo>
                  <a:pt x="32969" y="241110"/>
                  <a:pt x="61925" y="266192"/>
                  <a:pt x="81483" y="294640"/>
                </a:cubicBezTo>
                <a:cubicBezTo>
                  <a:pt x="91960" y="309880"/>
                  <a:pt x="97548" y="327978"/>
                  <a:pt x="97548" y="346456"/>
                </a:cubicBezTo>
                <a:lnTo>
                  <a:pt x="97548" y="379921"/>
                </a:lnTo>
                <a:cubicBezTo>
                  <a:pt x="97548" y="416814"/>
                  <a:pt x="127457" y="446722"/>
                  <a:pt x="164350" y="446722"/>
                </a:cubicBezTo>
                <a:lnTo>
                  <a:pt x="1457972" y="446722"/>
                </a:lnTo>
                <a:cubicBezTo>
                  <a:pt x="1494866" y="446722"/>
                  <a:pt x="1524774" y="416814"/>
                  <a:pt x="1524774" y="379921"/>
                </a:cubicBezTo>
                <a:lnTo>
                  <a:pt x="1524774" y="331280"/>
                </a:lnTo>
                <a:cubicBezTo>
                  <a:pt x="1524774" y="325882"/>
                  <a:pt x="1526045" y="320548"/>
                  <a:pt x="1528458" y="315659"/>
                </a:cubicBezTo>
                <a:cubicBezTo>
                  <a:pt x="1546364" y="279082"/>
                  <a:pt x="1582369" y="243967"/>
                  <a:pt x="1618437" y="229171"/>
                </a:cubicBezTo>
                <a:cubicBezTo>
                  <a:pt x="1618755" y="229045"/>
                  <a:pt x="1618945" y="228791"/>
                  <a:pt x="1619199" y="228663"/>
                </a:cubicBezTo>
                <a:cubicBezTo>
                  <a:pt x="1619644" y="228410"/>
                  <a:pt x="1620088" y="228219"/>
                  <a:pt x="1620406" y="227838"/>
                </a:cubicBezTo>
                <a:cubicBezTo>
                  <a:pt x="1620850" y="227393"/>
                  <a:pt x="1621168" y="226885"/>
                  <a:pt x="1621485" y="226314"/>
                </a:cubicBezTo>
                <a:cubicBezTo>
                  <a:pt x="1621612" y="226124"/>
                  <a:pt x="1621739" y="225996"/>
                  <a:pt x="1621802" y="225806"/>
                </a:cubicBezTo>
                <a:cubicBezTo>
                  <a:pt x="1621802" y="225806"/>
                  <a:pt x="1621802" y="225806"/>
                  <a:pt x="1621802" y="225806"/>
                </a:cubicBezTo>
                <a:cubicBezTo>
                  <a:pt x="1622120" y="225044"/>
                  <a:pt x="1622310" y="224218"/>
                  <a:pt x="1622310" y="223393"/>
                </a:cubicBezTo>
                <a:cubicBezTo>
                  <a:pt x="1622310" y="222567"/>
                  <a:pt x="1622120" y="221742"/>
                  <a:pt x="1621866" y="220917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2" name="Forma libre 11">
            <a:extLst>
              <a:ext uri="{FF2B5EF4-FFF2-40B4-BE49-F238E27FC236}">
                <a16:creationId xmlns:a16="http://schemas.microsoft.com/office/drawing/2014/main" id="{0F8DCEE9-A1CD-2532-740E-73EF150A9DB4}"/>
              </a:ext>
            </a:extLst>
          </p:cNvPr>
          <p:cNvSpPr/>
          <p:nvPr/>
        </p:nvSpPr>
        <p:spPr>
          <a:xfrm>
            <a:off x="9292463" y="5624171"/>
            <a:ext cx="1239011" cy="239648"/>
          </a:xfrm>
          <a:custGeom>
            <a:avLst/>
            <a:gdLst>
              <a:gd name="connsiteX0" fmla="*/ 1238694 w 1239011"/>
              <a:gd name="connsiteY0" fmla="*/ 118491 h 239648"/>
              <a:gd name="connsiteX1" fmla="*/ 1238694 w 1239011"/>
              <a:gd name="connsiteY1" fmla="*/ 118491 h 239648"/>
              <a:gd name="connsiteX2" fmla="*/ 1238694 w 1239011"/>
              <a:gd name="connsiteY2" fmla="*/ 118491 h 239648"/>
              <a:gd name="connsiteX3" fmla="*/ 1237615 w 1239011"/>
              <a:gd name="connsiteY3" fmla="*/ 117158 h 239648"/>
              <a:gd name="connsiteX4" fmla="*/ 1237234 w 1239011"/>
              <a:gd name="connsiteY4" fmla="*/ 116904 h 239648"/>
              <a:gd name="connsiteX5" fmla="*/ 1236917 w 1239011"/>
              <a:gd name="connsiteY5" fmla="*/ 116649 h 239648"/>
              <a:gd name="connsiteX6" fmla="*/ 1195260 w 1239011"/>
              <a:gd name="connsiteY6" fmla="*/ 81598 h 239648"/>
              <a:gd name="connsiteX7" fmla="*/ 1186625 w 1239011"/>
              <a:gd name="connsiteY7" fmla="*/ 53785 h 239648"/>
              <a:gd name="connsiteX8" fmla="*/ 1186625 w 1239011"/>
              <a:gd name="connsiteY8" fmla="*/ 35814 h 239648"/>
              <a:gd name="connsiteX9" fmla="*/ 1150810 w 1239011"/>
              <a:gd name="connsiteY9" fmla="*/ 0 h 239648"/>
              <a:gd name="connsiteX10" fmla="*/ 88138 w 1239011"/>
              <a:gd name="connsiteY10" fmla="*/ 0 h 239648"/>
              <a:gd name="connsiteX11" fmla="*/ 52324 w 1239011"/>
              <a:gd name="connsiteY11" fmla="*/ 35814 h 239648"/>
              <a:gd name="connsiteX12" fmla="*/ 52324 w 1239011"/>
              <a:gd name="connsiteY12" fmla="*/ 53785 h 239648"/>
              <a:gd name="connsiteX13" fmla="*/ 43688 w 1239011"/>
              <a:gd name="connsiteY13" fmla="*/ 81598 h 239648"/>
              <a:gd name="connsiteX14" fmla="*/ 2032 w 1239011"/>
              <a:gd name="connsiteY14" fmla="*/ 116649 h 239648"/>
              <a:gd name="connsiteX15" fmla="*/ 1715 w 1239011"/>
              <a:gd name="connsiteY15" fmla="*/ 116904 h 239648"/>
              <a:gd name="connsiteX16" fmla="*/ 1333 w 1239011"/>
              <a:gd name="connsiteY16" fmla="*/ 117158 h 239648"/>
              <a:gd name="connsiteX17" fmla="*/ 254 w 1239011"/>
              <a:gd name="connsiteY17" fmla="*/ 118491 h 239648"/>
              <a:gd name="connsiteX18" fmla="*/ 254 w 1239011"/>
              <a:gd name="connsiteY18" fmla="*/ 118491 h 239648"/>
              <a:gd name="connsiteX19" fmla="*/ 254 w 1239011"/>
              <a:gd name="connsiteY19" fmla="*/ 118491 h 239648"/>
              <a:gd name="connsiteX20" fmla="*/ 0 w 1239011"/>
              <a:gd name="connsiteY20" fmla="*/ 119824 h 239648"/>
              <a:gd name="connsiteX21" fmla="*/ 254 w 1239011"/>
              <a:gd name="connsiteY21" fmla="*/ 121158 h 239648"/>
              <a:gd name="connsiteX22" fmla="*/ 254 w 1239011"/>
              <a:gd name="connsiteY22" fmla="*/ 121158 h 239648"/>
              <a:gd name="connsiteX23" fmla="*/ 444 w 1239011"/>
              <a:gd name="connsiteY23" fmla="*/ 121412 h 239648"/>
              <a:gd name="connsiteX24" fmla="*/ 1016 w 1239011"/>
              <a:gd name="connsiteY24" fmla="*/ 122238 h 239648"/>
              <a:gd name="connsiteX25" fmla="*/ 1651 w 1239011"/>
              <a:gd name="connsiteY25" fmla="*/ 122682 h 239648"/>
              <a:gd name="connsiteX26" fmla="*/ 2095 w 1239011"/>
              <a:gd name="connsiteY26" fmla="*/ 122936 h 239648"/>
              <a:gd name="connsiteX27" fmla="*/ 43752 w 1239011"/>
              <a:gd name="connsiteY27" fmla="*/ 158052 h 239648"/>
              <a:gd name="connsiteX28" fmla="*/ 52388 w 1239011"/>
              <a:gd name="connsiteY28" fmla="*/ 185865 h 239648"/>
              <a:gd name="connsiteX29" fmla="*/ 52388 w 1239011"/>
              <a:gd name="connsiteY29" fmla="*/ 203835 h 239648"/>
              <a:gd name="connsiteX30" fmla="*/ 88202 w 1239011"/>
              <a:gd name="connsiteY30" fmla="*/ 239649 h 239648"/>
              <a:gd name="connsiteX31" fmla="*/ 1150874 w 1239011"/>
              <a:gd name="connsiteY31" fmla="*/ 239649 h 239648"/>
              <a:gd name="connsiteX32" fmla="*/ 1186688 w 1239011"/>
              <a:gd name="connsiteY32" fmla="*/ 203835 h 239648"/>
              <a:gd name="connsiteX33" fmla="*/ 1186688 w 1239011"/>
              <a:gd name="connsiteY33" fmla="*/ 177736 h 239648"/>
              <a:gd name="connsiteX34" fmla="*/ 1188656 w 1239011"/>
              <a:gd name="connsiteY34" fmla="*/ 169355 h 239648"/>
              <a:gd name="connsiteX35" fmla="*/ 1236917 w 1239011"/>
              <a:gd name="connsiteY35" fmla="*/ 122936 h 239648"/>
              <a:gd name="connsiteX36" fmla="*/ 1237361 w 1239011"/>
              <a:gd name="connsiteY36" fmla="*/ 122682 h 239648"/>
              <a:gd name="connsiteX37" fmla="*/ 1237996 w 1239011"/>
              <a:gd name="connsiteY37" fmla="*/ 122238 h 239648"/>
              <a:gd name="connsiteX38" fmla="*/ 1238568 w 1239011"/>
              <a:gd name="connsiteY38" fmla="*/ 121412 h 239648"/>
              <a:gd name="connsiteX39" fmla="*/ 1238758 w 1239011"/>
              <a:gd name="connsiteY39" fmla="*/ 121158 h 239648"/>
              <a:gd name="connsiteX40" fmla="*/ 1238758 w 1239011"/>
              <a:gd name="connsiteY40" fmla="*/ 121158 h 239648"/>
              <a:gd name="connsiteX41" fmla="*/ 1239012 w 1239011"/>
              <a:gd name="connsiteY41" fmla="*/ 119824 h 239648"/>
              <a:gd name="connsiteX42" fmla="*/ 1238758 w 1239011"/>
              <a:gd name="connsiteY42" fmla="*/ 118491 h 239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239011" h="239648">
                <a:moveTo>
                  <a:pt x="1238694" y="118491"/>
                </a:moveTo>
                <a:cubicBezTo>
                  <a:pt x="1238694" y="118491"/>
                  <a:pt x="1238694" y="118491"/>
                  <a:pt x="1238694" y="118491"/>
                </a:cubicBezTo>
                <a:cubicBezTo>
                  <a:pt x="1238694" y="118491"/>
                  <a:pt x="1238694" y="118491"/>
                  <a:pt x="1238694" y="118491"/>
                </a:cubicBezTo>
                <a:cubicBezTo>
                  <a:pt x="1238441" y="117983"/>
                  <a:pt x="1238059" y="117539"/>
                  <a:pt x="1237615" y="117158"/>
                </a:cubicBezTo>
                <a:cubicBezTo>
                  <a:pt x="1237488" y="117094"/>
                  <a:pt x="1237361" y="116967"/>
                  <a:pt x="1237234" y="116904"/>
                </a:cubicBezTo>
                <a:cubicBezTo>
                  <a:pt x="1237107" y="116840"/>
                  <a:pt x="1237043" y="116713"/>
                  <a:pt x="1236917" y="116649"/>
                </a:cubicBezTo>
                <a:cubicBezTo>
                  <a:pt x="1221105" y="109855"/>
                  <a:pt x="1205547" y="96457"/>
                  <a:pt x="1195260" y="81598"/>
                </a:cubicBezTo>
                <a:cubicBezTo>
                  <a:pt x="1189609" y="73470"/>
                  <a:pt x="1186625" y="63691"/>
                  <a:pt x="1186625" y="53785"/>
                </a:cubicBezTo>
                <a:lnTo>
                  <a:pt x="1186625" y="35814"/>
                </a:lnTo>
                <a:cubicBezTo>
                  <a:pt x="1186625" y="16002"/>
                  <a:pt x="1170559" y="0"/>
                  <a:pt x="1150810" y="0"/>
                </a:cubicBezTo>
                <a:lnTo>
                  <a:pt x="88138" y="0"/>
                </a:lnTo>
                <a:cubicBezTo>
                  <a:pt x="68326" y="0"/>
                  <a:pt x="52324" y="16066"/>
                  <a:pt x="52324" y="35814"/>
                </a:cubicBezTo>
                <a:lnTo>
                  <a:pt x="52324" y="53785"/>
                </a:lnTo>
                <a:cubicBezTo>
                  <a:pt x="52324" y="63691"/>
                  <a:pt x="49340" y="73406"/>
                  <a:pt x="43688" y="81598"/>
                </a:cubicBezTo>
                <a:cubicBezTo>
                  <a:pt x="33338" y="96457"/>
                  <a:pt x="17843" y="109855"/>
                  <a:pt x="2032" y="116649"/>
                </a:cubicBezTo>
                <a:cubicBezTo>
                  <a:pt x="1905" y="116649"/>
                  <a:pt x="1842" y="116777"/>
                  <a:pt x="1715" y="116904"/>
                </a:cubicBezTo>
                <a:cubicBezTo>
                  <a:pt x="1588" y="116967"/>
                  <a:pt x="1460" y="117030"/>
                  <a:pt x="1333" y="117158"/>
                </a:cubicBezTo>
                <a:cubicBezTo>
                  <a:pt x="889" y="117539"/>
                  <a:pt x="444" y="117983"/>
                  <a:pt x="254" y="118491"/>
                </a:cubicBezTo>
                <a:cubicBezTo>
                  <a:pt x="254" y="118491"/>
                  <a:pt x="254" y="118491"/>
                  <a:pt x="254" y="118491"/>
                </a:cubicBezTo>
                <a:cubicBezTo>
                  <a:pt x="254" y="118491"/>
                  <a:pt x="254" y="118491"/>
                  <a:pt x="254" y="118491"/>
                </a:cubicBezTo>
                <a:cubicBezTo>
                  <a:pt x="64" y="118936"/>
                  <a:pt x="0" y="119380"/>
                  <a:pt x="0" y="119824"/>
                </a:cubicBezTo>
                <a:cubicBezTo>
                  <a:pt x="0" y="120269"/>
                  <a:pt x="127" y="120714"/>
                  <a:pt x="254" y="121158"/>
                </a:cubicBezTo>
                <a:cubicBezTo>
                  <a:pt x="254" y="121158"/>
                  <a:pt x="254" y="121158"/>
                  <a:pt x="254" y="121158"/>
                </a:cubicBezTo>
                <a:cubicBezTo>
                  <a:pt x="254" y="121285"/>
                  <a:pt x="381" y="121349"/>
                  <a:pt x="444" y="121412"/>
                </a:cubicBezTo>
                <a:cubicBezTo>
                  <a:pt x="635" y="121730"/>
                  <a:pt x="762" y="121984"/>
                  <a:pt x="1016" y="122238"/>
                </a:cubicBezTo>
                <a:cubicBezTo>
                  <a:pt x="1206" y="122428"/>
                  <a:pt x="1460" y="122555"/>
                  <a:pt x="1651" y="122682"/>
                </a:cubicBezTo>
                <a:cubicBezTo>
                  <a:pt x="1778" y="122746"/>
                  <a:pt x="1905" y="122873"/>
                  <a:pt x="2095" y="122936"/>
                </a:cubicBezTo>
                <a:cubicBezTo>
                  <a:pt x="17717" y="129349"/>
                  <a:pt x="33210" y="142811"/>
                  <a:pt x="43752" y="158052"/>
                </a:cubicBezTo>
                <a:cubicBezTo>
                  <a:pt x="49340" y="166243"/>
                  <a:pt x="52388" y="175895"/>
                  <a:pt x="52388" y="185865"/>
                </a:cubicBezTo>
                <a:lnTo>
                  <a:pt x="52388" y="203835"/>
                </a:lnTo>
                <a:cubicBezTo>
                  <a:pt x="52388" y="223647"/>
                  <a:pt x="68453" y="239649"/>
                  <a:pt x="88202" y="239649"/>
                </a:cubicBezTo>
                <a:lnTo>
                  <a:pt x="1150874" y="239649"/>
                </a:lnTo>
                <a:cubicBezTo>
                  <a:pt x="1170686" y="239649"/>
                  <a:pt x="1186688" y="223584"/>
                  <a:pt x="1186688" y="203835"/>
                </a:cubicBezTo>
                <a:lnTo>
                  <a:pt x="1186688" y="177736"/>
                </a:lnTo>
                <a:cubicBezTo>
                  <a:pt x="1186688" y="174816"/>
                  <a:pt x="1187387" y="171958"/>
                  <a:pt x="1188656" y="169355"/>
                </a:cubicBezTo>
                <a:cubicBezTo>
                  <a:pt x="1198245" y="149733"/>
                  <a:pt x="1217549" y="130937"/>
                  <a:pt x="1236917" y="122936"/>
                </a:cubicBezTo>
                <a:cubicBezTo>
                  <a:pt x="1237107" y="122873"/>
                  <a:pt x="1237170" y="122746"/>
                  <a:pt x="1237361" y="122682"/>
                </a:cubicBezTo>
                <a:cubicBezTo>
                  <a:pt x="1237615" y="122555"/>
                  <a:pt x="1237806" y="122428"/>
                  <a:pt x="1237996" y="122238"/>
                </a:cubicBezTo>
                <a:cubicBezTo>
                  <a:pt x="1238250" y="121984"/>
                  <a:pt x="1238377" y="121730"/>
                  <a:pt x="1238568" y="121412"/>
                </a:cubicBezTo>
                <a:cubicBezTo>
                  <a:pt x="1238568" y="121349"/>
                  <a:pt x="1238694" y="121222"/>
                  <a:pt x="1238758" y="121158"/>
                </a:cubicBezTo>
                <a:cubicBezTo>
                  <a:pt x="1238758" y="121158"/>
                  <a:pt x="1238758" y="121158"/>
                  <a:pt x="1238758" y="121158"/>
                </a:cubicBezTo>
                <a:cubicBezTo>
                  <a:pt x="1238948" y="120777"/>
                  <a:pt x="1239012" y="120333"/>
                  <a:pt x="1239012" y="119824"/>
                </a:cubicBezTo>
                <a:cubicBezTo>
                  <a:pt x="1239012" y="119380"/>
                  <a:pt x="1238948" y="118936"/>
                  <a:pt x="1238758" y="118491"/>
                </a:cubicBezTo>
                <a:close/>
              </a:path>
            </a:pathLst>
          </a:custGeom>
          <a:solidFill>
            <a:srgbClr val="D9E1E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6" name="Forma libre 75">
            <a:extLst>
              <a:ext uri="{FF2B5EF4-FFF2-40B4-BE49-F238E27FC236}">
                <a16:creationId xmlns:a16="http://schemas.microsoft.com/office/drawing/2014/main" id="{2ABCD32D-AEC7-44D1-02F3-22EE8B7C73FA}"/>
              </a:ext>
            </a:extLst>
          </p:cNvPr>
          <p:cNvSpPr/>
          <p:nvPr/>
        </p:nvSpPr>
        <p:spPr>
          <a:xfrm>
            <a:off x="2895276" y="1420806"/>
            <a:ext cx="1062811" cy="1211776"/>
          </a:xfrm>
          <a:custGeom>
            <a:avLst/>
            <a:gdLst>
              <a:gd name="connsiteX0" fmla="*/ 923296 w 1062811"/>
              <a:gd name="connsiteY0" fmla="*/ 172155 h 1211776"/>
              <a:gd name="connsiteX1" fmla="*/ 172155 w 1062811"/>
              <a:gd name="connsiteY1" fmla="*/ 139516 h 1211776"/>
              <a:gd name="connsiteX2" fmla="*/ 139516 w 1062811"/>
              <a:gd name="connsiteY2" fmla="*/ 890657 h 1211776"/>
              <a:gd name="connsiteX3" fmla="*/ 285502 w 1062811"/>
              <a:gd name="connsiteY3" fmla="*/ 1002735 h 1211776"/>
              <a:gd name="connsiteX4" fmla="*/ 296297 w 1062811"/>
              <a:gd name="connsiteY4" fmla="*/ 1007942 h 1211776"/>
              <a:gd name="connsiteX5" fmla="*/ 492004 w 1062811"/>
              <a:gd name="connsiteY5" fmla="*/ 1188853 h 1211776"/>
              <a:gd name="connsiteX6" fmla="*/ 492957 w 1062811"/>
              <a:gd name="connsiteY6" fmla="*/ 1190758 h 1211776"/>
              <a:gd name="connsiteX7" fmla="*/ 494163 w 1062811"/>
              <a:gd name="connsiteY7" fmla="*/ 1193044 h 1211776"/>
              <a:gd name="connsiteX8" fmla="*/ 498354 w 1062811"/>
              <a:gd name="connsiteY8" fmla="*/ 1199077 h 1211776"/>
              <a:gd name="connsiteX9" fmla="*/ 499053 w 1062811"/>
              <a:gd name="connsiteY9" fmla="*/ 1200093 h 1211776"/>
              <a:gd name="connsiteX10" fmla="*/ 499434 w 1062811"/>
              <a:gd name="connsiteY10" fmla="*/ 1200410 h 1211776"/>
              <a:gd name="connsiteX11" fmla="*/ 504260 w 1062811"/>
              <a:gd name="connsiteY11" fmla="*/ 1204601 h 1211776"/>
              <a:gd name="connsiteX12" fmla="*/ 506228 w 1062811"/>
              <a:gd name="connsiteY12" fmla="*/ 1205935 h 1211776"/>
              <a:gd name="connsiteX13" fmla="*/ 511816 w 1062811"/>
              <a:gd name="connsiteY13" fmla="*/ 1208919 h 1211776"/>
              <a:gd name="connsiteX14" fmla="*/ 512451 w 1062811"/>
              <a:gd name="connsiteY14" fmla="*/ 1209300 h 1211776"/>
              <a:gd name="connsiteX15" fmla="*/ 515372 w 1062811"/>
              <a:gd name="connsiteY15" fmla="*/ 1210126 h 1211776"/>
              <a:gd name="connsiteX16" fmla="*/ 518547 w 1062811"/>
              <a:gd name="connsiteY16" fmla="*/ 1211015 h 1211776"/>
              <a:gd name="connsiteX17" fmla="*/ 522484 w 1062811"/>
              <a:gd name="connsiteY17" fmla="*/ 1211523 h 1211776"/>
              <a:gd name="connsiteX18" fmla="*/ 525659 w 1062811"/>
              <a:gd name="connsiteY18" fmla="*/ 1211777 h 1211776"/>
              <a:gd name="connsiteX19" fmla="*/ 529533 w 1062811"/>
              <a:gd name="connsiteY19" fmla="*/ 1211523 h 1211776"/>
              <a:gd name="connsiteX20" fmla="*/ 532771 w 1062811"/>
              <a:gd name="connsiteY20" fmla="*/ 1211142 h 1211776"/>
              <a:gd name="connsiteX21" fmla="*/ 536645 w 1062811"/>
              <a:gd name="connsiteY21" fmla="*/ 1210062 h 1211776"/>
              <a:gd name="connsiteX22" fmla="*/ 539058 w 1062811"/>
              <a:gd name="connsiteY22" fmla="*/ 1209364 h 1211776"/>
              <a:gd name="connsiteX23" fmla="*/ 539629 w 1062811"/>
              <a:gd name="connsiteY23" fmla="*/ 1209046 h 1211776"/>
              <a:gd name="connsiteX24" fmla="*/ 543185 w 1062811"/>
              <a:gd name="connsiteY24" fmla="*/ 1207205 h 1211776"/>
              <a:gd name="connsiteX25" fmla="*/ 545979 w 1062811"/>
              <a:gd name="connsiteY25" fmla="*/ 1205681 h 1211776"/>
              <a:gd name="connsiteX26" fmla="*/ 548710 w 1062811"/>
              <a:gd name="connsiteY26" fmla="*/ 1203522 h 1211776"/>
              <a:gd name="connsiteX27" fmla="*/ 551440 w 1062811"/>
              <a:gd name="connsiteY27" fmla="*/ 1201236 h 1211776"/>
              <a:gd name="connsiteX28" fmla="*/ 553536 w 1062811"/>
              <a:gd name="connsiteY28" fmla="*/ 1198759 h 1211776"/>
              <a:gd name="connsiteX29" fmla="*/ 555949 w 1062811"/>
              <a:gd name="connsiteY29" fmla="*/ 1195775 h 1211776"/>
              <a:gd name="connsiteX30" fmla="*/ 557409 w 1062811"/>
              <a:gd name="connsiteY30" fmla="*/ 1193171 h 1211776"/>
              <a:gd name="connsiteX31" fmla="*/ 559314 w 1062811"/>
              <a:gd name="connsiteY31" fmla="*/ 1189425 h 1211776"/>
              <a:gd name="connsiteX32" fmla="*/ 559632 w 1062811"/>
              <a:gd name="connsiteY32" fmla="*/ 1188853 h 1211776"/>
              <a:gd name="connsiteX33" fmla="*/ 756863 w 1062811"/>
              <a:gd name="connsiteY33" fmla="*/ 1012069 h 1211776"/>
              <a:gd name="connsiteX34" fmla="*/ 768420 w 1062811"/>
              <a:gd name="connsiteY34" fmla="*/ 1006926 h 1211776"/>
              <a:gd name="connsiteX35" fmla="*/ 890657 w 1062811"/>
              <a:gd name="connsiteY35" fmla="*/ 923169 h 1211776"/>
              <a:gd name="connsiteX36" fmla="*/ 923296 w 1062811"/>
              <a:gd name="connsiteY36" fmla="*/ 172028 h 121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62811" h="1211776">
                <a:moveTo>
                  <a:pt x="923296" y="172155"/>
                </a:moveTo>
                <a:cubicBezTo>
                  <a:pt x="725240" y="-43936"/>
                  <a:pt x="388245" y="-58604"/>
                  <a:pt x="172155" y="139516"/>
                </a:cubicBezTo>
                <a:cubicBezTo>
                  <a:pt x="-43936" y="337572"/>
                  <a:pt x="-58604" y="674567"/>
                  <a:pt x="139516" y="890657"/>
                </a:cubicBezTo>
                <a:cubicBezTo>
                  <a:pt x="181807" y="936758"/>
                  <a:pt x="230829" y="974287"/>
                  <a:pt x="285502" y="1002735"/>
                </a:cubicBezTo>
                <a:cubicBezTo>
                  <a:pt x="289312" y="1004386"/>
                  <a:pt x="292741" y="1006545"/>
                  <a:pt x="296297" y="1007942"/>
                </a:cubicBezTo>
                <a:cubicBezTo>
                  <a:pt x="389896" y="1044772"/>
                  <a:pt x="462223" y="1112780"/>
                  <a:pt x="492004" y="1188853"/>
                </a:cubicBezTo>
                <a:cubicBezTo>
                  <a:pt x="492258" y="1189552"/>
                  <a:pt x="492703" y="1190123"/>
                  <a:pt x="492957" y="1190758"/>
                </a:cubicBezTo>
                <a:cubicBezTo>
                  <a:pt x="493338" y="1191520"/>
                  <a:pt x="493719" y="1192282"/>
                  <a:pt x="494163" y="1193044"/>
                </a:cubicBezTo>
                <a:cubicBezTo>
                  <a:pt x="495370" y="1195267"/>
                  <a:pt x="496767" y="1197235"/>
                  <a:pt x="498354" y="1199077"/>
                </a:cubicBezTo>
                <a:cubicBezTo>
                  <a:pt x="498608" y="1199394"/>
                  <a:pt x="498799" y="1199775"/>
                  <a:pt x="499053" y="1200093"/>
                </a:cubicBezTo>
                <a:cubicBezTo>
                  <a:pt x="499180" y="1200220"/>
                  <a:pt x="499307" y="1200283"/>
                  <a:pt x="499434" y="1200410"/>
                </a:cubicBezTo>
                <a:cubicBezTo>
                  <a:pt x="500894" y="1201998"/>
                  <a:pt x="502545" y="1203331"/>
                  <a:pt x="504260" y="1204601"/>
                </a:cubicBezTo>
                <a:cubicBezTo>
                  <a:pt x="504895" y="1205046"/>
                  <a:pt x="505530" y="1205490"/>
                  <a:pt x="506228" y="1205935"/>
                </a:cubicBezTo>
                <a:cubicBezTo>
                  <a:pt x="508006" y="1207078"/>
                  <a:pt x="509848" y="1208094"/>
                  <a:pt x="511816" y="1208919"/>
                </a:cubicBezTo>
                <a:cubicBezTo>
                  <a:pt x="512070" y="1209046"/>
                  <a:pt x="512261" y="1209173"/>
                  <a:pt x="512451" y="1209300"/>
                </a:cubicBezTo>
                <a:cubicBezTo>
                  <a:pt x="513404" y="1209681"/>
                  <a:pt x="514420" y="1209808"/>
                  <a:pt x="515372" y="1210126"/>
                </a:cubicBezTo>
                <a:cubicBezTo>
                  <a:pt x="516452" y="1210443"/>
                  <a:pt x="517468" y="1210824"/>
                  <a:pt x="518547" y="1211015"/>
                </a:cubicBezTo>
                <a:cubicBezTo>
                  <a:pt x="519881" y="1211269"/>
                  <a:pt x="521151" y="1211396"/>
                  <a:pt x="522484" y="1211523"/>
                </a:cubicBezTo>
                <a:cubicBezTo>
                  <a:pt x="523564" y="1211650"/>
                  <a:pt x="524580" y="1211777"/>
                  <a:pt x="525659" y="1211777"/>
                </a:cubicBezTo>
                <a:cubicBezTo>
                  <a:pt x="526993" y="1211777"/>
                  <a:pt x="528263" y="1211650"/>
                  <a:pt x="529533" y="1211523"/>
                </a:cubicBezTo>
                <a:cubicBezTo>
                  <a:pt x="530612" y="1211396"/>
                  <a:pt x="531692" y="1211332"/>
                  <a:pt x="532771" y="1211142"/>
                </a:cubicBezTo>
                <a:cubicBezTo>
                  <a:pt x="534105" y="1210888"/>
                  <a:pt x="535375" y="1210443"/>
                  <a:pt x="536645" y="1210062"/>
                </a:cubicBezTo>
                <a:cubicBezTo>
                  <a:pt x="537470" y="1209808"/>
                  <a:pt x="538232" y="1209681"/>
                  <a:pt x="539058" y="1209364"/>
                </a:cubicBezTo>
                <a:cubicBezTo>
                  <a:pt x="539248" y="1209300"/>
                  <a:pt x="539439" y="1209173"/>
                  <a:pt x="539629" y="1209046"/>
                </a:cubicBezTo>
                <a:cubicBezTo>
                  <a:pt x="540836" y="1208538"/>
                  <a:pt x="541979" y="1207903"/>
                  <a:pt x="543185" y="1207205"/>
                </a:cubicBezTo>
                <a:cubicBezTo>
                  <a:pt x="544138" y="1206697"/>
                  <a:pt x="545090" y="1206252"/>
                  <a:pt x="545979" y="1205681"/>
                </a:cubicBezTo>
                <a:cubicBezTo>
                  <a:pt x="546932" y="1205046"/>
                  <a:pt x="547821" y="1204220"/>
                  <a:pt x="548710" y="1203522"/>
                </a:cubicBezTo>
                <a:cubicBezTo>
                  <a:pt x="549662" y="1202760"/>
                  <a:pt x="550615" y="1202061"/>
                  <a:pt x="551440" y="1201236"/>
                </a:cubicBezTo>
                <a:cubicBezTo>
                  <a:pt x="552202" y="1200474"/>
                  <a:pt x="552837" y="1199585"/>
                  <a:pt x="553536" y="1198759"/>
                </a:cubicBezTo>
                <a:cubicBezTo>
                  <a:pt x="554361" y="1197807"/>
                  <a:pt x="555250" y="1196854"/>
                  <a:pt x="555949" y="1195775"/>
                </a:cubicBezTo>
                <a:cubicBezTo>
                  <a:pt x="556520" y="1194949"/>
                  <a:pt x="556901" y="1194060"/>
                  <a:pt x="557409" y="1193171"/>
                </a:cubicBezTo>
                <a:cubicBezTo>
                  <a:pt x="558108" y="1191965"/>
                  <a:pt x="558806" y="1190758"/>
                  <a:pt x="559314" y="1189425"/>
                </a:cubicBezTo>
                <a:cubicBezTo>
                  <a:pt x="559378" y="1189234"/>
                  <a:pt x="559505" y="1189044"/>
                  <a:pt x="559632" y="1188853"/>
                </a:cubicBezTo>
                <a:cubicBezTo>
                  <a:pt x="601542" y="1082808"/>
                  <a:pt x="711016" y="1029659"/>
                  <a:pt x="756863" y="1012069"/>
                </a:cubicBezTo>
                <a:cubicBezTo>
                  <a:pt x="760609" y="1010609"/>
                  <a:pt x="763403" y="1009720"/>
                  <a:pt x="768420" y="1006926"/>
                </a:cubicBezTo>
                <a:cubicBezTo>
                  <a:pt x="812679" y="984891"/>
                  <a:pt x="853764" y="957015"/>
                  <a:pt x="890657" y="923169"/>
                </a:cubicBezTo>
                <a:cubicBezTo>
                  <a:pt x="1106748" y="725113"/>
                  <a:pt x="1121416" y="388118"/>
                  <a:pt x="923296" y="172028"/>
                </a:cubicBezTo>
                <a:close/>
              </a:path>
            </a:pathLst>
          </a:custGeom>
          <a:solidFill>
            <a:srgbClr val="0D215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4E71D52C-3EF6-99EE-D7C1-60C20B144333}"/>
              </a:ext>
            </a:extLst>
          </p:cNvPr>
          <p:cNvSpPr txBox="1"/>
          <p:nvPr/>
        </p:nvSpPr>
        <p:spPr>
          <a:xfrm>
            <a:off x="3199600" y="463422"/>
            <a:ext cx="1795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Elementos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1020DEB3-1767-585D-D6D1-82F824F1D41C}"/>
              </a:ext>
            </a:extLst>
          </p:cNvPr>
          <p:cNvSpPr txBox="1"/>
          <p:nvPr/>
        </p:nvSpPr>
        <p:spPr>
          <a:xfrm>
            <a:off x="9109333" y="463422"/>
            <a:ext cx="1795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0D2057"/>
                </a:solidFill>
                <a:latin typeface="Libre Franklin"/>
                <a:sym typeface="Libre Franklin"/>
                <a:rtl val="0"/>
              </a:rPr>
              <a:t>Logo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C4EFF0C-51AE-DDB3-C99C-F1060A6C01E4}"/>
              </a:ext>
            </a:extLst>
          </p:cNvPr>
          <p:cNvSpPr txBox="1"/>
          <p:nvPr/>
        </p:nvSpPr>
        <p:spPr>
          <a:xfrm>
            <a:off x="9341391" y="2863754"/>
            <a:ext cx="1149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00" spc="0" baseline="0" dirty="0">
                <a:ln/>
                <a:solidFill>
                  <a:srgbClr val="0D2057"/>
                </a:solidFill>
                <a:latin typeface="Libre Franklin"/>
                <a:sym typeface="Libre Franklin"/>
                <a:rtl val="0"/>
              </a:rPr>
              <a:t>Logo horizontal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3D8D11A5-5130-13DD-8D73-65F7F44619D3}"/>
              </a:ext>
            </a:extLst>
          </p:cNvPr>
          <p:cNvSpPr txBox="1"/>
          <p:nvPr/>
        </p:nvSpPr>
        <p:spPr>
          <a:xfrm>
            <a:off x="9341391" y="5620657"/>
            <a:ext cx="1149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00" spc="0" baseline="0" dirty="0">
                <a:ln/>
                <a:solidFill>
                  <a:srgbClr val="0D2057"/>
                </a:solidFill>
                <a:latin typeface="Libre Franklin"/>
                <a:sym typeface="Libre Franklin"/>
                <a:rtl val="0"/>
              </a:rPr>
              <a:t>Logo vertical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86D16D93-3AF9-D89F-59FE-1D59C22C3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8368" y="1318108"/>
            <a:ext cx="2235643" cy="950751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BF9D2820-AA4C-A7E4-99F0-A34C45FFF9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8678" y="3262305"/>
            <a:ext cx="3077012" cy="248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1273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bre 1">
            <a:extLst>
              <a:ext uri="{FF2B5EF4-FFF2-40B4-BE49-F238E27FC236}">
                <a16:creationId xmlns:a16="http://schemas.microsoft.com/office/drawing/2014/main" id="{865CDC41-A647-CD6E-FCF7-1B89DBA5554E}"/>
              </a:ext>
            </a:extLst>
          </p:cNvPr>
          <p:cNvSpPr/>
          <p:nvPr/>
        </p:nvSpPr>
        <p:spPr>
          <a:xfrm>
            <a:off x="9224200" y="3367785"/>
            <a:ext cx="777938" cy="777938"/>
          </a:xfrm>
          <a:custGeom>
            <a:avLst/>
            <a:gdLst>
              <a:gd name="connsiteX0" fmla="*/ 389001 w 777938"/>
              <a:gd name="connsiteY0" fmla="*/ 0 h 777938"/>
              <a:gd name="connsiteX1" fmla="*/ 777939 w 777938"/>
              <a:gd name="connsiteY1" fmla="*/ 388938 h 777938"/>
              <a:gd name="connsiteX2" fmla="*/ 389001 w 777938"/>
              <a:gd name="connsiteY2" fmla="*/ 777939 h 777938"/>
              <a:gd name="connsiteX3" fmla="*/ 0 w 777938"/>
              <a:gd name="connsiteY3" fmla="*/ 388938 h 777938"/>
              <a:gd name="connsiteX4" fmla="*/ 389001 w 777938"/>
              <a:gd name="connsiteY4" fmla="*/ 0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389001" y="0"/>
                </a:moveTo>
                <a:cubicBezTo>
                  <a:pt x="603821" y="0"/>
                  <a:pt x="777939" y="174180"/>
                  <a:pt x="777939" y="388938"/>
                </a:cubicBezTo>
                <a:cubicBezTo>
                  <a:pt x="777939" y="603695"/>
                  <a:pt x="603821" y="777939"/>
                  <a:pt x="389001" y="777939"/>
                </a:cubicBezTo>
                <a:cubicBezTo>
                  <a:pt x="174181" y="777939"/>
                  <a:pt x="0" y="603758"/>
                  <a:pt x="0" y="388938"/>
                </a:cubicBezTo>
                <a:cubicBezTo>
                  <a:pt x="0" y="174117"/>
                  <a:pt x="174117" y="0"/>
                  <a:pt x="389001" y="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3" name="Forma libre 2">
            <a:extLst>
              <a:ext uri="{FF2B5EF4-FFF2-40B4-BE49-F238E27FC236}">
                <a16:creationId xmlns:a16="http://schemas.microsoft.com/office/drawing/2014/main" id="{E21FA378-A8B0-5883-DC60-6D8276623490}"/>
              </a:ext>
            </a:extLst>
          </p:cNvPr>
          <p:cNvSpPr/>
          <p:nvPr/>
        </p:nvSpPr>
        <p:spPr>
          <a:xfrm>
            <a:off x="9224200" y="2158110"/>
            <a:ext cx="777938" cy="777875"/>
          </a:xfrm>
          <a:custGeom>
            <a:avLst/>
            <a:gdLst>
              <a:gd name="connsiteX0" fmla="*/ 0 w 777938"/>
              <a:gd name="connsiteY0" fmla="*/ 388938 h 777875"/>
              <a:gd name="connsiteX1" fmla="*/ 389001 w 777938"/>
              <a:gd name="connsiteY1" fmla="*/ 0 h 777875"/>
              <a:gd name="connsiteX2" fmla="*/ 777939 w 777938"/>
              <a:gd name="connsiteY2" fmla="*/ 388938 h 777875"/>
              <a:gd name="connsiteX3" fmla="*/ 389001 w 777938"/>
              <a:gd name="connsiteY3" fmla="*/ 777875 h 777875"/>
              <a:gd name="connsiteX4" fmla="*/ 0 w 777938"/>
              <a:gd name="connsiteY4" fmla="*/ 388938 h 7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875">
                <a:moveTo>
                  <a:pt x="0" y="388938"/>
                </a:moveTo>
                <a:cubicBezTo>
                  <a:pt x="0" y="174117"/>
                  <a:pt x="174117" y="0"/>
                  <a:pt x="389001" y="0"/>
                </a:cubicBezTo>
                <a:cubicBezTo>
                  <a:pt x="603885" y="0"/>
                  <a:pt x="777939" y="174117"/>
                  <a:pt x="777939" y="388938"/>
                </a:cubicBezTo>
                <a:cubicBezTo>
                  <a:pt x="777939" y="603758"/>
                  <a:pt x="603821" y="777875"/>
                  <a:pt x="389001" y="777875"/>
                </a:cubicBezTo>
                <a:cubicBezTo>
                  <a:pt x="174181" y="777875"/>
                  <a:pt x="0" y="603758"/>
                  <a:pt x="0" y="388938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4" name="Forma libre 3">
            <a:extLst>
              <a:ext uri="{FF2B5EF4-FFF2-40B4-BE49-F238E27FC236}">
                <a16:creationId xmlns:a16="http://schemas.microsoft.com/office/drawing/2014/main" id="{569CD9E7-1C60-A618-CEDD-1F51E760F70D}"/>
              </a:ext>
            </a:extLst>
          </p:cNvPr>
          <p:cNvSpPr/>
          <p:nvPr/>
        </p:nvSpPr>
        <p:spPr>
          <a:xfrm>
            <a:off x="9224200" y="4588065"/>
            <a:ext cx="777938" cy="777938"/>
          </a:xfrm>
          <a:custGeom>
            <a:avLst/>
            <a:gdLst>
              <a:gd name="connsiteX0" fmla="*/ 389001 w 777938"/>
              <a:gd name="connsiteY0" fmla="*/ 0 h 777938"/>
              <a:gd name="connsiteX1" fmla="*/ 777939 w 777938"/>
              <a:gd name="connsiteY1" fmla="*/ 389001 h 777938"/>
              <a:gd name="connsiteX2" fmla="*/ 389001 w 777938"/>
              <a:gd name="connsiteY2" fmla="*/ 777938 h 777938"/>
              <a:gd name="connsiteX3" fmla="*/ 0 w 777938"/>
              <a:gd name="connsiteY3" fmla="*/ 389001 h 777938"/>
              <a:gd name="connsiteX4" fmla="*/ 389001 w 777938"/>
              <a:gd name="connsiteY4" fmla="*/ 0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389001" y="0"/>
                </a:moveTo>
                <a:cubicBezTo>
                  <a:pt x="603821" y="0"/>
                  <a:pt x="777939" y="174117"/>
                  <a:pt x="777939" y="389001"/>
                </a:cubicBezTo>
                <a:cubicBezTo>
                  <a:pt x="777939" y="603885"/>
                  <a:pt x="603821" y="777938"/>
                  <a:pt x="389001" y="777938"/>
                </a:cubicBezTo>
                <a:cubicBezTo>
                  <a:pt x="174181" y="777938"/>
                  <a:pt x="0" y="603821"/>
                  <a:pt x="0" y="389001"/>
                </a:cubicBezTo>
                <a:cubicBezTo>
                  <a:pt x="0" y="174180"/>
                  <a:pt x="174117" y="0"/>
                  <a:pt x="389001" y="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5" name="Forma libre 4">
            <a:extLst>
              <a:ext uri="{FF2B5EF4-FFF2-40B4-BE49-F238E27FC236}">
                <a16:creationId xmlns:a16="http://schemas.microsoft.com/office/drawing/2014/main" id="{F0CC89F4-5AC8-5A8F-906D-264C1EC7EFEA}"/>
              </a:ext>
            </a:extLst>
          </p:cNvPr>
          <p:cNvSpPr/>
          <p:nvPr/>
        </p:nvSpPr>
        <p:spPr>
          <a:xfrm>
            <a:off x="10393997" y="2839592"/>
            <a:ext cx="778002" cy="777938"/>
          </a:xfrm>
          <a:custGeom>
            <a:avLst/>
            <a:gdLst>
              <a:gd name="connsiteX0" fmla="*/ 389001 w 778002"/>
              <a:gd name="connsiteY0" fmla="*/ 777939 h 777938"/>
              <a:gd name="connsiteX1" fmla="*/ 0 w 778002"/>
              <a:gd name="connsiteY1" fmla="*/ 389001 h 777938"/>
              <a:gd name="connsiteX2" fmla="*/ 389001 w 778002"/>
              <a:gd name="connsiteY2" fmla="*/ 0 h 777938"/>
              <a:gd name="connsiteX3" fmla="*/ 778002 w 778002"/>
              <a:gd name="connsiteY3" fmla="*/ 389001 h 777938"/>
              <a:gd name="connsiteX4" fmla="*/ 389001 w 778002"/>
              <a:gd name="connsiteY4" fmla="*/ 777939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8002" h="777938">
                <a:moveTo>
                  <a:pt x="389001" y="777939"/>
                </a:moveTo>
                <a:cubicBezTo>
                  <a:pt x="174181" y="777939"/>
                  <a:pt x="0" y="603822"/>
                  <a:pt x="0" y="389001"/>
                </a:cubicBezTo>
                <a:cubicBezTo>
                  <a:pt x="0" y="174180"/>
                  <a:pt x="174181" y="0"/>
                  <a:pt x="389001" y="0"/>
                </a:cubicBezTo>
                <a:cubicBezTo>
                  <a:pt x="603821" y="0"/>
                  <a:pt x="778002" y="174117"/>
                  <a:pt x="778002" y="389001"/>
                </a:cubicBezTo>
                <a:cubicBezTo>
                  <a:pt x="778002" y="603885"/>
                  <a:pt x="603821" y="777939"/>
                  <a:pt x="389001" y="777939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6" name="Forma libre 5">
            <a:extLst>
              <a:ext uri="{FF2B5EF4-FFF2-40B4-BE49-F238E27FC236}">
                <a16:creationId xmlns:a16="http://schemas.microsoft.com/office/drawing/2014/main" id="{28160ECB-3A4E-6E68-9BE3-28E002FACC45}"/>
              </a:ext>
            </a:extLst>
          </p:cNvPr>
          <p:cNvSpPr/>
          <p:nvPr/>
        </p:nvSpPr>
        <p:spPr>
          <a:xfrm>
            <a:off x="10393997" y="3969765"/>
            <a:ext cx="777938" cy="777938"/>
          </a:xfrm>
          <a:custGeom>
            <a:avLst/>
            <a:gdLst>
              <a:gd name="connsiteX0" fmla="*/ 389001 w 777938"/>
              <a:gd name="connsiteY0" fmla="*/ 0 h 777938"/>
              <a:gd name="connsiteX1" fmla="*/ 777939 w 777938"/>
              <a:gd name="connsiteY1" fmla="*/ 388938 h 777938"/>
              <a:gd name="connsiteX2" fmla="*/ 389001 w 777938"/>
              <a:gd name="connsiteY2" fmla="*/ 777939 h 777938"/>
              <a:gd name="connsiteX3" fmla="*/ 0 w 777938"/>
              <a:gd name="connsiteY3" fmla="*/ 388938 h 777938"/>
              <a:gd name="connsiteX4" fmla="*/ 389001 w 777938"/>
              <a:gd name="connsiteY4" fmla="*/ 0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389001" y="0"/>
                </a:moveTo>
                <a:cubicBezTo>
                  <a:pt x="603821" y="0"/>
                  <a:pt x="777939" y="174117"/>
                  <a:pt x="777939" y="388938"/>
                </a:cubicBezTo>
                <a:cubicBezTo>
                  <a:pt x="777939" y="603758"/>
                  <a:pt x="603821" y="777939"/>
                  <a:pt x="389001" y="777939"/>
                </a:cubicBezTo>
                <a:cubicBezTo>
                  <a:pt x="174181" y="777939"/>
                  <a:pt x="0" y="603758"/>
                  <a:pt x="0" y="388938"/>
                </a:cubicBezTo>
                <a:cubicBezTo>
                  <a:pt x="0" y="174117"/>
                  <a:pt x="174117" y="0"/>
                  <a:pt x="389001" y="0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8D8E471C-0D40-A277-A1C4-B554DC5FF260}"/>
              </a:ext>
            </a:extLst>
          </p:cNvPr>
          <p:cNvSpPr/>
          <p:nvPr/>
        </p:nvSpPr>
        <p:spPr>
          <a:xfrm>
            <a:off x="8051545" y="2839592"/>
            <a:ext cx="777938" cy="777938"/>
          </a:xfrm>
          <a:custGeom>
            <a:avLst/>
            <a:gdLst>
              <a:gd name="connsiteX0" fmla="*/ 0 w 777938"/>
              <a:gd name="connsiteY0" fmla="*/ 389001 h 777938"/>
              <a:gd name="connsiteX1" fmla="*/ 389001 w 777938"/>
              <a:gd name="connsiteY1" fmla="*/ 0 h 777938"/>
              <a:gd name="connsiteX2" fmla="*/ 777939 w 777938"/>
              <a:gd name="connsiteY2" fmla="*/ 389001 h 777938"/>
              <a:gd name="connsiteX3" fmla="*/ 389001 w 777938"/>
              <a:gd name="connsiteY3" fmla="*/ 777939 h 777938"/>
              <a:gd name="connsiteX4" fmla="*/ 0 w 777938"/>
              <a:gd name="connsiteY4" fmla="*/ 389001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0" y="389001"/>
                </a:moveTo>
                <a:cubicBezTo>
                  <a:pt x="0" y="174180"/>
                  <a:pt x="174117" y="0"/>
                  <a:pt x="389001" y="0"/>
                </a:cubicBezTo>
                <a:cubicBezTo>
                  <a:pt x="603886" y="0"/>
                  <a:pt x="777939" y="174117"/>
                  <a:pt x="777939" y="389001"/>
                </a:cubicBezTo>
                <a:cubicBezTo>
                  <a:pt x="777939" y="603885"/>
                  <a:pt x="603822" y="777939"/>
                  <a:pt x="389001" y="777939"/>
                </a:cubicBezTo>
                <a:cubicBezTo>
                  <a:pt x="174181" y="777939"/>
                  <a:pt x="0" y="603822"/>
                  <a:pt x="0" y="389001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8" name="Forma libre 7">
            <a:extLst>
              <a:ext uri="{FF2B5EF4-FFF2-40B4-BE49-F238E27FC236}">
                <a16:creationId xmlns:a16="http://schemas.microsoft.com/office/drawing/2014/main" id="{9AE70BBD-F58B-AC33-FB00-0D235E0880A8}"/>
              </a:ext>
            </a:extLst>
          </p:cNvPr>
          <p:cNvSpPr/>
          <p:nvPr/>
        </p:nvSpPr>
        <p:spPr>
          <a:xfrm>
            <a:off x="8051545" y="3969829"/>
            <a:ext cx="777938" cy="777938"/>
          </a:xfrm>
          <a:custGeom>
            <a:avLst/>
            <a:gdLst>
              <a:gd name="connsiteX0" fmla="*/ 389001 w 777938"/>
              <a:gd name="connsiteY0" fmla="*/ 777939 h 777938"/>
              <a:gd name="connsiteX1" fmla="*/ 0 w 777938"/>
              <a:gd name="connsiteY1" fmla="*/ 388938 h 777938"/>
              <a:gd name="connsiteX2" fmla="*/ 389001 w 777938"/>
              <a:gd name="connsiteY2" fmla="*/ 0 h 777938"/>
              <a:gd name="connsiteX3" fmla="*/ 777939 w 777938"/>
              <a:gd name="connsiteY3" fmla="*/ 388938 h 777938"/>
              <a:gd name="connsiteX4" fmla="*/ 389001 w 777938"/>
              <a:gd name="connsiteY4" fmla="*/ 777939 h 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7938" h="777938">
                <a:moveTo>
                  <a:pt x="389001" y="777939"/>
                </a:moveTo>
                <a:cubicBezTo>
                  <a:pt x="174181" y="777939"/>
                  <a:pt x="0" y="603758"/>
                  <a:pt x="0" y="388938"/>
                </a:cubicBezTo>
                <a:cubicBezTo>
                  <a:pt x="0" y="174117"/>
                  <a:pt x="174117" y="0"/>
                  <a:pt x="389001" y="0"/>
                </a:cubicBezTo>
                <a:cubicBezTo>
                  <a:pt x="603886" y="0"/>
                  <a:pt x="777939" y="174117"/>
                  <a:pt x="777939" y="388938"/>
                </a:cubicBezTo>
                <a:cubicBezTo>
                  <a:pt x="777939" y="603758"/>
                  <a:pt x="603822" y="777939"/>
                  <a:pt x="389001" y="777939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9" name="Forma libre 8">
            <a:extLst>
              <a:ext uri="{FF2B5EF4-FFF2-40B4-BE49-F238E27FC236}">
                <a16:creationId xmlns:a16="http://schemas.microsoft.com/office/drawing/2014/main" id="{E21B1A5C-92BC-0A92-8FB5-0A2CDD6C6AAA}"/>
              </a:ext>
            </a:extLst>
          </p:cNvPr>
          <p:cNvSpPr/>
          <p:nvPr/>
        </p:nvSpPr>
        <p:spPr>
          <a:xfrm>
            <a:off x="4140632" y="449770"/>
            <a:ext cx="3911104" cy="446722"/>
          </a:xfrm>
          <a:custGeom>
            <a:avLst/>
            <a:gdLst>
              <a:gd name="connsiteX0" fmla="*/ 3910533 w 3911104"/>
              <a:gd name="connsiteY0" fmla="*/ 220917 h 446722"/>
              <a:gd name="connsiteX1" fmla="*/ 3910533 w 3911104"/>
              <a:gd name="connsiteY1" fmla="*/ 220917 h 446722"/>
              <a:gd name="connsiteX2" fmla="*/ 3910533 w 3911104"/>
              <a:gd name="connsiteY2" fmla="*/ 220853 h 446722"/>
              <a:gd name="connsiteX3" fmla="*/ 3908500 w 3911104"/>
              <a:gd name="connsiteY3" fmla="*/ 218377 h 446722"/>
              <a:gd name="connsiteX4" fmla="*/ 3907866 w 3911104"/>
              <a:gd name="connsiteY4" fmla="*/ 217932 h 446722"/>
              <a:gd name="connsiteX5" fmla="*/ 3907231 w 3911104"/>
              <a:gd name="connsiteY5" fmla="*/ 217488 h 446722"/>
              <a:gd name="connsiteX6" fmla="*/ 3829570 w 3911104"/>
              <a:gd name="connsiteY6" fmla="*/ 152082 h 446722"/>
              <a:gd name="connsiteX7" fmla="*/ 3813505 w 3911104"/>
              <a:gd name="connsiteY7" fmla="*/ 100267 h 446722"/>
              <a:gd name="connsiteX8" fmla="*/ 3813505 w 3911104"/>
              <a:gd name="connsiteY8" fmla="*/ 66802 h 446722"/>
              <a:gd name="connsiteX9" fmla="*/ 3746703 w 3911104"/>
              <a:gd name="connsiteY9" fmla="*/ 0 h 446722"/>
              <a:gd name="connsiteX10" fmla="*/ 164287 w 3911104"/>
              <a:gd name="connsiteY10" fmla="*/ 0 h 446722"/>
              <a:gd name="connsiteX11" fmla="*/ 97485 w 3911104"/>
              <a:gd name="connsiteY11" fmla="*/ 66802 h 446722"/>
              <a:gd name="connsiteX12" fmla="*/ 97485 w 3911104"/>
              <a:gd name="connsiteY12" fmla="*/ 100267 h 446722"/>
              <a:gd name="connsiteX13" fmla="*/ 81419 w 3911104"/>
              <a:gd name="connsiteY13" fmla="*/ 152082 h 446722"/>
              <a:gd name="connsiteX14" fmla="*/ 3758 w 3911104"/>
              <a:gd name="connsiteY14" fmla="*/ 217488 h 446722"/>
              <a:gd name="connsiteX15" fmla="*/ 3124 w 3911104"/>
              <a:gd name="connsiteY15" fmla="*/ 217932 h 446722"/>
              <a:gd name="connsiteX16" fmla="*/ 2489 w 3911104"/>
              <a:gd name="connsiteY16" fmla="*/ 218377 h 446722"/>
              <a:gd name="connsiteX17" fmla="*/ 457 w 3911104"/>
              <a:gd name="connsiteY17" fmla="*/ 220853 h 446722"/>
              <a:gd name="connsiteX18" fmla="*/ 457 w 3911104"/>
              <a:gd name="connsiteY18" fmla="*/ 220917 h 446722"/>
              <a:gd name="connsiteX19" fmla="*/ 457 w 3911104"/>
              <a:gd name="connsiteY19" fmla="*/ 220917 h 446722"/>
              <a:gd name="connsiteX20" fmla="*/ 12 w 3911104"/>
              <a:gd name="connsiteY20" fmla="*/ 223393 h 446722"/>
              <a:gd name="connsiteX21" fmla="*/ 520 w 3911104"/>
              <a:gd name="connsiteY21" fmla="*/ 225806 h 446722"/>
              <a:gd name="connsiteX22" fmla="*/ 520 w 3911104"/>
              <a:gd name="connsiteY22" fmla="*/ 225806 h 446722"/>
              <a:gd name="connsiteX23" fmla="*/ 838 w 3911104"/>
              <a:gd name="connsiteY23" fmla="*/ 226314 h 446722"/>
              <a:gd name="connsiteX24" fmla="*/ 1917 w 3911104"/>
              <a:gd name="connsiteY24" fmla="*/ 227838 h 446722"/>
              <a:gd name="connsiteX25" fmla="*/ 3124 w 3911104"/>
              <a:gd name="connsiteY25" fmla="*/ 228663 h 446722"/>
              <a:gd name="connsiteX26" fmla="*/ 3886 w 3911104"/>
              <a:gd name="connsiteY26" fmla="*/ 229171 h 446722"/>
              <a:gd name="connsiteX27" fmla="*/ 81483 w 3911104"/>
              <a:gd name="connsiteY27" fmla="*/ 294640 h 446722"/>
              <a:gd name="connsiteX28" fmla="*/ 97548 w 3911104"/>
              <a:gd name="connsiteY28" fmla="*/ 346456 h 446722"/>
              <a:gd name="connsiteX29" fmla="*/ 97548 w 3911104"/>
              <a:gd name="connsiteY29" fmla="*/ 379921 h 446722"/>
              <a:gd name="connsiteX30" fmla="*/ 164350 w 3911104"/>
              <a:gd name="connsiteY30" fmla="*/ 446722 h 446722"/>
              <a:gd name="connsiteX31" fmla="*/ 3746766 w 3911104"/>
              <a:gd name="connsiteY31" fmla="*/ 446722 h 446722"/>
              <a:gd name="connsiteX32" fmla="*/ 3813568 w 3911104"/>
              <a:gd name="connsiteY32" fmla="*/ 379921 h 446722"/>
              <a:gd name="connsiteX33" fmla="*/ 3813568 w 3911104"/>
              <a:gd name="connsiteY33" fmla="*/ 331280 h 446722"/>
              <a:gd name="connsiteX34" fmla="*/ 3817251 w 3911104"/>
              <a:gd name="connsiteY34" fmla="*/ 315659 h 446722"/>
              <a:gd name="connsiteX35" fmla="*/ 3907231 w 3911104"/>
              <a:gd name="connsiteY35" fmla="*/ 229171 h 446722"/>
              <a:gd name="connsiteX36" fmla="*/ 3907993 w 3911104"/>
              <a:gd name="connsiteY36" fmla="*/ 228663 h 446722"/>
              <a:gd name="connsiteX37" fmla="*/ 3909199 w 3911104"/>
              <a:gd name="connsiteY37" fmla="*/ 227838 h 446722"/>
              <a:gd name="connsiteX38" fmla="*/ 3910279 w 3911104"/>
              <a:gd name="connsiteY38" fmla="*/ 226314 h 446722"/>
              <a:gd name="connsiteX39" fmla="*/ 3910596 w 3911104"/>
              <a:gd name="connsiteY39" fmla="*/ 225806 h 446722"/>
              <a:gd name="connsiteX40" fmla="*/ 3910596 w 3911104"/>
              <a:gd name="connsiteY40" fmla="*/ 225806 h 446722"/>
              <a:gd name="connsiteX41" fmla="*/ 3911104 w 3911104"/>
              <a:gd name="connsiteY41" fmla="*/ 223393 h 446722"/>
              <a:gd name="connsiteX42" fmla="*/ 3910660 w 3911104"/>
              <a:gd name="connsiteY42" fmla="*/ 220917 h 44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911104" h="446722">
                <a:moveTo>
                  <a:pt x="3910533" y="220917"/>
                </a:moveTo>
                <a:cubicBezTo>
                  <a:pt x="3910533" y="220917"/>
                  <a:pt x="3910533" y="220917"/>
                  <a:pt x="3910533" y="220917"/>
                </a:cubicBezTo>
                <a:cubicBezTo>
                  <a:pt x="3910533" y="220917"/>
                  <a:pt x="3910533" y="220917"/>
                  <a:pt x="3910533" y="220853"/>
                </a:cubicBezTo>
                <a:cubicBezTo>
                  <a:pt x="3910088" y="219837"/>
                  <a:pt x="3909390" y="219075"/>
                  <a:pt x="3908500" y="218377"/>
                </a:cubicBezTo>
                <a:cubicBezTo>
                  <a:pt x="3908311" y="218186"/>
                  <a:pt x="3908056" y="218059"/>
                  <a:pt x="3907866" y="217932"/>
                </a:cubicBezTo>
                <a:cubicBezTo>
                  <a:pt x="3907675" y="217805"/>
                  <a:pt x="3907485" y="217614"/>
                  <a:pt x="3907231" y="217488"/>
                </a:cubicBezTo>
                <a:cubicBezTo>
                  <a:pt x="3877767" y="204788"/>
                  <a:pt x="3848811" y="179832"/>
                  <a:pt x="3829570" y="152082"/>
                </a:cubicBezTo>
                <a:cubicBezTo>
                  <a:pt x="3819029" y="136906"/>
                  <a:pt x="3813505" y="118745"/>
                  <a:pt x="3813505" y="100267"/>
                </a:cubicBezTo>
                <a:lnTo>
                  <a:pt x="3813505" y="66802"/>
                </a:lnTo>
                <a:cubicBezTo>
                  <a:pt x="3813505" y="29908"/>
                  <a:pt x="3783596" y="0"/>
                  <a:pt x="3746703" y="0"/>
                </a:cubicBezTo>
                <a:lnTo>
                  <a:pt x="164287" y="0"/>
                </a:lnTo>
                <a:cubicBezTo>
                  <a:pt x="127393" y="0"/>
                  <a:pt x="97485" y="29908"/>
                  <a:pt x="97485" y="66802"/>
                </a:cubicBezTo>
                <a:lnTo>
                  <a:pt x="97485" y="100267"/>
                </a:lnTo>
                <a:cubicBezTo>
                  <a:pt x="97485" y="118745"/>
                  <a:pt x="91960" y="136906"/>
                  <a:pt x="81419" y="152082"/>
                </a:cubicBezTo>
                <a:cubicBezTo>
                  <a:pt x="62179" y="179832"/>
                  <a:pt x="33223" y="204788"/>
                  <a:pt x="3758" y="217488"/>
                </a:cubicBezTo>
                <a:cubicBezTo>
                  <a:pt x="3505" y="217614"/>
                  <a:pt x="3377" y="217805"/>
                  <a:pt x="3124" y="217932"/>
                </a:cubicBezTo>
                <a:cubicBezTo>
                  <a:pt x="2870" y="218059"/>
                  <a:pt x="2679" y="218249"/>
                  <a:pt x="2489" y="218377"/>
                </a:cubicBezTo>
                <a:cubicBezTo>
                  <a:pt x="1600" y="219075"/>
                  <a:pt x="838" y="219837"/>
                  <a:pt x="457" y="220853"/>
                </a:cubicBezTo>
                <a:cubicBezTo>
                  <a:pt x="457" y="220853"/>
                  <a:pt x="457" y="220853"/>
                  <a:pt x="457" y="220917"/>
                </a:cubicBezTo>
                <a:cubicBezTo>
                  <a:pt x="457" y="220917"/>
                  <a:pt x="457" y="220917"/>
                  <a:pt x="457" y="220917"/>
                </a:cubicBezTo>
                <a:cubicBezTo>
                  <a:pt x="139" y="221678"/>
                  <a:pt x="-51" y="222504"/>
                  <a:pt x="12" y="223393"/>
                </a:cubicBezTo>
                <a:cubicBezTo>
                  <a:pt x="12" y="224218"/>
                  <a:pt x="202" y="225044"/>
                  <a:pt x="520" y="225806"/>
                </a:cubicBezTo>
                <a:cubicBezTo>
                  <a:pt x="520" y="225806"/>
                  <a:pt x="520" y="225806"/>
                  <a:pt x="520" y="225806"/>
                </a:cubicBezTo>
                <a:cubicBezTo>
                  <a:pt x="583" y="225996"/>
                  <a:pt x="774" y="226124"/>
                  <a:pt x="838" y="226314"/>
                </a:cubicBezTo>
                <a:cubicBezTo>
                  <a:pt x="1155" y="226885"/>
                  <a:pt x="1473" y="227393"/>
                  <a:pt x="1917" y="227838"/>
                </a:cubicBezTo>
                <a:cubicBezTo>
                  <a:pt x="2298" y="228219"/>
                  <a:pt x="2743" y="228410"/>
                  <a:pt x="3124" y="228663"/>
                </a:cubicBezTo>
                <a:cubicBezTo>
                  <a:pt x="3377" y="228854"/>
                  <a:pt x="3632" y="229045"/>
                  <a:pt x="3886" y="229171"/>
                </a:cubicBezTo>
                <a:cubicBezTo>
                  <a:pt x="32969" y="241110"/>
                  <a:pt x="61925" y="266192"/>
                  <a:pt x="81483" y="294640"/>
                </a:cubicBezTo>
                <a:cubicBezTo>
                  <a:pt x="91960" y="309880"/>
                  <a:pt x="97548" y="327978"/>
                  <a:pt x="97548" y="346456"/>
                </a:cubicBezTo>
                <a:lnTo>
                  <a:pt x="97548" y="379921"/>
                </a:lnTo>
                <a:cubicBezTo>
                  <a:pt x="97548" y="416814"/>
                  <a:pt x="127457" y="446722"/>
                  <a:pt x="164350" y="446722"/>
                </a:cubicBezTo>
                <a:lnTo>
                  <a:pt x="3746766" y="446722"/>
                </a:lnTo>
                <a:cubicBezTo>
                  <a:pt x="3783660" y="446722"/>
                  <a:pt x="3813568" y="416814"/>
                  <a:pt x="3813568" y="379921"/>
                </a:cubicBezTo>
                <a:lnTo>
                  <a:pt x="3813568" y="331280"/>
                </a:lnTo>
                <a:cubicBezTo>
                  <a:pt x="3813568" y="325882"/>
                  <a:pt x="3814838" y="320548"/>
                  <a:pt x="3817251" y="315659"/>
                </a:cubicBezTo>
                <a:cubicBezTo>
                  <a:pt x="3835158" y="279082"/>
                  <a:pt x="3871162" y="243967"/>
                  <a:pt x="3907231" y="229171"/>
                </a:cubicBezTo>
                <a:cubicBezTo>
                  <a:pt x="3907549" y="229045"/>
                  <a:pt x="3907739" y="228791"/>
                  <a:pt x="3907993" y="228663"/>
                </a:cubicBezTo>
                <a:cubicBezTo>
                  <a:pt x="3908437" y="228410"/>
                  <a:pt x="3908882" y="228219"/>
                  <a:pt x="3909199" y="227838"/>
                </a:cubicBezTo>
                <a:cubicBezTo>
                  <a:pt x="3909644" y="227393"/>
                  <a:pt x="3909962" y="226885"/>
                  <a:pt x="3910279" y="226314"/>
                </a:cubicBezTo>
                <a:cubicBezTo>
                  <a:pt x="3910406" y="226124"/>
                  <a:pt x="3910533" y="225996"/>
                  <a:pt x="3910596" y="225806"/>
                </a:cubicBezTo>
                <a:cubicBezTo>
                  <a:pt x="3910596" y="225806"/>
                  <a:pt x="3910596" y="225806"/>
                  <a:pt x="3910596" y="225806"/>
                </a:cubicBezTo>
                <a:cubicBezTo>
                  <a:pt x="3910914" y="225044"/>
                  <a:pt x="3911104" y="224218"/>
                  <a:pt x="3911104" y="223393"/>
                </a:cubicBezTo>
                <a:cubicBezTo>
                  <a:pt x="3911104" y="222567"/>
                  <a:pt x="3910914" y="221742"/>
                  <a:pt x="3910660" y="220917"/>
                </a:cubicBez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CD431090-1C80-F9E6-B7C5-2DC3B76FA182}"/>
              </a:ext>
            </a:extLst>
          </p:cNvPr>
          <p:cNvSpPr/>
          <p:nvPr/>
        </p:nvSpPr>
        <p:spPr>
          <a:xfrm>
            <a:off x="4395343" y="2120011"/>
            <a:ext cx="2275014" cy="3326701"/>
          </a:xfrm>
          <a:custGeom>
            <a:avLst/>
            <a:gdLst>
              <a:gd name="connsiteX0" fmla="*/ 0 w 2275014"/>
              <a:gd name="connsiteY0" fmla="*/ 0 h 3326701"/>
              <a:gd name="connsiteX1" fmla="*/ 2275014 w 2275014"/>
              <a:gd name="connsiteY1" fmla="*/ 0 h 3326701"/>
              <a:gd name="connsiteX2" fmla="*/ 2275014 w 2275014"/>
              <a:gd name="connsiteY2" fmla="*/ 3326702 h 3326701"/>
              <a:gd name="connsiteX3" fmla="*/ 0 w 2275014"/>
              <a:gd name="connsiteY3" fmla="*/ 3326702 h 3326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5014" h="3326701">
                <a:moveTo>
                  <a:pt x="0" y="0"/>
                </a:moveTo>
                <a:lnTo>
                  <a:pt x="2275014" y="0"/>
                </a:lnTo>
                <a:lnTo>
                  <a:pt x="2275014" y="3326702"/>
                </a:lnTo>
                <a:lnTo>
                  <a:pt x="0" y="3326702"/>
                </a:lnTo>
                <a:close/>
              </a:path>
            </a:pathLst>
          </a:custGeom>
          <a:solidFill>
            <a:srgbClr val="11225A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02474027-492A-C287-6B4C-822B736B6B0F}"/>
              </a:ext>
            </a:extLst>
          </p:cNvPr>
          <p:cNvGrpSpPr/>
          <p:nvPr/>
        </p:nvGrpSpPr>
        <p:grpSpPr>
          <a:xfrm>
            <a:off x="6330696" y="2120074"/>
            <a:ext cx="678560" cy="3338131"/>
            <a:chOff x="6330696" y="2120074"/>
            <a:chExt cx="678560" cy="3338131"/>
          </a:xfrm>
        </p:grpSpPr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D93B05F7-31FE-6634-BB33-58E0D46C3F21}"/>
                </a:ext>
              </a:extLst>
            </p:cNvPr>
            <p:cNvSpPr/>
            <p:nvPr/>
          </p:nvSpPr>
          <p:spPr>
            <a:xfrm>
              <a:off x="6669531" y="2120074"/>
              <a:ext cx="339725" cy="1803780"/>
            </a:xfrm>
            <a:custGeom>
              <a:avLst/>
              <a:gdLst>
                <a:gd name="connsiteX0" fmla="*/ 0 w 339725"/>
                <a:gd name="connsiteY0" fmla="*/ 1803781 h 1803780"/>
                <a:gd name="connsiteX1" fmla="*/ 339725 w 339725"/>
                <a:gd name="connsiteY1" fmla="*/ 1312418 h 1803780"/>
                <a:gd name="connsiteX2" fmla="*/ 339725 w 339725"/>
                <a:gd name="connsiteY2" fmla="*/ 0 h 1803780"/>
                <a:gd name="connsiteX3" fmla="*/ 0 w 339725"/>
                <a:gd name="connsiteY3" fmla="*/ 0 h 1803780"/>
                <a:gd name="connsiteX4" fmla="*/ 0 w 339725"/>
                <a:gd name="connsiteY4" fmla="*/ 1803781 h 180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725" h="1803780">
                  <a:moveTo>
                    <a:pt x="0" y="1803781"/>
                  </a:moveTo>
                  <a:lnTo>
                    <a:pt x="339725" y="1312418"/>
                  </a:lnTo>
                  <a:lnTo>
                    <a:pt x="339725" y="0"/>
                  </a:lnTo>
                  <a:lnTo>
                    <a:pt x="0" y="0"/>
                  </a:lnTo>
                  <a:lnTo>
                    <a:pt x="0" y="1803781"/>
                  </a:lnTo>
                  <a:close/>
                </a:path>
              </a:pathLst>
            </a:custGeom>
            <a:solidFill>
              <a:srgbClr val="D9E1E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  <p:sp>
          <p:nvSpPr>
            <p:cNvPr id="13" name="Forma libre 12">
              <a:extLst>
                <a:ext uri="{FF2B5EF4-FFF2-40B4-BE49-F238E27FC236}">
                  <a16:creationId xmlns:a16="http://schemas.microsoft.com/office/drawing/2014/main" id="{CB4A0F8A-25B6-5DCE-E90B-81893968E275}"/>
                </a:ext>
              </a:extLst>
            </p:cNvPr>
            <p:cNvSpPr/>
            <p:nvPr/>
          </p:nvSpPr>
          <p:spPr>
            <a:xfrm>
              <a:off x="6330696" y="2120074"/>
              <a:ext cx="339724" cy="3338131"/>
            </a:xfrm>
            <a:custGeom>
              <a:avLst/>
              <a:gdLst>
                <a:gd name="connsiteX0" fmla="*/ 339725 w 339724"/>
                <a:gd name="connsiteY0" fmla="*/ 3338132 h 3338131"/>
                <a:gd name="connsiteX1" fmla="*/ 0 w 339724"/>
                <a:gd name="connsiteY1" fmla="*/ 2848483 h 3338131"/>
                <a:gd name="connsiteX2" fmla="*/ 0 w 339724"/>
                <a:gd name="connsiteY2" fmla="*/ 0 h 3338131"/>
                <a:gd name="connsiteX3" fmla="*/ 339725 w 339724"/>
                <a:gd name="connsiteY3" fmla="*/ 0 h 3338131"/>
                <a:gd name="connsiteX4" fmla="*/ 339725 w 339724"/>
                <a:gd name="connsiteY4" fmla="*/ 3338132 h 333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724" h="3338131">
                  <a:moveTo>
                    <a:pt x="339725" y="3338132"/>
                  </a:moveTo>
                  <a:lnTo>
                    <a:pt x="0" y="2848483"/>
                  </a:lnTo>
                  <a:lnTo>
                    <a:pt x="0" y="0"/>
                  </a:lnTo>
                  <a:lnTo>
                    <a:pt x="339725" y="0"/>
                  </a:lnTo>
                  <a:lnTo>
                    <a:pt x="339725" y="3338132"/>
                  </a:lnTo>
                  <a:close/>
                </a:path>
              </a:pathLst>
            </a:custGeom>
            <a:solidFill>
              <a:srgbClr val="98B1D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O"/>
            </a:p>
          </p:txBody>
        </p:sp>
      </p:grpSp>
      <p:sp>
        <p:nvSpPr>
          <p:cNvPr id="14" name="Forma libre 13">
            <a:extLst>
              <a:ext uri="{FF2B5EF4-FFF2-40B4-BE49-F238E27FC236}">
                <a16:creationId xmlns:a16="http://schemas.microsoft.com/office/drawing/2014/main" id="{FB099BAE-513E-E65E-14C1-ABB1992211C6}"/>
              </a:ext>
            </a:extLst>
          </p:cNvPr>
          <p:cNvSpPr/>
          <p:nvPr/>
        </p:nvSpPr>
        <p:spPr>
          <a:xfrm>
            <a:off x="1043876" y="2120074"/>
            <a:ext cx="2157396" cy="3338195"/>
          </a:xfrm>
          <a:custGeom>
            <a:avLst/>
            <a:gdLst>
              <a:gd name="connsiteX0" fmla="*/ 2153349 w 2157396"/>
              <a:gd name="connsiteY0" fmla="*/ 1645095 h 3338195"/>
              <a:gd name="connsiteX1" fmla="*/ 1869313 w 2157396"/>
              <a:gd name="connsiteY1" fmla="*/ 1351090 h 3338195"/>
              <a:gd name="connsiteX2" fmla="*/ 1866265 w 2157396"/>
              <a:gd name="connsiteY2" fmla="*/ 1341501 h 3338195"/>
              <a:gd name="connsiteX3" fmla="*/ 1842262 w 2157396"/>
              <a:gd name="connsiteY3" fmla="*/ 1204087 h 3338195"/>
              <a:gd name="connsiteX4" fmla="*/ 1840103 w 2157396"/>
              <a:gd name="connsiteY4" fmla="*/ 1171258 h 3338195"/>
              <a:gd name="connsiteX5" fmla="*/ 1840103 w 2157396"/>
              <a:gd name="connsiteY5" fmla="*/ 0 h 3338195"/>
              <a:gd name="connsiteX6" fmla="*/ 0 w 2157396"/>
              <a:gd name="connsiteY6" fmla="*/ 0 h 3338195"/>
              <a:gd name="connsiteX7" fmla="*/ 0 w 2157396"/>
              <a:gd name="connsiteY7" fmla="*/ 3338195 h 3338195"/>
              <a:gd name="connsiteX8" fmla="*/ 1840103 w 2157396"/>
              <a:gd name="connsiteY8" fmla="*/ 3338195 h 3338195"/>
              <a:gd name="connsiteX9" fmla="*/ 1840103 w 2157396"/>
              <a:gd name="connsiteY9" fmla="*/ 2160016 h 3338195"/>
              <a:gd name="connsiteX10" fmla="*/ 1840167 w 2157396"/>
              <a:gd name="connsiteY10" fmla="*/ 2158175 h 3338195"/>
              <a:gd name="connsiteX11" fmla="*/ 1842516 w 2157396"/>
              <a:gd name="connsiteY11" fmla="*/ 2129409 h 3338195"/>
              <a:gd name="connsiteX12" fmla="*/ 1844802 w 2157396"/>
              <a:gd name="connsiteY12" fmla="*/ 2094294 h 3338195"/>
              <a:gd name="connsiteX13" fmla="*/ 1857566 w 2157396"/>
              <a:gd name="connsiteY13" fmla="*/ 1995488 h 3338195"/>
              <a:gd name="connsiteX14" fmla="*/ 1867535 w 2157396"/>
              <a:gd name="connsiteY14" fmla="*/ 1955991 h 3338195"/>
              <a:gd name="connsiteX15" fmla="*/ 1867725 w 2157396"/>
              <a:gd name="connsiteY15" fmla="*/ 1955356 h 3338195"/>
              <a:gd name="connsiteX16" fmla="*/ 2153349 w 2157396"/>
              <a:gd name="connsiteY16" fmla="*/ 1656588 h 3338195"/>
              <a:gd name="connsiteX17" fmla="*/ 2153349 w 2157396"/>
              <a:gd name="connsiteY17" fmla="*/ 1645031 h 3338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57396" h="3338195">
                <a:moveTo>
                  <a:pt x="2153349" y="1645095"/>
                </a:moveTo>
                <a:cubicBezTo>
                  <a:pt x="2093531" y="1623949"/>
                  <a:pt x="1938401" y="1541844"/>
                  <a:pt x="1869313" y="1351090"/>
                </a:cubicBezTo>
                <a:cubicBezTo>
                  <a:pt x="1868297" y="1347915"/>
                  <a:pt x="1867281" y="1344676"/>
                  <a:pt x="1866265" y="1341501"/>
                </a:cubicBezTo>
                <a:cubicBezTo>
                  <a:pt x="1853946" y="1296670"/>
                  <a:pt x="1845247" y="1250442"/>
                  <a:pt x="1842262" y="1204087"/>
                </a:cubicBezTo>
                <a:cubicBezTo>
                  <a:pt x="1841564" y="1193038"/>
                  <a:pt x="1840865" y="1182116"/>
                  <a:pt x="1840103" y="1171258"/>
                </a:cubicBezTo>
                <a:lnTo>
                  <a:pt x="1840103" y="0"/>
                </a:lnTo>
                <a:lnTo>
                  <a:pt x="0" y="0"/>
                </a:lnTo>
                <a:lnTo>
                  <a:pt x="0" y="3338195"/>
                </a:lnTo>
                <a:lnTo>
                  <a:pt x="1840103" y="3338195"/>
                </a:lnTo>
                <a:lnTo>
                  <a:pt x="1840103" y="2160016"/>
                </a:lnTo>
                <a:cubicBezTo>
                  <a:pt x="1840103" y="2159381"/>
                  <a:pt x="1840167" y="2158810"/>
                  <a:pt x="1840167" y="2158175"/>
                </a:cubicBezTo>
                <a:cubicBezTo>
                  <a:pt x="1840992" y="2148586"/>
                  <a:pt x="1841881" y="2138934"/>
                  <a:pt x="1842516" y="2129409"/>
                </a:cubicBezTo>
                <a:cubicBezTo>
                  <a:pt x="1843278" y="2117789"/>
                  <a:pt x="1844040" y="2106041"/>
                  <a:pt x="1844802" y="2094294"/>
                </a:cubicBezTo>
                <a:cubicBezTo>
                  <a:pt x="1846898" y="2061147"/>
                  <a:pt x="1850517" y="2028000"/>
                  <a:pt x="1857566" y="1995488"/>
                </a:cubicBezTo>
                <a:cubicBezTo>
                  <a:pt x="1860550" y="1981835"/>
                  <a:pt x="1863916" y="1968754"/>
                  <a:pt x="1867535" y="1955991"/>
                </a:cubicBezTo>
                <a:cubicBezTo>
                  <a:pt x="1867535" y="1955800"/>
                  <a:pt x="1867662" y="1955546"/>
                  <a:pt x="1867725" y="1955356"/>
                </a:cubicBezTo>
                <a:cubicBezTo>
                  <a:pt x="1935290" y="1761300"/>
                  <a:pt x="2093024" y="1677924"/>
                  <a:pt x="2153349" y="1656588"/>
                </a:cubicBezTo>
                <a:cubicBezTo>
                  <a:pt x="2158746" y="1654683"/>
                  <a:pt x="2158746" y="1646936"/>
                  <a:pt x="2153349" y="1645031"/>
                </a:cubicBezTo>
              </a:path>
            </a:pathLst>
          </a:custGeom>
          <a:solidFill>
            <a:srgbClr val="00387D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9389CA3A-43D0-DC9E-5B3F-9CC844E37214}"/>
              </a:ext>
            </a:extLst>
          </p:cNvPr>
          <p:cNvSpPr/>
          <p:nvPr/>
        </p:nvSpPr>
        <p:spPr>
          <a:xfrm>
            <a:off x="757237" y="2120074"/>
            <a:ext cx="2267251" cy="3338195"/>
          </a:xfrm>
          <a:custGeom>
            <a:avLst/>
            <a:gdLst>
              <a:gd name="connsiteX0" fmla="*/ 2263267 w 2267251"/>
              <a:gd name="connsiteY0" fmla="*/ 1645095 h 3338195"/>
              <a:gd name="connsiteX1" fmla="*/ 2015681 w 2267251"/>
              <a:gd name="connsiteY1" fmla="*/ 1351090 h 3338195"/>
              <a:gd name="connsiteX2" fmla="*/ 2012633 w 2267251"/>
              <a:gd name="connsiteY2" fmla="*/ 1341501 h 3338195"/>
              <a:gd name="connsiteX3" fmla="*/ 1988630 w 2267251"/>
              <a:gd name="connsiteY3" fmla="*/ 1204087 h 3338195"/>
              <a:gd name="connsiteX4" fmla="*/ 1986470 w 2267251"/>
              <a:gd name="connsiteY4" fmla="*/ 1171258 h 3338195"/>
              <a:gd name="connsiteX5" fmla="*/ 1986470 w 2267251"/>
              <a:gd name="connsiteY5" fmla="*/ 0 h 3338195"/>
              <a:gd name="connsiteX6" fmla="*/ 0 w 2267251"/>
              <a:gd name="connsiteY6" fmla="*/ 0 h 3338195"/>
              <a:gd name="connsiteX7" fmla="*/ 0 w 2267251"/>
              <a:gd name="connsiteY7" fmla="*/ 3338195 h 3338195"/>
              <a:gd name="connsiteX8" fmla="*/ 1986470 w 2267251"/>
              <a:gd name="connsiteY8" fmla="*/ 3338195 h 3338195"/>
              <a:gd name="connsiteX9" fmla="*/ 1986470 w 2267251"/>
              <a:gd name="connsiteY9" fmla="*/ 2160016 h 3338195"/>
              <a:gd name="connsiteX10" fmla="*/ 1986470 w 2267251"/>
              <a:gd name="connsiteY10" fmla="*/ 2158175 h 3338195"/>
              <a:gd name="connsiteX11" fmla="*/ 1988820 w 2267251"/>
              <a:gd name="connsiteY11" fmla="*/ 2129409 h 3338195"/>
              <a:gd name="connsiteX12" fmla="*/ 1991106 w 2267251"/>
              <a:gd name="connsiteY12" fmla="*/ 2094294 h 3338195"/>
              <a:gd name="connsiteX13" fmla="*/ 2003870 w 2267251"/>
              <a:gd name="connsiteY13" fmla="*/ 1995488 h 3338195"/>
              <a:gd name="connsiteX14" fmla="*/ 2013839 w 2267251"/>
              <a:gd name="connsiteY14" fmla="*/ 1955991 h 3338195"/>
              <a:gd name="connsiteX15" fmla="*/ 2014030 w 2267251"/>
              <a:gd name="connsiteY15" fmla="*/ 1955356 h 3338195"/>
              <a:gd name="connsiteX16" fmla="*/ 2263204 w 2267251"/>
              <a:gd name="connsiteY16" fmla="*/ 1656588 h 3338195"/>
              <a:gd name="connsiteX17" fmla="*/ 2263204 w 2267251"/>
              <a:gd name="connsiteY17" fmla="*/ 1645031 h 3338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267251" h="3338195">
                <a:moveTo>
                  <a:pt x="2263267" y="1645095"/>
                </a:moveTo>
                <a:cubicBezTo>
                  <a:pt x="2203450" y="1623949"/>
                  <a:pt x="2084769" y="1541844"/>
                  <a:pt x="2015681" y="1351090"/>
                </a:cubicBezTo>
                <a:cubicBezTo>
                  <a:pt x="2014664" y="1347915"/>
                  <a:pt x="2013585" y="1344676"/>
                  <a:pt x="2012633" y="1341501"/>
                </a:cubicBezTo>
                <a:cubicBezTo>
                  <a:pt x="2000250" y="1296670"/>
                  <a:pt x="1991551" y="1250442"/>
                  <a:pt x="1988630" y="1204087"/>
                </a:cubicBezTo>
                <a:cubicBezTo>
                  <a:pt x="1987931" y="1193038"/>
                  <a:pt x="1987233" y="1182116"/>
                  <a:pt x="1986470" y="1171258"/>
                </a:cubicBezTo>
                <a:lnTo>
                  <a:pt x="1986470" y="0"/>
                </a:lnTo>
                <a:lnTo>
                  <a:pt x="0" y="0"/>
                </a:lnTo>
                <a:lnTo>
                  <a:pt x="0" y="3338195"/>
                </a:lnTo>
                <a:lnTo>
                  <a:pt x="1986470" y="3338195"/>
                </a:lnTo>
                <a:lnTo>
                  <a:pt x="1986470" y="2160016"/>
                </a:lnTo>
                <a:cubicBezTo>
                  <a:pt x="1986470" y="2159381"/>
                  <a:pt x="1986470" y="2158810"/>
                  <a:pt x="1986470" y="2158175"/>
                </a:cubicBezTo>
                <a:cubicBezTo>
                  <a:pt x="1987296" y="2148586"/>
                  <a:pt x="1988185" y="2138934"/>
                  <a:pt x="1988820" y="2129409"/>
                </a:cubicBezTo>
                <a:cubicBezTo>
                  <a:pt x="1989582" y="2117789"/>
                  <a:pt x="1990344" y="2106041"/>
                  <a:pt x="1991106" y="2094294"/>
                </a:cubicBezTo>
                <a:cubicBezTo>
                  <a:pt x="1993202" y="2061147"/>
                  <a:pt x="1996821" y="2028000"/>
                  <a:pt x="2003870" y="1995488"/>
                </a:cubicBezTo>
                <a:cubicBezTo>
                  <a:pt x="2006854" y="1981835"/>
                  <a:pt x="2010283" y="1968754"/>
                  <a:pt x="2013839" y="1955991"/>
                </a:cubicBezTo>
                <a:cubicBezTo>
                  <a:pt x="2013839" y="1955800"/>
                  <a:pt x="2013966" y="1955546"/>
                  <a:pt x="2014030" y="1955356"/>
                </a:cubicBezTo>
                <a:cubicBezTo>
                  <a:pt x="2081594" y="1761300"/>
                  <a:pt x="2202879" y="1677924"/>
                  <a:pt x="2263204" y="1656588"/>
                </a:cubicBezTo>
                <a:cubicBezTo>
                  <a:pt x="2268601" y="1654683"/>
                  <a:pt x="2268601" y="1646936"/>
                  <a:pt x="2263204" y="1645031"/>
                </a:cubicBezTo>
              </a:path>
            </a:pathLst>
          </a:custGeom>
          <a:solidFill>
            <a:srgbClr val="98B1D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CO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76CBBBB-526C-A576-EB3F-0374FD6E4C3F}"/>
              </a:ext>
            </a:extLst>
          </p:cNvPr>
          <p:cNvSpPr txBox="1"/>
          <p:nvPr/>
        </p:nvSpPr>
        <p:spPr>
          <a:xfrm>
            <a:off x="4140441" y="463422"/>
            <a:ext cx="3911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spc="0" baseline="0" dirty="0">
                <a:ln/>
                <a:solidFill>
                  <a:srgbClr val="FFFFFF"/>
                </a:solidFill>
                <a:latin typeface="Libre Franklin"/>
                <a:sym typeface="Libre Franklin"/>
                <a:rtl val="0"/>
              </a:rPr>
              <a:t>Contenedores para foto</a:t>
            </a:r>
          </a:p>
        </p:txBody>
      </p:sp>
    </p:spTree>
    <p:extLst>
      <p:ext uri="{BB962C8B-B14F-4D97-AF65-F5344CB8AC3E}">
        <p14:creationId xmlns:p14="http://schemas.microsoft.com/office/powerpoint/2010/main" val="18329918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DC8BA2-7087-9C69-D128-1AAD10DBF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29611" y="1843202"/>
            <a:ext cx="3932778" cy="317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97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s 1">
      <a:dk1>
        <a:srgbClr val="000000"/>
      </a:dk1>
      <a:lt1>
        <a:srgbClr val="92A9C8"/>
      </a:lt1>
      <a:dk2>
        <a:srgbClr val="FEFEFE"/>
      </a:dk2>
      <a:lt2>
        <a:srgbClr val="FEFEFE"/>
      </a:lt2>
      <a:accent1>
        <a:srgbClr val="0D2057"/>
      </a:accent1>
      <a:accent2>
        <a:srgbClr val="00377D"/>
      </a:accent2>
      <a:accent3>
        <a:srgbClr val="92A9C8"/>
      </a:accent3>
      <a:accent4>
        <a:srgbClr val="F7EED8"/>
      </a:accent4>
      <a:accent5>
        <a:srgbClr val="0B2056"/>
      </a:accent5>
      <a:accent6>
        <a:srgbClr val="00367D"/>
      </a:accent6>
      <a:hlink>
        <a:srgbClr val="92A8C7"/>
      </a:hlink>
      <a:folHlink>
        <a:srgbClr val="F7EDD8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C71C17DC3233448DEC7C16A13DC00C" ma:contentTypeVersion="4" ma:contentTypeDescription="Crear nuevo documento." ma:contentTypeScope="" ma:versionID="aad4d232949db0c97a690aedd50c41fe">
  <xsd:schema xmlns:xsd="http://www.w3.org/2001/XMLSchema" xmlns:xs="http://www.w3.org/2001/XMLSchema" xmlns:p="http://schemas.microsoft.com/office/2006/metadata/properties" xmlns:ns2="9ca47fca-07b4-476b-b1c3-43e247260ec5" targetNamespace="http://schemas.microsoft.com/office/2006/metadata/properties" ma:root="true" ma:fieldsID="5a7ab637e9d2454a785bbefd2c6ce4f9" ns2:_="">
    <xsd:import namespace="9ca47fca-07b4-476b-b1c3-43e247260e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47fca-07b4-476b-b1c3-43e247260e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18F8E7-A061-432D-870A-7B251B11D9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a47fca-07b4-476b-b1c3-43e247260e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B7F546-0AE1-4ED5-B963-B4C87F51C1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590211-9290-4038-A300-F2DDE07880E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Words>4009</Words>
  <Application>Microsoft Office PowerPoint</Application>
  <PresentationFormat>Panorámica</PresentationFormat>
  <Paragraphs>961</Paragraphs>
  <Slides>45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Tomás Villegas</dc:creator>
  <cp:lastModifiedBy>Tomás Villegas</cp:lastModifiedBy>
  <cp:revision>21</cp:revision>
  <dcterms:created xsi:type="dcterms:W3CDTF">2025-04-07T15:27:04Z</dcterms:created>
  <dcterms:modified xsi:type="dcterms:W3CDTF">2026-07-14T20:30:06Z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0x010100C8C71C17DC3233448DEC7C16A13DC00C</vt:lpwstr>
  </property>
</Properties>
</file>