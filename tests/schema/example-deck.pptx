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ergiogonro\Documents\dde\unisabana-presentation-system\core\brand\assets\campus-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157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2095500"/>
            <a:ext cx="929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INFORME ANUAL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2476500"/>
            <a:ext cx="929640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 Universidad consolidó su crecimiento en investigación durante 2025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85800" y="3752850"/>
            <a:ext cx="929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Informe de resultados ante el Consejo Directivo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6019800"/>
            <a:ext cx="929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Rectoría · noviembre de 2025</a:t>
            </a:r>
            <a:endParaRPr lang="en-US" sz="1200" dirty="0"/>
          </a:p>
        </p:txBody>
      </p:sp>
      <p:pic>
        <p:nvPicPr>
          <p:cNvPr id="8" name="Image 1" descr="C:\Users\sergiogonro\Documents\dde\unisabana-presentation-system\core\brand\assets\logo-horizonta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1765266" cy="7524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6450" y="6400800"/>
            <a:ext cx="1953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Diseñado con Claude Design</a:t>
            </a:r>
            <a:endParaRPr lang="en-US" sz="1050" dirty="0"/>
          </a:p>
        </p:txBody>
      </p:sp>
      <p:pic>
        <p:nvPicPr>
          <p:cNvPr id="10" name="Image 2" descr="C:\Users\sergiogonro\Documents\dde\unisabana-presentation-system\core\brand\assets\claude-logo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5905" y="6434138"/>
            <a:ext cx="16129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825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Agenda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6858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01  </a:t>
            </a:r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Contexto institucional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2804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02  </a:t>
            </a:r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Resultados financieros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3413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03  </a:t>
            </a:r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Resultados de investigación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04  </a:t>
            </a:r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Comparación entre facultades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463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05  </a:t>
            </a:r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Cierre y próximos pasos</a:t>
            </a:r>
            <a:endParaRPr lang="en-US" sz="1800" dirty="0"/>
          </a:p>
        </p:txBody>
      </p:sp>
      <p:pic>
        <p:nvPicPr>
          <p:cNvPr id="8" name="Image 0" descr="C:\Users\sergiogonro\Documents\dde\unisabana-presentation-system\core\brand\assets\logo-horizontal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804425" cy="342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96450" y="6400800"/>
            <a:ext cx="1953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1717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Diseñado con Claude Design</a:t>
            </a:r>
            <a:endParaRPr lang="en-US" sz="1050" dirty="0"/>
          </a:p>
        </p:txBody>
      </p:sp>
      <p:pic>
        <p:nvPicPr>
          <p:cNvPr id="10" name="Image 1" descr="C:\Users\sergiogonro\Documents\dde\unisabana-presentation-system\core\brand\assets\claude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905" y="6434138"/>
            <a:ext cx="16129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0955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685800" y="333375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555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Contexto institucional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685800" y="421005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Panorama general 2025</a:t>
            </a:r>
            <a:endParaRPr lang="en-US" sz="1500" dirty="0"/>
          </a:p>
        </p:txBody>
      </p:sp>
      <p:pic>
        <p:nvPicPr>
          <p:cNvPr id="5" name="Image 0" descr="C:\Users\sergiogonro\Documents\dde\unisabana-presentation-system\core\brand\assets\logo-horizont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1296018" cy="552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6450" y="6400800"/>
            <a:ext cx="1953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Diseñado con Claude Design</a:t>
            </a:r>
            <a:endParaRPr lang="en-US" sz="1050" dirty="0"/>
          </a:p>
        </p:txBody>
      </p:sp>
      <p:pic>
        <p:nvPicPr>
          <p:cNvPr id="7" name="Image 1" descr="C:\Users\sergiogonro\Documents\dde\unisabana-presentation-system\core\brand\assets\claude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905" y="6434138"/>
            <a:ext cx="16129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47650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 Universidad fortaleció su posición académica regional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85800" y="37566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C3C3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El crecimiento se sostuvo en investigación, internacionalización y bienestar estudiantil.</a:t>
            </a:r>
            <a:endParaRPr lang="en-US" sz="1800" dirty="0"/>
          </a:p>
        </p:txBody>
      </p:sp>
      <p:pic>
        <p:nvPicPr>
          <p:cNvPr id="4" name="Image 0" descr="C:\Users\sergiogonro\Documents\dde\unisabana-presentation-system\core\brand\assets\logo-horizontal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804425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96450" y="6400800"/>
            <a:ext cx="1953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1717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Diseñado con Claude Design</a:t>
            </a:r>
            <a:endParaRPr lang="en-US" sz="1050" dirty="0"/>
          </a:p>
        </p:txBody>
      </p:sp>
      <p:pic>
        <p:nvPicPr>
          <p:cNvPr id="6" name="Image 1" descr="C:\Users\sergiogonro\Documents\dde\unisabana-presentation-system\core\brand\assets\claude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905" y="6434138"/>
            <a:ext cx="16129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08204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825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Los ingresos operacionales crecieron 18% frente a 2024</a:t>
            </a:r>
            <a:endParaRPr lang="en-US" sz="3825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5257800" cy="101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18%</a:t>
            </a:r>
            <a:pPr indent="0" marL="0">
              <a:buNone/>
            </a:pPr>
            <a:r>
              <a:rPr lang="en-US" sz="2400" b="1" dirty="0">
                <a:solidFill>
                  <a:srgbClr val="788C31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 ▴ 2.4 pts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85800" y="29819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Crecimiento de ingresos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330200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Frente al año anterior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48400" y="1920240"/>
            <a:ext cx="5257800" cy="1016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1,240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248400" y="29819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Nuevos estudiantes matriculados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5867400"/>
            <a:ext cx="1082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1717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Fuente: Vicerrectoría Financiera · 2025</a:t>
            </a:r>
            <a:endParaRPr lang="en-US" sz="1100" dirty="0"/>
          </a:p>
        </p:txBody>
      </p:sp>
      <p:pic>
        <p:nvPicPr>
          <p:cNvPr id="9" name="Image 0" descr="C:\Users\sergiogonro\Documents\dde\unisabana-presentation-system\core\brand\assets\logo-horizontal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804425" cy="342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96450" y="6400800"/>
            <a:ext cx="1953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1717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Diseñado con Claude Design</a:t>
            </a:r>
            <a:endParaRPr lang="en-US" sz="1050" dirty="0"/>
          </a:p>
        </p:txBody>
      </p:sp>
      <p:pic>
        <p:nvPicPr>
          <p:cNvPr id="11" name="Image 1" descr="C:\Users\sergiogonro\Documents\dde\unisabana-presentation-system\core\brand\assets\claude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905" y="6434138"/>
            <a:ext cx="16129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08204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825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Ingeniería y Medicina lideraron el crecimiento en proyectos de investigación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685800" y="1920240"/>
            <a:ext cx="52578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2C3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20240"/>
            <a:ext cx="5257800" cy="54864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Facultad de Ingeniería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800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3C3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32 proyectos activos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3C3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12 publicaciones indexadas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8400" y="1920240"/>
            <a:ext cx="52578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C2C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48400" y="1920240"/>
            <a:ext cx="5257800" cy="54864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9" name="Text 7"/>
          <p:cNvSpPr/>
          <p:nvPr/>
        </p:nvSpPr>
        <p:spPr>
          <a:xfrm>
            <a:off x="6477000" y="21031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Facultad de Medicina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77000" y="2606040"/>
            <a:ext cx="4800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3C3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28 proyectos activos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C3C3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19 publicaciones indexadas</a:t>
            </a:r>
            <a:endParaRPr lang="en-US" sz="1300" dirty="0"/>
          </a:p>
        </p:txBody>
      </p:sp>
      <p:pic>
        <p:nvPicPr>
          <p:cNvPr id="11" name="Image 0" descr="C:\Users\sergiogonro\Documents\dde\unisabana-presentation-system\core\brand\assets\logo-horizontal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804425" cy="342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96450" y="6400800"/>
            <a:ext cx="1953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1717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Diseñado con Claude Design</a:t>
            </a:r>
            <a:endParaRPr lang="en-US" sz="1050" dirty="0"/>
          </a:p>
        </p:txBody>
      </p:sp>
      <p:pic>
        <p:nvPicPr>
          <p:cNvPr id="13" name="Image 1" descr="C:\Users\sergiogonro\Documents\dde\unisabana-presentation-system\core\brand\assets\claude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905" y="6434138"/>
            <a:ext cx="16129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08204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825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El proceso de acreditación avanzó en cuatro etapas</a:t>
            </a:r>
            <a:endParaRPr lang="en-US" sz="3825" dirty="0"/>
          </a:p>
        </p:txBody>
      </p:sp>
      <p:sp>
        <p:nvSpPr>
          <p:cNvPr id="3" name="Shape 1"/>
          <p:cNvSpPr/>
          <p:nvPr/>
        </p:nvSpPr>
        <p:spPr>
          <a:xfrm>
            <a:off x="2038350" y="2596896"/>
            <a:ext cx="8115300" cy="18288"/>
          </a:xfrm>
          <a:prstGeom prst="rect">
            <a:avLst/>
          </a:prstGeom>
          <a:solidFill>
            <a:srgbClr val="C2C3C8"/>
          </a:solidFill>
          <a:ln/>
        </p:spPr>
      </p:sp>
      <p:sp>
        <p:nvSpPr>
          <p:cNvPr id="4" name="Shape 2"/>
          <p:cNvSpPr/>
          <p:nvPr/>
        </p:nvSpPr>
        <p:spPr>
          <a:xfrm>
            <a:off x="1809750" y="2377440"/>
            <a:ext cx="457200" cy="45720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5" name="Text 3"/>
          <p:cNvSpPr/>
          <p:nvPr/>
        </p:nvSpPr>
        <p:spPr>
          <a:xfrm>
            <a:off x="180975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6136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Autoevaluación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Recolección de evidencia por programa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14850" y="2377440"/>
            <a:ext cx="457200" cy="45720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8" name="Text 6"/>
          <p:cNvSpPr/>
          <p:nvPr/>
        </p:nvSpPr>
        <p:spPr>
          <a:xfrm>
            <a:off x="451485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90900" y="2971800"/>
            <a:ext cx="26136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Revisión por pares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19950" y="2377440"/>
            <a:ext cx="457200" cy="45720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11" name="Text 9"/>
          <p:cNvSpPr/>
          <p:nvPr/>
        </p:nvSpPr>
        <p:spPr>
          <a:xfrm>
            <a:off x="721995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0" y="2971800"/>
            <a:ext cx="26136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Informe final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925050" y="2377440"/>
            <a:ext cx="457200" cy="45720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14" name="Text 12"/>
          <p:cNvSpPr/>
          <p:nvPr/>
        </p:nvSpPr>
        <p:spPr>
          <a:xfrm>
            <a:off x="992505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01100" y="2971800"/>
            <a:ext cx="26136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Visita de verificación</a:t>
            </a:r>
            <a:endParaRPr lang="en-US" sz="1200" dirty="0"/>
          </a:p>
        </p:txBody>
      </p:sp>
      <p:pic>
        <p:nvPicPr>
          <p:cNvPr id="16" name="Image 0" descr="C:\Users\sergiogonro\Documents\dde\unisabana-presentation-system\core\brand\assets\logo-horizontal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804425" cy="3429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696450" y="6400800"/>
            <a:ext cx="1953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1717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Diseñado con Claude Design</a:t>
            </a:r>
            <a:endParaRPr lang="en-US" sz="1050" dirty="0"/>
          </a:p>
        </p:txBody>
      </p:sp>
      <p:pic>
        <p:nvPicPr>
          <p:cNvPr id="18" name="Image 1" descr="C:\Users\sergiogonro\Documents\dde\unisabana-presentation-system\core\brand\assets\claude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905" y="6434138"/>
            <a:ext cx="16129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08204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825" b="1" dirty="0">
                <a:solidFill>
                  <a:srgbClr val="00205B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Indicadores por facultad</a:t>
            </a:r>
            <a:endParaRPr lang="en-US" sz="3825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Facultad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Estudiantes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Proyectos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Publicaciones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5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Ingeniería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1,850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32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12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Medicina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1,420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28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19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Educación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980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14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3C3B"/>
                          </a:solidFill>
                          <a:latin typeface="Libre Franklin" pitchFamily="34" charset="0"/>
                          <a:ea typeface="Libre Franklin" pitchFamily="34" charset="-122"/>
                          <a:cs typeface="Libre Franklin" pitchFamily="34" charset="-120"/>
                        </a:rPr>
                        <a:t>7</a:t>
                      </a:r>
                      <a:endParaRPr lang="en-US" sz="1200" dirty="0">
                        <a:latin typeface="Libre Franklin" charset="0"/>
                        <a:ea typeface="Libre Franklin" charset="0"/>
                        <a:cs typeface="Libre Frankli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C:\Users\sergiogonro\Documents\dde\unisabana-presentation-system\core\brand\assets\logo-horizontal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804425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96450" y="6400800"/>
            <a:ext cx="1953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17175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Diseñado con Claude Design</a:t>
            </a:r>
            <a:endParaRPr lang="en-US" sz="1050" dirty="0"/>
          </a:p>
        </p:txBody>
      </p:sp>
      <p:pic>
        <p:nvPicPr>
          <p:cNvPr id="6" name="Image 1" descr="C:\Users\sergiogonro\Documents\dde\unisabana-presentation-system\core\brand\assets\claude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905" y="6434138"/>
            <a:ext cx="16129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8125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“La investigación aplicada es el puente entre el conocimiento y el bienestar de la sociedad.”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85800" y="409575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— Rectoría, Universidad de La Sabana</a:t>
            </a:r>
            <a:endParaRPr lang="en-US" sz="1500" dirty="0"/>
          </a:p>
        </p:txBody>
      </p:sp>
      <p:pic>
        <p:nvPicPr>
          <p:cNvPr id="4" name="Image 0" descr="C:\Users\sergiogonro\Documents\dde\unisabana-presentation-system\core\brand\assets\logo-horizont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804425" cy="342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96450" y="6400800"/>
            <a:ext cx="1953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Diseñado con Claude Design</a:t>
            </a:r>
            <a:endParaRPr lang="en-US" sz="1050" dirty="0"/>
          </a:p>
        </p:txBody>
      </p:sp>
      <p:pic>
        <p:nvPicPr>
          <p:cNvPr id="6" name="Image 1" descr="C:\Users\sergiogonro\Documents\dde\unisabana-presentation-system\core\brand\assets\claude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905" y="6434138"/>
            <a:ext cx="16129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6670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Seguimos construyendo una universidad que transforma su entorno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5800" y="36195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contacto@ejemplo.edu.co (dato ficticio de ejemplo)</a:t>
            </a:r>
            <a:endParaRPr lang="en-US" sz="1500" dirty="0"/>
          </a:p>
        </p:txBody>
      </p:sp>
      <p:pic>
        <p:nvPicPr>
          <p:cNvPr id="4" name="Image 0" descr="C:\Users\sergiogonro\Documents\dde\unisabana-presentation-system\core\brand\assets\logo-horizont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3400"/>
            <a:ext cx="160885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96450" y="6400800"/>
            <a:ext cx="1953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B1D3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Diseñado con Claude Design</a:t>
            </a:r>
            <a:endParaRPr lang="en-US" sz="1050" dirty="0"/>
          </a:p>
        </p:txBody>
      </p:sp>
      <p:pic>
        <p:nvPicPr>
          <p:cNvPr id="6" name="Image 1" descr="C:\Users\sergiogonro\Documents\dde\unisabana-presentation-system\core\brand\assets\claude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5905" y="6434138"/>
            <a:ext cx="161295" cy="161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 institucionales 2025</dc:title>
  <dc:subject>PptxGenJS Presentation</dc:subject>
  <dc:creator>PptxGenJS</dc:creator>
  <cp:lastModifiedBy>PptxGenJS</cp:lastModifiedBy>
  <cp:revision>1</cp:revision>
  <dcterms:created xsi:type="dcterms:W3CDTF">2026-07-24T01:38:01Z</dcterms:created>
  <dcterms:modified xsi:type="dcterms:W3CDTF">2026-07-24T01:38:01Z</dcterms:modified>
</cp:coreProperties>
</file>