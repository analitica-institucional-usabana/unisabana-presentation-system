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rgiogonro\Documents\dde\unisabana-presentation-system\core\brand\assets\campus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157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22145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ANUAL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2595563"/>
            <a:ext cx="9296400" cy="21050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consolidó su crecimiento en investigación durante 2025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85800" y="4929188"/>
            <a:ext cx="9296400" cy="35242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de resultados ante el Consejo Directivo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85800" y="6019800"/>
            <a:ext cx="929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Rectoría · noviembre de 2025</a:t>
            </a:r>
            <a:endParaRPr lang="en-US" sz="1200" dirty="0"/>
          </a:p>
        </p:txBody>
      </p:sp>
      <p:pic>
        <p:nvPicPr>
          <p:cNvPr id="8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509713"/>
            <a:ext cx="5486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288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31384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3748087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3576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49672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800" dirty="0"/>
          </a:p>
        </p:txBody>
      </p:sp>
      <p:pic>
        <p:nvPicPr>
          <p:cNvPr id="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976438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214688"/>
            <a:ext cx="8229600" cy="1619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55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5550" dirty="0"/>
          </a:p>
        </p:txBody>
      </p:sp>
      <p:sp>
        <p:nvSpPr>
          <p:cNvPr id="5" name="Text 3"/>
          <p:cNvSpPr/>
          <p:nvPr/>
        </p:nvSpPr>
        <p:spPr>
          <a:xfrm>
            <a:off x="685800" y="5024438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Panorama general 2025</a:t>
            </a:r>
            <a:endParaRPr lang="en-US" sz="1500" dirty="0"/>
          </a:p>
        </p:txBody>
      </p:sp>
      <p:pic>
        <p:nvPicPr>
          <p:cNvPr id="6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296018" cy="552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8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462213"/>
            <a:ext cx="9144000" cy="1228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fortaleció su posición académica regional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85800" y="3919538"/>
            <a:ext cx="8229600" cy="7048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crecimiento se sostuvo en investigación, internacionalización y bienestar estudiantil.</a:t>
            </a:r>
            <a:endParaRPr lang="en-US" sz="1800" dirty="0"/>
          </a:p>
        </p:txBody>
      </p:sp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747838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Los ingresos operacionales crecieron 18% frente a 2024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3433762"/>
            <a:ext cx="5257800" cy="1016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18%</a:t>
            </a:r>
            <a:pPr indent="0" marL="0">
              <a:buNone/>
            </a:pPr>
            <a:r>
              <a:rPr lang="en-US" sz="2400" b="1" dirty="0">
                <a:solidFill>
                  <a:srgbClr val="788C3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  ▴ 2.4 pts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85800" y="4495483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Crecimiento de ingresos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815523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Frente al año anterior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48400" y="3433762"/>
            <a:ext cx="5257800" cy="1016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1,240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248400" y="4495483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Nuevos estudiantes matriculados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867400"/>
            <a:ext cx="1082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Fuente: Vicerrectoría Financiera · 2025</a:t>
            </a:r>
            <a:endParaRPr lang="en-US" sz="1100" dirty="0"/>
          </a:p>
        </p:txBody>
      </p:sp>
      <p:pic>
        <p:nvPicPr>
          <p:cNvPr id="9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1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676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Ingeniería y Medicina lideraron el crecimiento en proyectos de investigación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3390900"/>
            <a:ext cx="5257800" cy="54864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7378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Ingeniería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076700"/>
            <a:ext cx="48006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 proyectos activos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 publicaciones indexadas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84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48400" y="3390900"/>
            <a:ext cx="5257800" cy="54864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9" name="Text 7"/>
          <p:cNvSpPr/>
          <p:nvPr/>
        </p:nvSpPr>
        <p:spPr>
          <a:xfrm>
            <a:off x="6477000" y="357378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77000" y="4076700"/>
            <a:ext cx="48006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 proyectos activos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 publicaciones indexadas</a:t>
            </a:r>
            <a:endParaRPr lang="en-US" sz="1300" dirty="0"/>
          </a:p>
        </p:txBody>
      </p:sp>
      <p:pic>
        <p:nvPicPr>
          <p:cNvPr id="11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3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162175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proceso de acreditación avanzó en cuatro etapas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4105656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809750" y="38862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180975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4958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14850" y="38862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8" name="Text 6"/>
          <p:cNvSpPr/>
          <p:nvPr/>
        </p:nvSpPr>
        <p:spPr>
          <a:xfrm>
            <a:off x="451485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90900" y="44958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19950" y="38862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1" name="Text 9"/>
          <p:cNvSpPr/>
          <p:nvPr/>
        </p:nvSpPr>
        <p:spPr>
          <a:xfrm>
            <a:off x="721995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44958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25050" y="388620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1100" y="449580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pic>
        <p:nvPicPr>
          <p:cNvPr id="16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8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717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Indicadores por facultad</a:t>
            </a:r>
            <a:endParaRPr lang="en-US" sz="3825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214688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Facultad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Estudiantes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Proyectos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Publicaciones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Ingeniería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1,850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32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Medicina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1,420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28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19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Educación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980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14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52725"/>
            <a:ext cx="82296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“La investigación aplicada es el puente entre el conocimiento y el bienestar de la sociedad.”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4067175"/>
            <a:ext cx="7315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Rectoría, Universidad de La Sabana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524125"/>
            <a:ext cx="8229600" cy="1704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Seguimos construyendo una universidad que transforma su entorno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685800" y="4610100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contacto@ejemplo.edu.co (dato ficticio de ejemplo)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60885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institucionales 2025</dc:title>
  <dc:subject>PptxGenJS Presentation</dc:subject>
  <dc:creator>PptxGenJS</dc:creator>
  <cp:lastModifiedBy>PptxGenJS</cp:lastModifiedBy>
  <cp:revision>1</cp:revision>
  <dcterms:created xsi:type="dcterms:W3CDTF">2026-07-24T15:07:44Z</dcterms:created>
  <dcterms:modified xsi:type="dcterms:W3CDTF">2026-07-24T15:07:44Z</dcterms:modified>
</cp:coreProperties>
</file>